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4.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5.xml" ContentType="application/vnd.openxmlformats-officedocument.themeOverr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6.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7.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heme/themeOverride8.xml" ContentType="application/vnd.openxmlformats-officedocument.themeOverride+xml"/>
  <Override PartName="/ppt/tags/tag8.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62" r:id="rId4"/>
    <p:sldId id="293" r:id="rId5"/>
    <p:sldId id="327" r:id="rId6"/>
    <p:sldId id="1641" r:id="rId7"/>
    <p:sldId id="360" r:id="rId8"/>
    <p:sldId id="263" r:id="rId9"/>
    <p:sldId id="1582" r:id="rId10"/>
    <p:sldId id="3090" r:id="rId11"/>
    <p:sldId id="261" r:id="rId12"/>
    <p:sldId id="279" r:id="rId13"/>
    <p:sldId id="267" r:id="rId14"/>
    <p:sldId id="3935" r:id="rId15"/>
    <p:sldId id="264" r:id="rId16"/>
    <p:sldId id="1861" r:id="rId17"/>
    <p:sldId id="275" r:id="rId18"/>
    <p:sldId id="1857" r:id="rId19"/>
    <p:sldId id="284" r:id="rId20"/>
    <p:sldId id="265" r:id="rId21"/>
    <p:sldId id="278" r:id="rId22"/>
    <p:sldId id="315" r:id="rId23"/>
    <p:sldId id="3950" r:id="rId24"/>
    <p:sldId id="3089" r:id="rId25"/>
    <p:sldId id="2163" r:id="rId26"/>
    <p:sldId id="3951" r:id="rId27"/>
    <p:sldId id="383"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4C8C"/>
    <a:srgbClr val="609AD5"/>
    <a:srgbClr val="171BCF"/>
    <a:srgbClr val="0C1824"/>
    <a:srgbClr val="ACCBEC"/>
    <a:srgbClr val="DAB5F5"/>
    <a:srgbClr val="D39FF5"/>
    <a:srgbClr val="CD9CF1"/>
    <a:srgbClr val="BAC9FE"/>
    <a:srgbClr val="A9B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48" autoAdjust="0"/>
    <p:restoredTop sz="94660"/>
  </p:normalViewPr>
  <p:slideViewPr>
    <p:cSldViewPr snapToGrid="0">
      <p:cViewPr>
        <p:scale>
          <a:sx n="100" d="100"/>
          <a:sy n="100" d="100"/>
        </p:scale>
        <p:origin x="1088" y="1488"/>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2013</c:v>
                </c:pt>
              </c:strCache>
            </c:strRef>
          </c:tx>
          <c:spPr>
            <a:solidFill>
              <a:schemeClr val="accent1">
                <a:lumMod val="60000"/>
                <a:lumOff val="40000"/>
              </a:schemeClr>
            </a:solidFill>
            <a:ln>
              <a:noFill/>
            </a:ln>
            <a:effectLst/>
          </c:spPr>
          <c:invertIfNegative val="0"/>
          <c:cat>
            <c:strRef>
              <c:f>Sheet1!$A$2:$A$7</c:f>
              <c:strCache>
                <c:ptCount val="6"/>
                <c:pt idx="0">
                  <c:v>Net Income</c:v>
                </c:pt>
                <c:pt idx="1">
                  <c:v>Revenue</c:v>
                </c:pt>
                <c:pt idx="2">
                  <c:v>Operating Income</c:v>
                </c:pt>
                <c:pt idx="3">
                  <c:v>Expenses</c:v>
                </c:pt>
                <c:pt idx="4">
                  <c:v>Assets</c:v>
                </c:pt>
                <c:pt idx="5">
                  <c:v>Equity</c:v>
                </c:pt>
              </c:strCache>
            </c:strRef>
          </c:cat>
          <c:val>
            <c:numRef>
              <c:f>Sheet1!$B$2:$B$7</c:f>
              <c:numCache>
                <c:formatCode>"$"#,##0</c:formatCode>
                <c:ptCount val="6"/>
                <c:pt idx="0">
                  <c:v>250000</c:v>
                </c:pt>
                <c:pt idx="1">
                  <c:v>550000</c:v>
                </c:pt>
                <c:pt idx="2">
                  <c:v>120000</c:v>
                </c:pt>
                <c:pt idx="3">
                  <c:v>600000</c:v>
                </c:pt>
                <c:pt idx="4">
                  <c:v>380000</c:v>
                </c:pt>
                <c:pt idx="5">
                  <c:v>280000</c:v>
                </c:pt>
              </c:numCache>
            </c:numRef>
          </c:val>
          <c:extLst xmlns:c16r2="http://schemas.microsoft.com/office/drawing/2015/06/chart">
            <c:ext xmlns:c16="http://schemas.microsoft.com/office/drawing/2014/chart" uri="{C3380CC4-5D6E-409C-BE32-E72D297353CC}">
              <c16:uniqueId val="{00000000-CB2D-448E-B6DD-DAA964566C61}"/>
            </c:ext>
          </c:extLst>
        </c:ser>
        <c:ser>
          <c:idx val="1"/>
          <c:order val="1"/>
          <c:tx>
            <c:strRef>
              <c:f>Sheet1!$C$1</c:f>
              <c:strCache>
                <c:ptCount val="1"/>
                <c:pt idx="0">
                  <c:v>2014</c:v>
                </c:pt>
              </c:strCache>
            </c:strRef>
          </c:tx>
          <c:spPr>
            <a:solidFill>
              <a:srgbClr val="164C8C"/>
            </a:solidFill>
            <a:ln>
              <a:noFill/>
            </a:ln>
            <a:effectLst/>
          </c:spPr>
          <c:invertIfNegative val="0"/>
          <c:cat>
            <c:strRef>
              <c:f>Sheet1!$A$2:$A$7</c:f>
              <c:strCache>
                <c:ptCount val="6"/>
                <c:pt idx="0">
                  <c:v>Net Income</c:v>
                </c:pt>
                <c:pt idx="1">
                  <c:v>Revenue</c:v>
                </c:pt>
                <c:pt idx="2">
                  <c:v>Operating Income</c:v>
                </c:pt>
                <c:pt idx="3">
                  <c:v>Expenses</c:v>
                </c:pt>
                <c:pt idx="4">
                  <c:v>Assets</c:v>
                </c:pt>
                <c:pt idx="5">
                  <c:v>Equity</c:v>
                </c:pt>
              </c:strCache>
            </c:strRef>
          </c:cat>
          <c:val>
            <c:numRef>
              <c:f>Sheet1!$C$2:$C$7</c:f>
              <c:numCache>
                <c:formatCode>"$"#,##0</c:formatCode>
                <c:ptCount val="6"/>
                <c:pt idx="0">
                  <c:v>270000</c:v>
                </c:pt>
                <c:pt idx="1">
                  <c:v>650000</c:v>
                </c:pt>
                <c:pt idx="2">
                  <c:v>150000</c:v>
                </c:pt>
                <c:pt idx="3">
                  <c:v>350000</c:v>
                </c:pt>
                <c:pt idx="4">
                  <c:v>450000</c:v>
                </c:pt>
                <c:pt idx="5">
                  <c:v>330000</c:v>
                </c:pt>
              </c:numCache>
            </c:numRef>
          </c:val>
          <c:extLst xmlns:c16r2="http://schemas.microsoft.com/office/drawing/2015/06/chart">
            <c:ext xmlns:c16="http://schemas.microsoft.com/office/drawing/2014/chart" uri="{C3380CC4-5D6E-409C-BE32-E72D297353CC}">
              <c16:uniqueId val="{00000001-CB2D-448E-B6DD-DAA964566C61}"/>
            </c:ext>
          </c:extLst>
        </c:ser>
        <c:ser>
          <c:idx val="2"/>
          <c:order val="2"/>
          <c:tx>
            <c:strRef>
              <c:f>Sheet1!$D$1</c:f>
              <c:strCache>
                <c:ptCount val="1"/>
                <c:pt idx="0">
                  <c:v>2015</c:v>
                </c:pt>
              </c:strCache>
            </c:strRef>
          </c:tx>
          <c:spPr>
            <a:solidFill>
              <a:schemeClr val="accent3"/>
            </a:solidFill>
            <a:ln>
              <a:noFill/>
            </a:ln>
            <a:effectLst/>
          </c:spPr>
          <c:invertIfNegative val="0"/>
          <c:cat>
            <c:strRef>
              <c:f>Sheet1!$A$2:$A$7</c:f>
              <c:strCache>
                <c:ptCount val="6"/>
                <c:pt idx="0">
                  <c:v>Net Income</c:v>
                </c:pt>
                <c:pt idx="1">
                  <c:v>Revenue</c:v>
                </c:pt>
                <c:pt idx="2">
                  <c:v>Operating Income</c:v>
                </c:pt>
                <c:pt idx="3">
                  <c:v>Expenses</c:v>
                </c:pt>
                <c:pt idx="4">
                  <c:v>Assets</c:v>
                </c:pt>
                <c:pt idx="5">
                  <c:v>Equity</c:v>
                </c:pt>
              </c:strCache>
            </c:strRef>
          </c:cat>
          <c:val>
            <c:numRef>
              <c:f>Sheet1!$D$2:$D$7</c:f>
              <c:numCache>
                <c:formatCode>"$"#,##0</c:formatCode>
                <c:ptCount val="6"/>
                <c:pt idx="0">
                  <c:v>350000</c:v>
                </c:pt>
                <c:pt idx="1">
                  <c:v>750000</c:v>
                </c:pt>
                <c:pt idx="2">
                  <c:v>250000</c:v>
                </c:pt>
                <c:pt idx="3">
                  <c:v>700000</c:v>
                </c:pt>
                <c:pt idx="4">
                  <c:v>550000</c:v>
                </c:pt>
                <c:pt idx="5">
                  <c:v>422000</c:v>
                </c:pt>
              </c:numCache>
            </c:numRef>
          </c:val>
          <c:extLst xmlns:c16r2="http://schemas.microsoft.com/office/drawing/2015/06/chart">
            <c:ext xmlns:c16="http://schemas.microsoft.com/office/drawing/2014/chart" uri="{C3380CC4-5D6E-409C-BE32-E72D297353CC}">
              <c16:uniqueId val="{00000002-CB2D-448E-B6DD-DAA964566C61}"/>
            </c:ext>
          </c:extLst>
        </c:ser>
        <c:dLbls>
          <c:showLegendKey val="0"/>
          <c:showVal val="0"/>
          <c:showCatName val="0"/>
          <c:showSerName val="0"/>
          <c:showPercent val="0"/>
          <c:showBubbleSize val="0"/>
        </c:dLbls>
        <c:gapWidth val="85"/>
        <c:overlap val="-15"/>
        <c:axId val="1691302080"/>
        <c:axId val="1691289024"/>
      </c:barChart>
      <c:catAx>
        <c:axId val="1691302080"/>
        <c:scaling>
          <c:orientation val="minMax"/>
        </c:scaling>
        <c:delete val="0"/>
        <c:axPos val="b"/>
        <c:numFmt formatCode="General" sourceLinked="1"/>
        <c:majorTickMark val="none"/>
        <c:minorTickMark val="none"/>
        <c:tickLblPos val="nextTo"/>
        <c:spPr>
          <a:noFill/>
          <a:ln w="9525" cap="flat" cmpd="sng" algn="ctr">
            <a:solidFill>
              <a:schemeClr val="accent5"/>
            </a:solidFill>
            <a:round/>
          </a:ln>
          <a:effectLst/>
        </c:spPr>
        <c:txPr>
          <a:bodyPr rot="-60000000" spcFirstLastPara="1" vertOverflow="ellipsis" vert="horz" wrap="square" anchor="ctr" anchorCtr="1"/>
          <a:lstStyle/>
          <a:p>
            <a:pPr>
              <a:defRPr lang="zh-CN" sz="800" b="0" i="0" u="none" strike="noStrike" kern="1200" baseline="0">
                <a:solidFill>
                  <a:schemeClr val="accent4"/>
                </a:solidFill>
                <a:latin typeface="思源黑体 CN Medium" panose="020B0600000000000000" pitchFamily="34" charset="-122"/>
                <a:ea typeface="思源黑体 CN Medium" panose="020B0600000000000000" pitchFamily="34" charset="-122"/>
                <a:cs typeface="+mn-cs"/>
                <a:sym typeface="思源黑体 CN Medium" panose="020B0600000000000000" pitchFamily="34" charset="-122"/>
              </a:defRPr>
            </a:pPr>
            <a:endParaRPr lang="zh-CN"/>
          </a:p>
        </c:txPr>
        <c:crossAx val="1691289024"/>
        <c:crosses val="autoZero"/>
        <c:auto val="1"/>
        <c:lblAlgn val="ctr"/>
        <c:lblOffset val="100"/>
        <c:noMultiLvlLbl val="0"/>
      </c:catAx>
      <c:valAx>
        <c:axId val="1691289024"/>
        <c:scaling>
          <c:orientation val="minMax"/>
        </c:scaling>
        <c:delete val="0"/>
        <c:axPos val="l"/>
        <c:numFmt formatCode="&quot;$&quot;#,##0" sourceLinked="1"/>
        <c:majorTickMark val="in"/>
        <c:minorTickMark val="none"/>
        <c:tickLblPos val="nextTo"/>
        <c:spPr>
          <a:noFill/>
          <a:ln w="9525">
            <a:solidFill>
              <a:schemeClr val="accent5"/>
            </a:solidFill>
          </a:ln>
          <a:effectLst/>
        </c:spPr>
        <c:txPr>
          <a:bodyPr rot="-60000000" spcFirstLastPara="1" vertOverflow="ellipsis" vert="horz" wrap="square" anchor="ctr" anchorCtr="1"/>
          <a:lstStyle/>
          <a:p>
            <a:pPr>
              <a:defRPr lang="zh-CN" sz="800" b="0" i="0" u="none" strike="noStrike" kern="1200" baseline="0">
                <a:solidFill>
                  <a:schemeClr val="accent4"/>
                </a:solidFill>
                <a:latin typeface="思源黑体 CN Medium" panose="020B0600000000000000" pitchFamily="34" charset="-122"/>
                <a:ea typeface="思源黑体 CN Medium" panose="020B0600000000000000" pitchFamily="34" charset="-122"/>
                <a:cs typeface="+mn-cs"/>
                <a:sym typeface="思源黑体 CN Medium" panose="020B0600000000000000" pitchFamily="34" charset="-122"/>
              </a:defRPr>
            </a:pPr>
            <a:endParaRPr lang="zh-CN"/>
          </a:p>
        </c:txPr>
        <c:crossAx val="1691302080"/>
        <c:crosses val="autoZero"/>
        <c:crossBetween val="between"/>
        <c:dispUnits>
          <c:builtInUnit val="thousands"/>
        </c:dispUnits>
      </c:valAx>
      <c:spPr>
        <a:noFill/>
        <a:ln>
          <a:noFill/>
        </a:ln>
        <a:effectLst/>
      </c:spPr>
    </c:plotArea>
    <c:plotVisOnly val="1"/>
    <c:dispBlanksAs val="gap"/>
    <c:showDLblsOverMax val="0"/>
  </c:chart>
  <c:spPr>
    <a:noFill/>
    <a:ln>
      <a:noFill/>
    </a:ln>
    <a:effectLst/>
  </c:spPr>
  <c:txPr>
    <a:bodyPr/>
    <a:lstStyle/>
    <a:p>
      <a:pPr>
        <a:defRPr lang="zh-CN" sz="800">
          <a:solidFill>
            <a:schemeClr val="accent4"/>
          </a:solidFill>
          <a:latin typeface="思源黑体 CN Medium" panose="020B0600000000000000" pitchFamily="34" charset="-122"/>
          <a:ea typeface="思源黑体 CN Medium" panose="020B0600000000000000" pitchFamily="34" charset="-122"/>
          <a:sym typeface="思源黑体 CN Medium" panose="020B06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4855EB-D5D2-4B9B-9248-AB4C5C12F4DC}" type="datetimeFigureOut">
              <a:rPr lang="zh-CN" altLang="en-US" smtClean="0"/>
              <a:t>2021/4/30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86806E-DBB4-4833-BB29-EBC8047659A5}" type="slidenum">
              <a:rPr lang="zh-CN" altLang="en-US" smtClean="0"/>
              <a:t>‹#›</a:t>
            </a:fld>
            <a:endParaRPr lang="zh-CN" altLang="en-US"/>
          </a:p>
        </p:txBody>
      </p:sp>
    </p:spTree>
    <p:extLst>
      <p:ext uri="{BB962C8B-B14F-4D97-AF65-F5344CB8AC3E}">
        <p14:creationId xmlns:p14="http://schemas.microsoft.com/office/powerpoint/2010/main" val="3264063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86806E-DBB4-4833-BB29-EBC8047659A5}" type="slidenum">
              <a:rPr lang="zh-CN" altLang="en-US" smtClean="0"/>
              <a:t>1</a:t>
            </a:fld>
            <a:endParaRPr lang="zh-CN" altLang="en-US"/>
          </a:p>
        </p:txBody>
      </p:sp>
    </p:spTree>
    <p:extLst>
      <p:ext uri="{BB962C8B-B14F-4D97-AF65-F5344CB8AC3E}">
        <p14:creationId xmlns:p14="http://schemas.microsoft.com/office/powerpoint/2010/main" val="1661296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86806E-DBB4-4833-BB29-EBC8047659A5}" type="slidenum">
              <a:rPr lang="zh-CN" altLang="en-US" smtClean="0"/>
              <a:t>2</a:t>
            </a:fld>
            <a:endParaRPr lang="zh-CN" altLang="en-US"/>
          </a:p>
        </p:txBody>
      </p:sp>
    </p:spTree>
    <p:extLst>
      <p:ext uri="{BB962C8B-B14F-4D97-AF65-F5344CB8AC3E}">
        <p14:creationId xmlns:p14="http://schemas.microsoft.com/office/powerpoint/2010/main" val="3754531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86806E-DBB4-4833-BB29-EBC8047659A5}" type="slidenum">
              <a:rPr lang="zh-CN" altLang="en-US" smtClean="0"/>
              <a:t>3</a:t>
            </a:fld>
            <a:endParaRPr lang="zh-CN" altLang="en-US"/>
          </a:p>
        </p:txBody>
      </p:sp>
    </p:spTree>
    <p:extLst>
      <p:ext uri="{BB962C8B-B14F-4D97-AF65-F5344CB8AC3E}">
        <p14:creationId xmlns:p14="http://schemas.microsoft.com/office/powerpoint/2010/main" val="3015943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27183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55173C-0278-4F0E-AECF-02717991B573}" type="slidenum">
              <a:rPr lang="zh-CN" altLang="en-US" smtClean="0"/>
              <a:t>5</a:t>
            </a:fld>
            <a:endParaRPr lang="zh-CN" altLang="en-US"/>
          </a:p>
        </p:txBody>
      </p:sp>
    </p:spTree>
    <p:extLst>
      <p:ext uri="{BB962C8B-B14F-4D97-AF65-F5344CB8AC3E}">
        <p14:creationId xmlns:p14="http://schemas.microsoft.com/office/powerpoint/2010/main" val="3237821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2AFC93-5CDB-4003-BEE8-4E8E70554205}" type="slidenum">
              <a:rPr lang="zh-CN" altLang="en-US" smtClean="0"/>
              <a:t>6</a:t>
            </a:fld>
            <a:endParaRPr lang="zh-CN" altLang="en-US"/>
          </a:p>
        </p:txBody>
      </p:sp>
    </p:spTree>
    <p:extLst>
      <p:ext uri="{BB962C8B-B14F-4D97-AF65-F5344CB8AC3E}">
        <p14:creationId xmlns:p14="http://schemas.microsoft.com/office/powerpoint/2010/main" val="2964712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6F74-634D-4233-BDBC-8BE3983B5CCB}" type="slidenum">
              <a:rPr lang="zh-CN" altLang="en-US" smtClean="0"/>
              <a:t>7</a:t>
            </a:fld>
            <a:endParaRPr lang="zh-CN" altLang="en-US"/>
          </a:p>
        </p:txBody>
      </p:sp>
    </p:spTree>
    <p:extLst>
      <p:ext uri="{BB962C8B-B14F-4D97-AF65-F5344CB8AC3E}">
        <p14:creationId xmlns:p14="http://schemas.microsoft.com/office/powerpoint/2010/main" val="4208098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86806E-DBB4-4833-BB29-EBC8047659A5}" type="slidenum">
              <a:rPr lang="zh-CN" altLang="en-US" smtClean="0"/>
              <a:t>8</a:t>
            </a:fld>
            <a:endParaRPr lang="zh-CN" altLang="en-US"/>
          </a:p>
        </p:txBody>
      </p:sp>
    </p:spTree>
    <p:extLst>
      <p:ext uri="{BB962C8B-B14F-4D97-AF65-F5344CB8AC3E}">
        <p14:creationId xmlns:p14="http://schemas.microsoft.com/office/powerpoint/2010/main" val="1143071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313077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2E94A8-67D8-4933-A140-144C45AA867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36794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86806E-DBB4-4833-BB29-EBC8047659A5}" type="slidenum">
              <a:rPr lang="zh-CN" altLang="en-US" smtClean="0"/>
              <a:t>11</a:t>
            </a:fld>
            <a:endParaRPr lang="zh-CN" altLang="en-US"/>
          </a:p>
        </p:txBody>
      </p:sp>
    </p:spTree>
    <p:extLst>
      <p:ext uri="{BB962C8B-B14F-4D97-AF65-F5344CB8AC3E}">
        <p14:creationId xmlns:p14="http://schemas.microsoft.com/office/powerpoint/2010/main" val="46799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0C929C-7B25-408A-A66C-6FE92BEFEBF7}" type="slidenum">
              <a:rPr lang="zh-CN" altLang="en-US" smtClean="0"/>
              <a:t>12</a:t>
            </a:fld>
            <a:endParaRPr lang="zh-CN" altLang="en-US"/>
          </a:p>
        </p:txBody>
      </p:sp>
    </p:spTree>
    <p:extLst>
      <p:ext uri="{BB962C8B-B14F-4D97-AF65-F5344CB8AC3E}">
        <p14:creationId xmlns:p14="http://schemas.microsoft.com/office/powerpoint/2010/main" val="1825840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B81CA6E-AB3A-7840-8789-36037BDA9959}" type="slidenum">
              <a:t>13</a:t>
            </a:fld>
            <a:endParaRPr kumimoji="1" lang="zh-CN" altLang="en-US"/>
          </a:p>
        </p:txBody>
      </p:sp>
    </p:spTree>
    <p:extLst>
      <p:ext uri="{BB962C8B-B14F-4D97-AF65-F5344CB8AC3E}">
        <p14:creationId xmlns:p14="http://schemas.microsoft.com/office/powerpoint/2010/main" val="29772010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7EC935E-AA0D-4BE4-8C9D-47998D0EE176}" type="slidenum">
              <a:rPr lang="zh-CN" altLang="en-US" smtClean="0"/>
              <a:t>14</a:t>
            </a:fld>
            <a:endParaRPr lang="zh-CN" altLang="en-US"/>
          </a:p>
        </p:txBody>
      </p:sp>
    </p:spTree>
    <p:extLst>
      <p:ext uri="{BB962C8B-B14F-4D97-AF65-F5344CB8AC3E}">
        <p14:creationId xmlns:p14="http://schemas.microsoft.com/office/powerpoint/2010/main" val="626763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86806E-DBB4-4833-BB29-EBC8047659A5}" type="slidenum">
              <a:rPr lang="zh-CN" altLang="en-US" smtClean="0"/>
              <a:t>15</a:t>
            </a:fld>
            <a:endParaRPr lang="zh-CN" altLang="en-US"/>
          </a:p>
        </p:txBody>
      </p:sp>
    </p:spTree>
    <p:extLst>
      <p:ext uri="{BB962C8B-B14F-4D97-AF65-F5344CB8AC3E}">
        <p14:creationId xmlns:p14="http://schemas.microsoft.com/office/powerpoint/2010/main" val="754646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66C945-3D58-4AE3-B9BB-2A51F5E6FE31}" type="slidenum">
              <a:rPr lang="zh-CN" altLang="en-US" smtClean="0"/>
              <a:t>16</a:t>
            </a:fld>
            <a:endParaRPr lang="zh-CN" altLang="en-US"/>
          </a:p>
        </p:txBody>
      </p:sp>
    </p:spTree>
    <p:extLst>
      <p:ext uri="{BB962C8B-B14F-4D97-AF65-F5344CB8AC3E}">
        <p14:creationId xmlns:p14="http://schemas.microsoft.com/office/powerpoint/2010/main" val="3836778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655173C-0278-4F0E-AECF-02717991B573}" type="slidenum">
              <a:rPr lang="zh-CN" altLang="en-US" smtClean="0"/>
              <a:t>17</a:t>
            </a:fld>
            <a:endParaRPr lang="zh-CN" altLang="en-US"/>
          </a:p>
        </p:txBody>
      </p:sp>
    </p:spTree>
    <p:extLst>
      <p:ext uri="{BB962C8B-B14F-4D97-AF65-F5344CB8AC3E}">
        <p14:creationId xmlns:p14="http://schemas.microsoft.com/office/powerpoint/2010/main" val="975516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2FD488-BF9B-48F1-A450-DCB661B61B70}" type="slidenum">
              <a:rPr lang="zh-CN" altLang="en-US" smtClean="0"/>
              <a:t>18</a:t>
            </a:fld>
            <a:endParaRPr lang="zh-CN" altLang="en-US"/>
          </a:p>
        </p:txBody>
      </p:sp>
    </p:spTree>
    <p:extLst>
      <p:ext uri="{BB962C8B-B14F-4D97-AF65-F5344CB8AC3E}">
        <p14:creationId xmlns:p14="http://schemas.microsoft.com/office/powerpoint/2010/main" val="1042257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0C929C-7B25-408A-A66C-6FE92BEFEBF7}" type="slidenum">
              <a:rPr lang="zh-CN" altLang="en-US" smtClean="0"/>
              <a:t>19</a:t>
            </a:fld>
            <a:endParaRPr lang="zh-CN" altLang="en-US"/>
          </a:p>
        </p:txBody>
      </p:sp>
    </p:spTree>
    <p:extLst>
      <p:ext uri="{BB962C8B-B14F-4D97-AF65-F5344CB8AC3E}">
        <p14:creationId xmlns:p14="http://schemas.microsoft.com/office/powerpoint/2010/main" val="14653314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86806E-DBB4-4833-BB29-EBC8047659A5}" type="slidenum">
              <a:rPr lang="zh-CN" altLang="en-US" smtClean="0"/>
              <a:t>20</a:t>
            </a:fld>
            <a:endParaRPr lang="zh-CN" altLang="en-US"/>
          </a:p>
        </p:txBody>
      </p:sp>
    </p:spTree>
    <p:extLst>
      <p:ext uri="{BB962C8B-B14F-4D97-AF65-F5344CB8AC3E}">
        <p14:creationId xmlns:p14="http://schemas.microsoft.com/office/powerpoint/2010/main" val="29261289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0C929C-7B25-408A-A66C-6FE92BEFEBF7}" type="slidenum">
              <a:rPr lang="zh-CN" altLang="en-US" smtClean="0"/>
              <a:t>21</a:t>
            </a:fld>
            <a:endParaRPr lang="zh-CN" altLang="en-US"/>
          </a:p>
        </p:txBody>
      </p:sp>
    </p:spTree>
    <p:extLst>
      <p:ext uri="{BB962C8B-B14F-4D97-AF65-F5344CB8AC3E}">
        <p14:creationId xmlns:p14="http://schemas.microsoft.com/office/powerpoint/2010/main" val="1009773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D7BA12E-7FFF-4F46-9B4A-ECA91CF409FD}" type="slidenum">
              <a:rPr lang="zh-CN" altLang="en-US" smtClean="0"/>
              <a:t>22</a:t>
            </a:fld>
            <a:endParaRPr lang="zh-CN" altLang="en-US"/>
          </a:p>
        </p:txBody>
      </p:sp>
    </p:spTree>
    <p:extLst>
      <p:ext uri="{BB962C8B-B14F-4D97-AF65-F5344CB8AC3E}">
        <p14:creationId xmlns:p14="http://schemas.microsoft.com/office/powerpoint/2010/main" val="36481414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EB88549-9FEA-432C-BC7E-A003165BB603}" type="slidenum">
              <a:rPr lang="zh-CN" altLang="en-US" smtClean="0"/>
              <a:t>23</a:t>
            </a:fld>
            <a:endParaRPr lang="zh-CN" altLang="en-US"/>
          </a:p>
        </p:txBody>
      </p:sp>
    </p:spTree>
    <p:extLst>
      <p:ext uri="{BB962C8B-B14F-4D97-AF65-F5344CB8AC3E}">
        <p14:creationId xmlns:p14="http://schemas.microsoft.com/office/powerpoint/2010/main" val="896082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26B02EC-97C0-4E19-AA45-E904FCC1D11E}" type="slidenum">
              <a:rPr kumimoji="0" lang="en-GB"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89511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B2AFC93-5CDB-4003-BEE8-4E8E70554205}" type="slidenum">
              <a:rPr lang="zh-CN" altLang="en-US" smtClean="0"/>
              <a:t>25</a:t>
            </a:fld>
            <a:endParaRPr lang="zh-CN" altLang="en-US"/>
          </a:p>
        </p:txBody>
      </p:sp>
    </p:spTree>
    <p:extLst>
      <p:ext uri="{BB962C8B-B14F-4D97-AF65-F5344CB8AC3E}">
        <p14:creationId xmlns:p14="http://schemas.microsoft.com/office/powerpoint/2010/main" val="8691665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86806E-DBB4-4833-BB29-EBC8047659A5}" type="slidenum">
              <a:rPr lang="zh-CN" altLang="en-US" smtClean="0"/>
              <a:t>26</a:t>
            </a:fld>
            <a:endParaRPr lang="zh-CN" altLang="en-US"/>
          </a:p>
        </p:txBody>
      </p:sp>
    </p:spTree>
    <p:extLst>
      <p:ext uri="{BB962C8B-B14F-4D97-AF65-F5344CB8AC3E}">
        <p14:creationId xmlns:p14="http://schemas.microsoft.com/office/powerpoint/2010/main" val="159906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27</a:t>
            </a:fld>
            <a:endParaRPr lang="zh-CN" altLang="en-US"/>
          </a:p>
        </p:txBody>
      </p:sp>
    </p:spTree>
    <p:extLst>
      <p:ext uri="{BB962C8B-B14F-4D97-AF65-F5344CB8AC3E}">
        <p14:creationId xmlns:p14="http://schemas.microsoft.com/office/powerpoint/2010/main" val="3661391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83963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xmlns="" id="{C0A28E1E-2D66-4CF5-85AA-BC0AEB51440E}"/>
              </a:ext>
            </a:extLst>
          </p:cNvPr>
          <p:cNvSpPr>
            <a:spLocks noGrp="1"/>
          </p:cNvSpPr>
          <p:nvPr>
            <p:ph type="pic" sz="quarter" idx="10"/>
          </p:nvPr>
        </p:nvSpPr>
        <p:spPr>
          <a:xfrm>
            <a:off x="4608376" y="0"/>
            <a:ext cx="7583624" cy="6858000"/>
          </a:xfrm>
          <a:custGeom>
            <a:avLst/>
            <a:gdLst>
              <a:gd name="connsiteX0" fmla="*/ 3031665 w 7583624"/>
              <a:gd name="connsiteY0" fmla="*/ 0 h 6858000"/>
              <a:gd name="connsiteX1" fmla="*/ 4007877 w 7583624"/>
              <a:gd name="connsiteY1" fmla="*/ 0 h 6858000"/>
              <a:gd name="connsiteX2" fmla="*/ 4061167 w 7583624"/>
              <a:gd name="connsiteY2" fmla="*/ 0 h 6858000"/>
              <a:gd name="connsiteX3" fmla="*/ 4196560 w 7583624"/>
              <a:gd name="connsiteY3" fmla="*/ 0 h 6858000"/>
              <a:gd name="connsiteX4" fmla="*/ 5037380 w 7583624"/>
              <a:gd name="connsiteY4" fmla="*/ 0 h 6858000"/>
              <a:gd name="connsiteX5" fmla="*/ 5165264 w 7583624"/>
              <a:gd name="connsiteY5" fmla="*/ 0 h 6858000"/>
              <a:gd name="connsiteX6" fmla="*/ 5172772 w 7583624"/>
              <a:gd name="connsiteY6" fmla="*/ 0 h 6858000"/>
              <a:gd name="connsiteX7" fmla="*/ 5226062 w 7583624"/>
              <a:gd name="connsiteY7" fmla="*/ 0 h 6858000"/>
              <a:gd name="connsiteX8" fmla="*/ 6141477 w 7583624"/>
              <a:gd name="connsiteY8" fmla="*/ 0 h 6858000"/>
              <a:gd name="connsiteX9" fmla="*/ 6194767 w 7583624"/>
              <a:gd name="connsiteY9" fmla="*/ 0 h 6858000"/>
              <a:gd name="connsiteX10" fmla="*/ 6202275 w 7583624"/>
              <a:gd name="connsiteY10" fmla="*/ 0 h 6858000"/>
              <a:gd name="connsiteX11" fmla="*/ 6330160 w 7583624"/>
              <a:gd name="connsiteY11" fmla="*/ 0 h 6858000"/>
              <a:gd name="connsiteX12" fmla="*/ 7170980 w 7583624"/>
              <a:gd name="connsiteY12" fmla="*/ 0 h 6858000"/>
              <a:gd name="connsiteX13" fmla="*/ 7306372 w 7583624"/>
              <a:gd name="connsiteY13" fmla="*/ 0 h 6858000"/>
              <a:gd name="connsiteX14" fmla="*/ 7359662 w 7583624"/>
              <a:gd name="connsiteY14" fmla="*/ 0 h 6858000"/>
              <a:gd name="connsiteX15" fmla="*/ 7583624 w 7583624"/>
              <a:gd name="connsiteY15" fmla="*/ 0 h 6858000"/>
              <a:gd name="connsiteX16" fmla="*/ 7583624 w 7583624"/>
              <a:gd name="connsiteY16" fmla="*/ 1701685 h 6858000"/>
              <a:gd name="connsiteX17" fmla="*/ 5304211 w 7583624"/>
              <a:gd name="connsiteY17" fmla="*/ 6858000 h 6858000"/>
              <a:gd name="connsiteX18" fmla="*/ 0 w 7583624"/>
              <a:gd name="connsiteY1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83624" h="6858000">
                <a:moveTo>
                  <a:pt x="3031665" y="0"/>
                </a:moveTo>
                <a:lnTo>
                  <a:pt x="4007877" y="0"/>
                </a:lnTo>
                <a:lnTo>
                  <a:pt x="4061167" y="0"/>
                </a:lnTo>
                <a:lnTo>
                  <a:pt x="4196560" y="0"/>
                </a:lnTo>
                <a:lnTo>
                  <a:pt x="5037380" y="0"/>
                </a:lnTo>
                <a:lnTo>
                  <a:pt x="5165264" y="0"/>
                </a:lnTo>
                <a:lnTo>
                  <a:pt x="5172772" y="0"/>
                </a:lnTo>
                <a:lnTo>
                  <a:pt x="5226062" y="0"/>
                </a:lnTo>
                <a:lnTo>
                  <a:pt x="6141477" y="0"/>
                </a:lnTo>
                <a:lnTo>
                  <a:pt x="6194767" y="0"/>
                </a:lnTo>
                <a:lnTo>
                  <a:pt x="6202275" y="0"/>
                </a:lnTo>
                <a:lnTo>
                  <a:pt x="6330160" y="0"/>
                </a:lnTo>
                <a:lnTo>
                  <a:pt x="7170980" y="0"/>
                </a:lnTo>
                <a:lnTo>
                  <a:pt x="7306372" y="0"/>
                </a:lnTo>
                <a:lnTo>
                  <a:pt x="7359662" y="0"/>
                </a:lnTo>
                <a:lnTo>
                  <a:pt x="7583624" y="0"/>
                </a:lnTo>
                <a:lnTo>
                  <a:pt x="7583624" y="1701685"/>
                </a:lnTo>
                <a:lnTo>
                  <a:pt x="5304211" y="6858000"/>
                </a:lnTo>
                <a:lnTo>
                  <a:pt x="0" y="6858000"/>
                </a:lnTo>
                <a:close/>
              </a:path>
            </a:pathLst>
          </a:custGeom>
          <a:pattFill prst="pct5">
            <a:fgClr>
              <a:schemeClr val="accent1"/>
            </a:fgClr>
            <a:bgClr>
              <a:schemeClr val="bg1"/>
            </a:bgClr>
          </a:pattFill>
        </p:spPr>
        <p:txBody>
          <a:bodyPr wrap="square">
            <a:noAutofit/>
          </a:bodyPr>
          <a:lstStyle/>
          <a:p>
            <a:endParaRPr lang="zh-CN" altLang="en-US"/>
          </a:p>
        </p:txBody>
      </p:sp>
    </p:spTree>
    <p:extLst>
      <p:ext uri="{BB962C8B-B14F-4D97-AF65-F5344CB8AC3E}">
        <p14:creationId xmlns:p14="http://schemas.microsoft.com/office/powerpoint/2010/main" val="200549057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Our Problems">
    <p:spTree>
      <p:nvGrpSpPr>
        <p:cNvPr id="1" name=""/>
        <p:cNvGrpSpPr/>
        <p:nvPr/>
      </p:nvGrpSpPr>
      <p:grpSpPr>
        <a:xfrm>
          <a:off x="0" y="0"/>
          <a:ext cx="0" cy="0"/>
          <a:chOff x="0" y="0"/>
          <a:chExt cx="0" cy="0"/>
        </a:xfrm>
      </p:grpSpPr>
      <p:sp>
        <p:nvSpPr>
          <p:cNvPr id="393" name="Shape 393"/>
          <p:cNvSpPr>
            <a:spLocks noGrp="1"/>
          </p:cNvSpPr>
          <p:nvPr>
            <p:ph type="pic" idx="13"/>
          </p:nvPr>
        </p:nvSpPr>
        <p:spPr>
          <a:xfrm>
            <a:off x="5056741" y="825831"/>
            <a:ext cx="7150143" cy="6054179"/>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15"/>
              <a:gd name="connsiteX1" fmla="*/ 2000 w 10000"/>
              <a:gd name="connsiteY1" fmla="*/ 0 h 10015"/>
              <a:gd name="connsiteX2" fmla="*/ 10000 w 10000"/>
              <a:gd name="connsiteY2" fmla="*/ 0 h 10015"/>
              <a:gd name="connsiteX3" fmla="*/ 9968 w 10000"/>
              <a:gd name="connsiteY3" fmla="*/ 10015 h 10015"/>
              <a:gd name="connsiteX4" fmla="*/ 0 w 10000"/>
              <a:gd name="connsiteY4" fmla="*/ 10000 h 10015"/>
              <a:gd name="connsiteX0" fmla="*/ 0 w 10000"/>
              <a:gd name="connsiteY0" fmla="*/ 10000 h 10015"/>
              <a:gd name="connsiteX1" fmla="*/ 9962 w 10000"/>
              <a:gd name="connsiteY1" fmla="*/ 0 h 10015"/>
              <a:gd name="connsiteX2" fmla="*/ 10000 w 10000"/>
              <a:gd name="connsiteY2" fmla="*/ 0 h 10015"/>
              <a:gd name="connsiteX3" fmla="*/ 9968 w 10000"/>
              <a:gd name="connsiteY3" fmla="*/ 10015 h 10015"/>
              <a:gd name="connsiteX4" fmla="*/ 0 w 10000"/>
              <a:gd name="connsiteY4" fmla="*/ 10000 h 10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15">
                <a:moveTo>
                  <a:pt x="0" y="10000"/>
                </a:moveTo>
                <a:lnTo>
                  <a:pt x="9962" y="0"/>
                </a:lnTo>
                <a:lnTo>
                  <a:pt x="10000" y="0"/>
                </a:lnTo>
                <a:cubicBezTo>
                  <a:pt x="9989" y="3338"/>
                  <a:pt x="9979" y="6677"/>
                  <a:pt x="9968" y="10015"/>
                </a:cubicBezTo>
                <a:lnTo>
                  <a:pt x="0" y="10000"/>
                </a:lnTo>
                <a:close/>
              </a:path>
            </a:pathLst>
          </a:custGeom>
          <a:ln w="12700">
            <a:miter lim="400000"/>
          </a:ln>
          <a:extLst>
            <a:ext uri="{C572A759-6A51-4108-AA02-DFA0A04FC94B}">
              <ma14:wrappingTextBoxFlag xmlns:ma14="http://schemas.microsoft.com/office/mac/drawingml/2011/main" xmlns:mc="http://schemas.openxmlformats.org/markup-compatibility/2006" xmlns:p14="http://schemas.microsoft.com/office/powerpoint/2010/main" xmlns="" val="1"/>
            </a:ext>
          </a:extLst>
        </p:spPr>
        <p:txBody>
          <a:bodyPr lIns="91439" tIns="45719" rIns="91439" bIns="45719" anchor="t">
            <a:noAutofit/>
          </a:bodyPr>
          <a:lstStyle>
            <a:lvl1pPr>
              <a:defRPr sz="1333"/>
            </a:lvl1pPr>
          </a:lstStyle>
          <a:p>
            <a:endParaRPr dirty="0"/>
          </a:p>
        </p:txBody>
      </p:sp>
    </p:spTree>
    <p:extLst>
      <p:ext uri="{BB962C8B-B14F-4D97-AF65-F5344CB8AC3E}">
        <p14:creationId xmlns:p14="http://schemas.microsoft.com/office/powerpoint/2010/main" val="274393444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wipe(down)">
                                      <p:cBhvr>
                                        <p:cTn id="7" dur="500"/>
                                        <p:tgtEl>
                                          <p:spTgt spid="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layout 001">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xmlns="" id="{4BCB5A2E-4CF2-4CAA-819E-FDF6F5BEF92D}"/>
              </a:ext>
            </a:extLst>
          </p:cNvPr>
          <p:cNvSpPr>
            <a:spLocks noGrp="1"/>
          </p:cNvSpPr>
          <p:nvPr>
            <p:ph type="pic" sz="quarter" idx="10"/>
          </p:nvPr>
        </p:nvSpPr>
        <p:spPr>
          <a:xfrm>
            <a:off x="6858116" y="2048647"/>
            <a:ext cx="2908736" cy="1930400"/>
          </a:xfrm>
          <a:custGeom>
            <a:avLst/>
            <a:gdLst>
              <a:gd name="connsiteX0" fmla="*/ 0 w 2908736"/>
              <a:gd name="connsiteY0" fmla="*/ 0 h 1930400"/>
              <a:gd name="connsiteX1" fmla="*/ 2908736 w 2908736"/>
              <a:gd name="connsiteY1" fmla="*/ 0 h 1930400"/>
              <a:gd name="connsiteX2" fmla="*/ 2908736 w 2908736"/>
              <a:gd name="connsiteY2" fmla="*/ 1930400 h 1930400"/>
              <a:gd name="connsiteX3" fmla="*/ 0 w 2908736"/>
              <a:gd name="connsiteY3" fmla="*/ 1930400 h 1930400"/>
            </a:gdLst>
            <a:ahLst/>
            <a:cxnLst>
              <a:cxn ang="0">
                <a:pos x="connsiteX0" y="connsiteY0"/>
              </a:cxn>
              <a:cxn ang="0">
                <a:pos x="connsiteX1" y="connsiteY1"/>
              </a:cxn>
              <a:cxn ang="0">
                <a:pos x="connsiteX2" y="connsiteY2"/>
              </a:cxn>
              <a:cxn ang="0">
                <a:pos x="connsiteX3" y="connsiteY3"/>
              </a:cxn>
            </a:cxnLst>
            <a:rect l="l" t="t" r="r" b="b"/>
            <a:pathLst>
              <a:path w="2908736" h="1930400">
                <a:moveTo>
                  <a:pt x="0" y="0"/>
                </a:moveTo>
                <a:lnTo>
                  <a:pt x="2908736" y="0"/>
                </a:lnTo>
                <a:lnTo>
                  <a:pt x="2908736" y="1930400"/>
                </a:lnTo>
                <a:lnTo>
                  <a:pt x="0" y="1930400"/>
                </a:lnTo>
                <a:close/>
              </a:path>
            </a:pathLst>
          </a:custGeom>
          <a:pattFill prst="pct5">
            <a:fgClr>
              <a:schemeClr val="accent1"/>
            </a:fgClr>
            <a:bgClr>
              <a:schemeClr val="bg1"/>
            </a:bgClr>
          </a:pattFill>
        </p:spPr>
        <p:txBody>
          <a:bodyPr wrap="square">
            <a:noAutofit/>
          </a:bodyPr>
          <a:lstStyle/>
          <a:p>
            <a:endParaRPr lang="zh-CN" altLang="en-US"/>
          </a:p>
        </p:txBody>
      </p:sp>
    </p:spTree>
    <p:extLst>
      <p:ext uri="{BB962C8B-B14F-4D97-AF65-F5344CB8AC3E}">
        <p14:creationId xmlns:p14="http://schemas.microsoft.com/office/powerpoint/2010/main" val="421039328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23046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2021/4/30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hemeOverride" Target="../theme/themeOverride1.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3.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4.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6.png"/><Relationship Id="rId2" Type="http://schemas.openxmlformats.org/officeDocument/2006/relationships/tags" Target="../tags/tag3.xml"/><Relationship Id="rId1" Type="http://schemas.openxmlformats.org/officeDocument/2006/relationships/themeOverride" Target="../theme/themeOverride5.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6.png"/><Relationship Id="rId3" Type="http://schemas.openxmlformats.org/officeDocument/2006/relationships/tags" Target="../tags/tag6.xml"/><Relationship Id="rId7" Type="http://schemas.openxmlformats.org/officeDocument/2006/relationships/image" Target="../media/image12.jpg"/><Relationship Id="rId12" Type="http://schemas.openxmlformats.org/officeDocument/2006/relationships/image" Target="../media/image17.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13.xml"/><Relationship Id="rId11" Type="http://schemas.openxmlformats.org/officeDocument/2006/relationships/image" Target="../media/image16.png"/><Relationship Id="rId5" Type="http://schemas.openxmlformats.org/officeDocument/2006/relationships/slideLayout" Target="../slideLayouts/slideLayout7.xml"/><Relationship Id="rId10" Type="http://schemas.openxmlformats.org/officeDocument/2006/relationships/image" Target="../media/image15.png"/><Relationship Id="rId4" Type="http://schemas.openxmlformats.org/officeDocument/2006/relationships/tags" Target="../tags/tag7.xml"/><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hemeOverride" Target="../theme/themeOverride6.xml"/><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hemeOverride" Target="../theme/themeOverride7.xml"/><Relationship Id="rId4" Type="http://schemas.openxmlformats.org/officeDocument/2006/relationships/image" Target="../media/image4.jpg"/></Relationships>
</file>

<file path=ppt/slides/_rels/slide21.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3.jp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hemeOverride" Target="../theme/themeOverride8.xml"/><Relationship Id="rId6" Type="http://schemas.openxmlformats.org/officeDocument/2006/relationships/image" Target="../media/image2.png"/><Relationship Id="rId5" Type="http://schemas.openxmlformats.org/officeDocument/2006/relationships/image" Target="../media/image5.jp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t="-6000" b="-6000"/>
          </a:stretch>
        </a:blipFill>
        <a:effectLst/>
      </p:bgPr>
    </p:bg>
    <p:spTree>
      <p:nvGrpSpPr>
        <p:cNvPr id="1" name=""/>
        <p:cNvGrpSpPr/>
        <p:nvPr/>
      </p:nvGrpSpPr>
      <p:grpSpPr>
        <a:xfrm>
          <a:off x="0" y="0"/>
          <a:ext cx="0" cy="0"/>
          <a:chOff x="0" y="0"/>
          <a:chExt cx="0" cy="0"/>
        </a:xfrm>
      </p:grpSpPr>
      <p:sp>
        <p:nvSpPr>
          <p:cNvPr id="132" name="矩形 131">
            <a:extLst>
              <a:ext uri="{FF2B5EF4-FFF2-40B4-BE49-F238E27FC236}">
                <a16:creationId xmlns:a16="http://schemas.microsoft.com/office/drawing/2014/main" xmlns="" id="{FC684996-33A8-459B-8744-ACF41F5EBE0C}"/>
              </a:ext>
            </a:extLst>
          </p:cNvPr>
          <p:cNvSpPr/>
          <p:nvPr/>
        </p:nvSpPr>
        <p:spPr>
          <a:xfrm>
            <a:off x="0" y="0"/>
            <a:ext cx="12192000" cy="6858000"/>
          </a:xfrm>
          <a:prstGeom prst="rect">
            <a:avLst/>
          </a:prstGeom>
          <a:gradFill flip="none" rotWithShape="1">
            <a:gsLst>
              <a:gs pos="30000">
                <a:schemeClr val="bg1"/>
              </a:gs>
              <a:gs pos="93000">
                <a:schemeClr val="bg1">
                  <a:alpha val="1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33" name="矩形: 圆角 132">
            <a:extLst>
              <a:ext uri="{FF2B5EF4-FFF2-40B4-BE49-F238E27FC236}">
                <a16:creationId xmlns:a16="http://schemas.microsoft.com/office/drawing/2014/main" xmlns="" id="{8E85C123-4BF7-4F20-B738-65133A1BAD3F}"/>
              </a:ext>
            </a:extLst>
          </p:cNvPr>
          <p:cNvSpPr/>
          <p:nvPr/>
        </p:nvSpPr>
        <p:spPr>
          <a:xfrm>
            <a:off x="4527332" y="611688"/>
            <a:ext cx="10529997" cy="57870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框 142">
            <a:extLst>
              <a:ext uri="{FF2B5EF4-FFF2-40B4-BE49-F238E27FC236}">
                <a16:creationId xmlns:a16="http://schemas.microsoft.com/office/drawing/2014/main" xmlns="" id="{BBEBD6BA-6F07-4E68-8F80-F0BE26DBC269}"/>
              </a:ext>
            </a:extLst>
          </p:cNvPr>
          <p:cNvSpPr txBox="1"/>
          <p:nvPr/>
        </p:nvSpPr>
        <p:spPr>
          <a:xfrm>
            <a:off x="624391" y="3294595"/>
            <a:ext cx="3829075" cy="646331"/>
          </a:xfrm>
          <a:prstGeom prst="rect">
            <a:avLst/>
          </a:prstGeom>
          <a:noFill/>
        </p:spPr>
        <p:txBody>
          <a:bodyPr wrap="square" rtlCol="0">
            <a:spAutoFit/>
          </a:bodyPr>
          <a:lstStyle/>
          <a:p>
            <a:pPr algn="r"/>
            <a:r>
              <a:rPr lang="zh-CN" altLang="en-US" sz="3600" dirty="0">
                <a:solidFill>
                  <a:srgbClr val="3F3F3F"/>
                </a:solidFill>
                <a:latin typeface="思源黑体 CN Bold" panose="020B0800000000000000" pitchFamily="34" charset="-122"/>
                <a:ea typeface="思源黑体 CN Bold" panose="020B0800000000000000" pitchFamily="34" charset="-122"/>
                <a:sym typeface="思源黑体 CN Medium" panose="020B0600000000000000" pitchFamily="34" charset="-122"/>
              </a:rPr>
              <a:t>电子科技</a:t>
            </a:r>
            <a:r>
              <a:rPr lang="zh-CN" altLang="en-US" sz="3600" dirty="0" smtClean="0">
                <a:solidFill>
                  <a:srgbClr val="3F3F3F"/>
                </a:solidFill>
                <a:latin typeface="思源黑体 CN Bold" panose="020B0800000000000000" pitchFamily="34" charset="-122"/>
                <a:ea typeface="思源黑体 CN Bold" panose="020B0800000000000000" pitchFamily="34" charset="-122"/>
                <a:sym typeface="思源黑体 CN Medium" panose="020B0600000000000000" pitchFamily="34" charset="-122"/>
              </a:rPr>
              <a:t>大学</a:t>
            </a:r>
            <a:r>
              <a:rPr lang="en-US" altLang="zh-CN" sz="3600" dirty="0" smtClean="0">
                <a:solidFill>
                  <a:srgbClr val="3F3F3F"/>
                </a:solidFill>
                <a:latin typeface="思源黑体 CN Bold" panose="020B0800000000000000" pitchFamily="34" charset="-122"/>
                <a:ea typeface="思源黑体 CN Bold" panose="020B0800000000000000" pitchFamily="34" charset="-122"/>
                <a:sym typeface="思源黑体 CN Medium" panose="020B0600000000000000" pitchFamily="34" charset="-122"/>
              </a:rPr>
              <a:t>PPT</a:t>
            </a:r>
            <a:endParaRPr lang="zh-CN" altLang="en-US" sz="3600" dirty="0">
              <a:solidFill>
                <a:srgbClr val="3F3F3F"/>
              </a:solidFill>
              <a:latin typeface="思源黑体 CN Bold" panose="020B0800000000000000" pitchFamily="34" charset="-122"/>
              <a:ea typeface="思源黑体 CN Bold" panose="020B0800000000000000" pitchFamily="34" charset="-122"/>
              <a:sym typeface="思源黑体 CN Medium" panose="020B0600000000000000" pitchFamily="34" charset="-122"/>
            </a:endParaRPr>
          </a:p>
        </p:txBody>
      </p:sp>
      <p:sp>
        <p:nvSpPr>
          <p:cNvPr id="144" name="文本框 143">
            <a:extLst>
              <a:ext uri="{FF2B5EF4-FFF2-40B4-BE49-F238E27FC236}">
                <a16:creationId xmlns:a16="http://schemas.microsoft.com/office/drawing/2014/main" xmlns="" id="{B2211DCA-8D3C-4638-B50B-C970B55F5072}"/>
              </a:ext>
            </a:extLst>
          </p:cNvPr>
          <p:cNvSpPr txBox="1"/>
          <p:nvPr/>
        </p:nvSpPr>
        <p:spPr>
          <a:xfrm>
            <a:off x="704805" y="3995084"/>
            <a:ext cx="3668246" cy="646331"/>
          </a:xfrm>
          <a:prstGeom prst="rect">
            <a:avLst/>
          </a:prstGeom>
          <a:noFill/>
        </p:spPr>
        <p:txBody>
          <a:bodyPr wrap="square" rtlCol="0">
            <a:spAutoFit/>
          </a:bodyPr>
          <a:lstStyle/>
          <a:p>
            <a:pPr algn="dist">
              <a:lnSpc>
                <a:spcPct val="150000"/>
              </a:lnSpc>
            </a:pPr>
            <a:r>
              <a:rPr lang="en-US" altLang="zh-CN" sz="1200" dirty="0" smtClean="0"/>
              <a:t>UNIVERSITY OF ELECTRONIC SCIENCE AND TECHNOLOGY OF CHINA</a:t>
            </a:r>
            <a:endParaRPr lang="en-US" altLang="zh-CN" sz="1200" dirty="0">
              <a:solidFill>
                <a:srgbClr val="3F3F3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45" name="组合 144">
            <a:extLst>
              <a:ext uri="{FF2B5EF4-FFF2-40B4-BE49-F238E27FC236}">
                <a16:creationId xmlns:a16="http://schemas.microsoft.com/office/drawing/2014/main" xmlns="" id="{F8924A03-F32A-47D7-B6F6-C1D10FDBAE54}"/>
              </a:ext>
            </a:extLst>
          </p:cNvPr>
          <p:cNvGrpSpPr/>
          <p:nvPr/>
        </p:nvGrpSpPr>
        <p:grpSpPr>
          <a:xfrm>
            <a:off x="796705" y="4993286"/>
            <a:ext cx="1933541" cy="413260"/>
            <a:chOff x="658813" y="5629835"/>
            <a:chExt cx="1332001" cy="413260"/>
          </a:xfrm>
        </p:grpSpPr>
        <p:sp>
          <p:nvSpPr>
            <p:cNvPr id="146" name="矩形 145">
              <a:extLst>
                <a:ext uri="{FF2B5EF4-FFF2-40B4-BE49-F238E27FC236}">
                  <a16:creationId xmlns:a16="http://schemas.microsoft.com/office/drawing/2014/main" xmlns="" id="{A6A3CF06-B315-452F-B925-56E3CE873B2B}"/>
                </a:ext>
              </a:extLst>
            </p:cNvPr>
            <p:cNvSpPr/>
            <p:nvPr/>
          </p:nvSpPr>
          <p:spPr>
            <a:xfrm>
              <a:off x="658813" y="5629835"/>
              <a:ext cx="1332000" cy="396000"/>
            </a:xfrm>
            <a:prstGeom prst="rect">
              <a:avLst/>
            </a:prstGeom>
            <a:solidFill>
              <a:srgbClr val="609A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7" name="文本框 146">
              <a:extLst>
                <a:ext uri="{FF2B5EF4-FFF2-40B4-BE49-F238E27FC236}">
                  <a16:creationId xmlns:a16="http://schemas.microsoft.com/office/drawing/2014/main" xmlns="" id="{EFB4DACA-9BD3-422C-82BA-34534034CEA2}"/>
                </a:ext>
              </a:extLst>
            </p:cNvPr>
            <p:cNvSpPr txBox="1"/>
            <p:nvPr/>
          </p:nvSpPr>
          <p:spPr>
            <a:xfrm>
              <a:off x="658814" y="5642985"/>
              <a:ext cx="1332000" cy="400110"/>
            </a:xfrm>
            <a:prstGeom prst="rect">
              <a:avLst/>
            </a:prstGeom>
            <a:solidFill>
              <a:srgbClr val="164C8C"/>
            </a:solidFill>
          </p:spPr>
          <p:txBody>
            <a:bodyPr wrap="square" rtlCol="0">
              <a:spAutoFit/>
            </a:bodyPr>
            <a:lstStyle/>
            <a:p>
              <a:pPr algn="r"/>
              <a:r>
                <a:rPr lang="zh-CN" altLang="en-US" sz="2000" spc="200" dirty="0" smtClean="0">
                  <a:solidFill>
                    <a:schemeClr val="bg1"/>
                  </a:solidFill>
                  <a:latin typeface="思源黑体 CN Heavy" panose="020B0A00000000000000" pitchFamily="34" charset="-122"/>
                  <a:ea typeface="思源黑体 CN Heavy" panose="020B0A00000000000000" pitchFamily="34" charset="-122"/>
                  <a:sym typeface="思源黑体 CN Medium" panose="020B0600000000000000" pitchFamily="34" charset="-122"/>
                </a:rPr>
                <a:t>汇报人：青课</a:t>
              </a:r>
              <a:endParaRPr lang="zh-CN" altLang="en-US" sz="2000" spc="200" dirty="0">
                <a:solidFill>
                  <a:schemeClr val="bg1"/>
                </a:solidFill>
                <a:latin typeface="思源黑体 CN Heavy" panose="020B0A00000000000000" pitchFamily="34" charset="-122"/>
                <a:ea typeface="思源黑体 CN Heavy" panose="020B0A00000000000000" pitchFamily="34" charset="-122"/>
                <a:sym typeface="思源黑体 CN Medium" panose="020B0600000000000000" pitchFamily="34" charset="-122"/>
              </a:endParaRPr>
            </a:p>
          </p:txBody>
        </p:sp>
      </p:grpSp>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04002" y="1140383"/>
            <a:ext cx="1669852" cy="1661666"/>
          </a:xfrm>
          <a:prstGeom prst="rect">
            <a:avLst/>
          </a:prstGeom>
        </p:spPr>
      </p:pic>
    </p:spTree>
    <p:custDataLst>
      <p:tags r:id="rId2"/>
    </p:custDataLst>
    <p:extLst>
      <p:ext uri="{BB962C8B-B14F-4D97-AF65-F5344CB8AC3E}">
        <p14:creationId xmlns:p14="http://schemas.microsoft.com/office/powerpoint/2010/main" val="209535666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1000"/>
                                        <p:tgtEl>
                                          <p:spTgt spid="143"/>
                                        </p:tgtEl>
                                      </p:cBhvr>
                                    </p:animEffect>
                                    <p:anim calcmode="lin" valueType="num">
                                      <p:cBhvr>
                                        <p:cTn id="8" dur="1000" fill="hold"/>
                                        <p:tgtEl>
                                          <p:spTgt spid="143"/>
                                        </p:tgtEl>
                                        <p:attrNameLst>
                                          <p:attrName>ppt_x</p:attrName>
                                        </p:attrNameLst>
                                      </p:cBhvr>
                                      <p:tavLst>
                                        <p:tav tm="0">
                                          <p:val>
                                            <p:strVal val="#ppt_x"/>
                                          </p:val>
                                        </p:tav>
                                        <p:tav tm="100000">
                                          <p:val>
                                            <p:strVal val="#ppt_x"/>
                                          </p:val>
                                        </p:tav>
                                      </p:tavLst>
                                    </p:anim>
                                    <p:anim calcmode="lin" valueType="num">
                                      <p:cBhvr>
                                        <p:cTn id="9" dur="1000" fill="hold"/>
                                        <p:tgtEl>
                                          <p:spTgt spid="14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44"/>
                                        </p:tgtEl>
                                        <p:attrNameLst>
                                          <p:attrName>style.visibility</p:attrName>
                                        </p:attrNameLst>
                                      </p:cBhvr>
                                      <p:to>
                                        <p:strVal val="visible"/>
                                      </p:to>
                                    </p:set>
                                    <p:animEffect transition="in" filter="wipe(left)">
                                      <p:cBhvr>
                                        <p:cTn id="13" dur="500"/>
                                        <p:tgtEl>
                                          <p:spTgt spid="144"/>
                                        </p:tgtEl>
                                      </p:cBhvr>
                                    </p:animEffect>
                                  </p:childTnLst>
                                </p:cTn>
                              </p:par>
                            </p:childTnLst>
                          </p:cTn>
                        </p:par>
                        <p:par>
                          <p:cTn id="14" fill="hold">
                            <p:stCondLst>
                              <p:cond delay="1500"/>
                            </p:stCondLst>
                            <p:childTnLst>
                              <p:par>
                                <p:cTn id="15" presetID="16" presetClass="entr" presetSubtype="21" fill="hold" nodeType="afterEffect">
                                  <p:stCondLst>
                                    <p:cond delay="0"/>
                                  </p:stCondLst>
                                  <p:childTnLst>
                                    <p:set>
                                      <p:cBhvr>
                                        <p:cTn id="16" dur="1" fill="hold">
                                          <p:stCondLst>
                                            <p:cond delay="0"/>
                                          </p:stCondLst>
                                        </p:cTn>
                                        <p:tgtEl>
                                          <p:spTgt spid="145"/>
                                        </p:tgtEl>
                                        <p:attrNameLst>
                                          <p:attrName>style.visibility</p:attrName>
                                        </p:attrNameLst>
                                      </p:cBhvr>
                                      <p:to>
                                        <p:strVal val="visible"/>
                                      </p:to>
                                    </p:set>
                                    <p:animEffect transition="in" filter="barn(inVertical)">
                                      <p:cBhvr>
                                        <p:cTn id="17"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p:bldP spid="14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t="-9000" b="-9000"/>
          </a:stretch>
        </a:blip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BEAD66D4-8949-44B9-9B82-050743741A73}"/>
              </a:ext>
            </a:extLst>
          </p:cNvPr>
          <p:cNvSpPr/>
          <p:nvPr/>
        </p:nvSpPr>
        <p:spPr>
          <a:xfrm flipV="1">
            <a:off x="0" y="863600"/>
            <a:ext cx="12192000" cy="6858000"/>
          </a:xfrm>
          <a:prstGeom prst="rect">
            <a:avLst/>
          </a:prstGeom>
          <a:gradFill flip="none" rotWithShape="1">
            <a:gsLst>
              <a:gs pos="36709">
                <a:schemeClr val="bg1"/>
              </a:gs>
              <a:gs pos="55000">
                <a:schemeClr val="bg1">
                  <a:alpha val="94000"/>
                </a:schemeClr>
              </a:gs>
              <a:gs pos="93000">
                <a:schemeClr val="bg1">
                  <a:alpha val="18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5" name="矩形: 圆角 4">
            <a:extLst>
              <a:ext uri="{FF2B5EF4-FFF2-40B4-BE49-F238E27FC236}">
                <a16:creationId xmlns:a16="http://schemas.microsoft.com/office/drawing/2014/main" xmlns="" id="{D0A06925-C05A-476F-B1BE-6C9A34ED9FA7}"/>
              </a:ext>
            </a:extLst>
          </p:cNvPr>
          <p:cNvSpPr/>
          <p:nvPr/>
        </p:nvSpPr>
        <p:spPr>
          <a:xfrm rot="16200000">
            <a:off x="1947021" y="-101523"/>
            <a:ext cx="8297960" cy="4217097"/>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a:extLst>
              <a:ext uri="{FF2B5EF4-FFF2-40B4-BE49-F238E27FC236}">
                <a16:creationId xmlns:a16="http://schemas.microsoft.com/office/drawing/2014/main" xmlns="" id="{5B9BCCE7-14A2-480C-93AE-B578D96816D9}"/>
              </a:ext>
            </a:extLst>
          </p:cNvPr>
          <p:cNvGrpSpPr/>
          <p:nvPr/>
        </p:nvGrpSpPr>
        <p:grpSpPr>
          <a:xfrm>
            <a:off x="829836" y="2539453"/>
            <a:ext cx="1024740" cy="3437195"/>
            <a:chOff x="2866098" y="3099577"/>
            <a:chExt cx="656555" cy="2202224"/>
          </a:xfrm>
        </p:grpSpPr>
        <p:grpSp>
          <p:nvGrpSpPr>
            <p:cNvPr id="22" name="组合 21">
              <a:extLst>
                <a:ext uri="{FF2B5EF4-FFF2-40B4-BE49-F238E27FC236}">
                  <a16:creationId xmlns:a16="http://schemas.microsoft.com/office/drawing/2014/main" xmlns="" id="{00DD465D-6CE5-4BC0-9D2E-D8E63928C781}"/>
                </a:ext>
              </a:extLst>
            </p:cNvPr>
            <p:cNvGrpSpPr/>
            <p:nvPr/>
          </p:nvGrpSpPr>
          <p:grpSpPr>
            <a:xfrm>
              <a:off x="2866098" y="3519976"/>
              <a:ext cx="656555" cy="1686026"/>
              <a:chOff x="5447391" y="1823863"/>
              <a:chExt cx="656555" cy="2736518"/>
            </a:xfrm>
          </p:grpSpPr>
          <p:sp>
            <p:nvSpPr>
              <p:cNvPr id="25" name="文本框 24">
                <a:extLst>
                  <a:ext uri="{FF2B5EF4-FFF2-40B4-BE49-F238E27FC236}">
                    <a16:creationId xmlns:a16="http://schemas.microsoft.com/office/drawing/2014/main" xmlns="" id="{A826502F-142D-4F2F-8384-D942C2EE6EF5}"/>
                  </a:ext>
                </a:extLst>
              </p:cNvPr>
              <p:cNvSpPr txBox="1"/>
              <p:nvPr/>
            </p:nvSpPr>
            <p:spPr>
              <a:xfrm>
                <a:off x="5447391" y="1823863"/>
                <a:ext cx="473265" cy="2736518"/>
              </a:xfrm>
              <a:prstGeom prst="rect">
                <a:avLst/>
              </a:prstGeom>
              <a:noFill/>
              <a:effectLst/>
            </p:spPr>
            <p:txBody>
              <a:bodyPr vert="eaVert" wrap="square" rtlCol="0">
                <a:spAutoFit/>
              </a:bodyPr>
              <a:lstStyle/>
              <a:p>
                <a:pPr lvl="0">
                  <a:defRPr/>
                </a:pPr>
                <a:r>
                  <a:rPr kumimoji="1" lang="zh-CN" altLang="en-US" sz="3600" spc="300" dirty="0">
                    <a:latin typeface="思源黑体 CN Medium" panose="020B0600000000000000" pitchFamily="34" charset="-122"/>
                    <a:ea typeface="思源黑体 CN Medium" panose="020B0600000000000000" pitchFamily="34" charset="-122"/>
                    <a:cs typeface="yuweij Medium" charset="0"/>
                  </a:rPr>
                  <a:t>输入标题</a:t>
                </a:r>
              </a:p>
            </p:txBody>
          </p:sp>
          <p:sp>
            <p:nvSpPr>
              <p:cNvPr id="26" name="文本框 25">
                <a:extLst>
                  <a:ext uri="{FF2B5EF4-FFF2-40B4-BE49-F238E27FC236}">
                    <a16:creationId xmlns:a16="http://schemas.microsoft.com/office/drawing/2014/main" xmlns="" id="{A9694C06-7887-453E-B1AA-3F43958F607A}"/>
                  </a:ext>
                </a:extLst>
              </p:cNvPr>
              <p:cNvSpPr txBox="1"/>
              <p:nvPr/>
            </p:nvSpPr>
            <p:spPr>
              <a:xfrm>
                <a:off x="5847594" y="1823863"/>
                <a:ext cx="256352" cy="1675080"/>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i="0" u="none" strike="noStrike" kern="1200" cap="none" spc="300" normalizeH="0" baseline="0" noProof="0" dirty="0">
                    <a:ln>
                      <a:noFill/>
                    </a:ln>
                    <a:uLnTx/>
                    <a:uFillTx/>
                    <a:latin typeface="思源黑体 CN Medium" panose="020B0600000000000000" pitchFamily="34" charset="-122"/>
                    <a:ea typeface="思源黑体 CN Medium" panose="020B0600000000000000" pitchFamily="34" charset="-122"/>
                  </a:rPr>
                  <a:t>PART 01</a:t>
                </a:r>
              </a:p>
            </p:txBody>
          </p:sp>
        </p:grpSp>
        <p:cxnSp>
          <p:nvCxnSpPr>
            <p:cNvPr id="23" name="直接连接符 22">
              <a:extLst>
                <a:ext uri="{FF2B5EF4-FFF2-40B4-BE49-F238E27FC236}">
                  <a16:creationId xmlns:a16="http://schemas.microsoft.com/office/drawing/2014/main" xmlns="" id="{DC1AC961-12A8-4047-9EAF-02ABEFDF0CA6}"/>
                </a:ext>
              </a:extLst>
            </p:cNvPr>
            <p:cNvCxnSpPr/>
            <p:nvPr/>
          </p:nvCxnSpPr>
          <p:spPr>
            <a:xfrm flipH="1">
              <a:off x="2869478" y="3099577"/>
              <a:ext cx="470267" cy="349611"/>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xmlns="" id="{C4DCB1DD-DBA9-477F-B526-933696F33271}"/>
                </a:ext>
              </a:extLst>
            </p:cNvPr>
            <p:cNvCxnSpPr/>
            <p:nvPr/>
          </p:nvCxnSpPr>
          <p:spPr>
            <a:xfrm flipH="1">
              <a:off x="2869478" y="4952190"/>
              <a:ext cx="470267" cy="349611"/>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a:extLst>
              <a:ext uri="{FF2B5EF4-FFF2-40B4-BE49-F238E27FC236}">
                <a16:creationId xmlns:a16="http://schemas.microsoft.com/office/drawing/2014/main" xmlns="" id="{66CE4A87-BCD0-4800-9907-7FE6481E6A69}"/>
              </a:ext>
            </a:extLst>
          </p:cNvPr>
          <p:cNvGrpSpPr/>
          <p:nvPr/>
        </p:nvGrpSpPr>
        <p:grpSpPr>
          <a:xfrm>
            <a:off x="2607875" y="3195604"/>
            <a:ext cx="1024740" cy="2631521"/>
            <a:chOff x="5447391" y="1823863"/>
            <a:chExt cx="656555" cy="2736518"/>
          </a:xfrm>
        </p:grpSpPr>
        <p:sp>
          <p:nvSpPr>
            <p:cNvPr id="28" name="文本框 27">
              <a:extLst>
                <a:ext uri="{FF2B5EF4-FFF2-40B4-BE49-F238E27FC236}">
                  <a16:creationId xmlns:a16="http://schemas.microsoft.com/office/drawing/2014/main" xmlns="" id="{0F1ECC50-8E22-4DFB-9808-B03312A128AA}"/>
                </a:ext>
              </a:extLst>
            </p:cNvPr>
            <p:cNvSpPr txBox="1"/>
            <p:nvPr/>
          </p:nvSpPr>
          <p:spPr>
            <a:xfrm>
              <a:off x="5447391" y="1823863"/>
              <a:ext cx="473265" cy="2736518"/>
            </a:xfrm>
            <a:prstGeom prst="rect">
              <a:avLst/>
            </a:prstGeom>
            <a:noFill/>
            <a:effectLst/>
          </p:spPr>
          <p:txBody>
            <a:bodyPr vert="eaVert" wrap="square" rtlCol="0">
              <a:spAutoFit/>
            </a:bodyPr>
            <a:lstStyle/>
            <a:p>
              <a:pPr lvl="0">
                <a:defRPr/>
              </a:pPr>
              <a:r>
                <a:rPr kumimoji="1" lang="zh-CN" altLang="en-US" sz="3600" spc="300" dirty="0">
                  <a:latin typeface="思源黑体 CN Medium" panose="020B0600000000000000" pitchFamily="34" charset="-122"/>
                  <a:ea typeface="思源黑体 CN Medium" panose="020B0600000000000000" pitchFamily="34" charset="-122"/>
                  <a:cs typeface="yuweij Medium" charset="0"/>
                </a:rPr>
                <a:t>输入标题</a:t>
              </a:r>
            </a:p>
          </p:txBody>
        </p:sp>
        <p:sp>
          <p:nvSpPr>
            <p:cNvPr id="29" name="文本框 28">
              <a:extLst>
                <a:ext uri="{FF2B5EF4-FFF2-40B4-BE49-F238E27FC236}">
                  <a16:creationId xmlns:a16="http://schemas.microsoft.com/office/drawing/2014/main" xmlns="" id="{AF4DDC4F-1802-4A90-B3E4-AAD37107D4EE}"/>
                </a:ext>
              </a:extLst>
            </p:cNvPr>
            <p:cNvSpPr txBox="1"/>
            <p:nvPr/>
          </p:nvSpPr>
          <p:spPr>
            <a:xfrm>
              <a:off x="5847594" y="1823863"/>
              <a:ext cx="256352" cy="1675080"/>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i="0" u="none" strike="noStrike" kern="1200" cap="none" spc="300" normalizeH="0" baseline="0" noProof="0" dirty="0">
                  <a:ln>
                    <a:noFill/>
                  </a:ln>
                  <a:uLnTx/>
                  <a:uFillTx/>
                  <a:latin typeface="思源黑体 CN Medium" panose="020B0600000000000000" pitchFamily="34" charset="-122"/>
                  <a:ea typeface="思源黑体 CN Medium" panose="020B0600000000000000" pitchFamily="34" charset="-122"/>
                </a:rPr>
                <a:t>PART 02</a:t>
              </a:r>
            </a:p>
          </p:txBody>
        </p:sp>
      </p:grpSp>
      <p:sp>
        <p:nvSpPr>
          <p:cNvPr id="37" name="矩形: 圆角 4">
            <a:extLst>
              <a:ext uri="{FF2B5EF4-FFF2-40B4-BE49-F238E27FC236}">
                <a16:creationId xmlns:a16="http://schemas.microsoft.com/office/drawing/2014/main" xmlns="" id="{D0A06925-C05A-476F-B1BE-6C9A34ED9FA7}"/>
              </a:ext>
            </a:extLst>
          </p:cNvPr>
          <p:cNvSpPr/>
          <p:nvPr/>
        </p:nvSpPr>
        <p:spPr>
          <a:xfrm rot="16200000">
            <a:off x="1947020" y="50877"/>
            <a:ext cx="8297960" cy="4217097"/>
          </a:xfrm>
          <a:prstGeom prst="roundRect">
            <a:avLst>
              <a:gd name="adj" fmla="val 50000"/>
            </a:avLst>
          </a:prstGeom>
          <a:gradFill flip="none" rotWithShape="1">
            <a:gsLst>
              <a:gs pos="0">
                <a:schemeClr val="bg1"/>
              </a:gs>
              <a:gs pos="55000">
                <a:schemeClr val="bg1">
                  <a:alpha val="1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a:extLst>
              <a:ext uri="{FF2B5EF4-FFF2-40B4-BE49-F238E27FC236}">
                <a16:creationId xmlns:a16="http://schemas.microsoft.com/office/drawing/2014/main" xmlns="" id="{ADC8D0C2-A4B6-4F1C-93D3-C726EFB43F72}"/>
              </a:ext>
            </a:extLst>
          </p:cNvPr>
          <p:cNvGrpSpPr/>
          <p:nvPr/>
        </p:nvGrpSpPr>
        <p:grpSpPr>
          <a:xfrm>
            <a:off x="9066481" y="3195605"/>
            <a:ext cx="1024740" cy="2631522"/>
            <a:chOff x="5447391" y="1823863"/>
            <a:chExt cx="656555" cy="2736518"/>
          </a:xfrm>
        </p:grpSpPr>
        <p:sp>
          <p:nvSpPr>
            <p:cNvPr id="31" name="文本框 30">
              <a:extLst>
                <a:ext uri="{FF2B5EF4-FFF2-40B4-BE49-F238E27FC236}">
                  <a16:creationId xmlns:a16="http://schemas.microsoft.com/office/drawing/2014/main" xmlns="" id="{44EB6E43-E37E-47C4-A9F0-D546587BEDE3}"/>
                </a:ext>
              </a:extLst>
            </p:cNvPr>
            <p:cNvSpPr txBox="1"/>
            <p:nvPr/>
          </p:nvSpPr>
          <p:spPr>
            <a:xfrm>
              <a:off x="5447391" y="1823863"/>
              <a:ext cx="473265" cy="2736518"/>
            </a:xfrm>
            <a:prstGeom prst="rect">
              <a:avLst/>
            </a:prstGeom>
            <a:noFill/>
            <a:effectLst/>
          </p:spPr>
          <p:txBody>
            <a:bodyPr vert="eaVert" wrap="square" rtlCol="0">
              <a:spAutoFit/>
            </a:bodyPr>
            <a:lstStyle/>
            <a:p>
              <a:pPr lvl="0">
                <a:defRPr/>
              </a:pPr>
              <a:r>
                <a:rPr kumimoji="1" lang="zh-CN" altLang="en-US" sz="3600" spc="300" dirty="0">
                  <a:latin typeface="思源黑体 CN Medium" panose="020B0600000000000000" pitchFamily="34" charset="-122"/>
                  <a:ea typeface="思源黑体 CN Medium" panose="020B0600000000000000" pitchFamily="34" charset="-122"/>
                  <a:cs typeface="yuweij Medium" charset="0"/>
                </a:rPr>
                <a:t>输入标题</a:t>
              </a:r>
            </a:p>
          </p:txBody>
        </p:sp>
        <p:sp>
          <p:nvSpPr>
            <p:cNvPr id="32" name="文本框 31">
              <a:extLst>
                <a:ext uri="{FF2B5EF4-FFF2-40B4-BE49-F238E27FC236}">
                  <a16:creationId xmlns:a16="http://schemas.microsoft.com/office/drawing/2014/main" xmlns="" id="{1F2A203B-D880-45CF-9161-24A3D8545E56}"/>
                </a:ext>
              </a:extLst>
            </p:cNvPr>
            <p:cNvSpPr txBox="1"/>
            <p:nvPr/>
          </p:nvSpPr>
          <p:spPr>
            <a:xfrm>
              <a:off x="5847594" y="1823863"/>
              <a:ext cx="256352" cy="1675080"/>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i="0" u="none" strike="noStrike" kern="1200" cap="none" spc="300" normalizeH="0" baseline="0" noProof="0" dirty="0">
                  <a:ln>
                    <a:noFill/>
                  </a:ln>
                  <a:uLnTx/>
                  <a:uFillTx/>
                  <a:latin typeface="思源黑体 CN Medium" panose="020B0600000000000000" pitchFamily="34" charset="-122"/>
                  <a:ea typeface="思源黑体 CN Medium" panose="020B0600000000000000" pitchFamily="34" charset="-122"/>
                </a:rPr>
                <a:t>PART 03</a:t>
              </a:r>
            </a:p>
          </p:txBody>
        </p:sp>
      </p:grpSp>
      <p:grpSp>
        <p:nvGrpSpPr>
          <p:cNvPr id="33" name="组合 32">
            <a:extLst>
              <a:ext uri="{FF2B5EF4-FFF2-40B4-BE49-F238E27FC236}">
                <a16:creationId xmlns:a16="http://schemas.microsoft.com/office/drawing/2014/main" xmlns="" id="{82DE7CEF-9A77-4430-A222-3E06E364DE8F}"/>
              </a:ext>
            </a:extLst>
          </p:cNvPr>
          <p:cNvGrpSpPr/>
          <p:nvPr/>
        </p:nvGrpSpPr>
        <p:grpSpPr>
          <a:xfrm>
            <a:off x="10844519" y="3195605"/>
            <a:ext cx="1024740" cy="2631522"/>
            <a:chOff x="5447391" y="1823863"/>
            <a:chExt cx="656555" cy="2736518"/>
          </a:xfrm>
        </p:grpSpPr>
        <p:sp>
          <p:nvSpPr>
            <p:cNvPr id="34" name="文本框 33">
              <a:extLst>
                <a:ext uri="{FF2B5EF4-FFF2-40B4-BE49-F238E27FC236}">
                  <a16:creationId xmlns:a16="http://schemas.microsoft.com/office/drawing/2014/main" xmlns="" id="{5225988B-F9BE-4EE2-B5DC-66937878C3AD}"/>
                </a:ext>
              </a:extLst>
            </p:cNvPr>
            <p:cNvSpPr txBox="1"/>
            <p:nvPr/>
          </p:nvSpPr>
          <p:spPr>
            <a:xfrm>
              <a:off x="5447391" y="1823863"/>
              <a:ext cx="473265" cy="2736518"/>
            </a:xfrm>
            <a:prstGeom prst="rect">
              <a:avLst/>
            </a:prstGeom>
            <a:noFill/>
            <a:effectLst/>
          </p:spPr>
          <p:txBody>
            <a:bodyPr vert="eaVert" wrap="square" rtlCol="0">
              <a:spAutoFit/>
            </a:bodyPr>
            <a:lstStyle/>
            <a:p>
              <a:pPr lvl="0">
                <a:defRPr/>
              </a:pPr>
              <a:r>
                <a:rPr kumimoji="1" lang="zh-CN" altLang="en-US" sz="3600" spc="300" dirty="0">
                  <a:latin typeface="思源黑体 CN Medium" panose="020B0600000000000000" pitchFamily="34" charset="-122"/>
                  <a:ea typeface="思源黑体 CN Medium" panose="020B0600000000000000" pitchFamily="34" charset="-122"/>
                  <a:cs typeface="yuweij Medium" charset="0"/>
                </a:rPr>
                <a:t>输入标题</a:t>
              </a:r>
            </a:p>
          </p:txBody>
        </p:sp>
        <p:sp>
          <p:nvSpPr>
            <p:cNvPr id="35" name="文本框 34">
              <a:extLst>
                <a:ext uri="{FF2B5EF4-FFF2-40B4-BE49-F238E27FC236}">
                  <a16:creationId xmlns:a16="http://schemas.microsoft.com/office/drawing/2014/main" xmlns="" id="{4BF048DC-B707-4EB0-A95F-9C73CF000E21}"/>
                </a:ext>
              </a:extLst>
            </p:cNvPr>
            <p:cNvSpPr txBox="1"/>
            <p:nvPr/>
          </p:nvSpPr>
          <p:spPr>
            <a:xfrm>
              <a:off x="5847594" y="1823863"/>
              <a:ext cx="256352" cy="1675080"/>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i="0" u="none" strike="noStrike" kern="1200" cap="none" spc="300" normalizeH="0" baseline="0" noProof="0" dirty="0">
                  <a:ln>
                    <a:noFill/>
                  </a:ln>
                  <a:uLnTx/>
                  <a:uFillTx/>
                  <a:latin typeface="思源黑体 CN Medium" panose="020B0600000000000000" pitchFamily="34" charset="-122"/>
                  <a:ea typeface="思源黑体 CN Medium" panose="020B0600000000000000" pitchFamily="34" charset="-122"/>
                </a:rPr>
                <a:t>PART 04</a:t>
              </a:r>
            </a:p>
          </p:txBody>
        </p:sp>
      </p:grpSp>
      <p:sp>
        <p:nvSpPr>
          <p:cNvPr id="36" name="矩形 35">
            <a:extLst>
              <a:ext uri="{FF2B5EF4-FFF2-40B4-BE49-F238E27FC236}">
                <a16:creationId xmlns:a16="http://schemas.microsoft.com/office/drawing/2014/main" xmlns="" id="{B848DBBC-75E8-4699-9FF9-11A1AFF83235}"/>
              </a:ext>
            </a:extLst>
          </p:cNvPr>
          <p:cNvSpPr/>
          <p:nvPr/>
        </p:nvSpPr>
        <p:spPr>
          <a:xfrm rot="16200000">
            <a:off x="5542002" y="1301360"/>
            <a:ext cx="1107996" cy="4129849"/>
          </a:xfrm>
          <a:prstGeom prst="rect">
            <a:avLst/>
          </a:prstGeom>
        </p:spPr>
        <p:txBody>
          <a:bodyPr vert="eaVert" wrap="square">
            <a:spAutoFit/>
          </a:bodyPr>
          <a:lstStyle/>
          <a:p>
            <a:pPr algn="ctr"/>
            <a:r>
              <a:rPr lang="zh-CN" altLang="en-US" sz="60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目 录</a:t>
            </a:r>
          </a:p>
        </p:txBody>
      </p:sp>
      <p:sp>
        <p:nvSpPr>
          <p:cNvPr id="7" name="矩形 6">
            <a:extLst>
              <a:ext uri="{FF2B5EF4-FFF2-40B4-BE49-F238E27FC236}">
                <a16:creationId xmlns:a16="http://schemas.microsoft.com/office/drawing/2014/main" xmlns="" id="{2BE4B91D-D38C-451B-96CE-1E5A250A3EB5}"/>
              </a:ext>
            </a:extLst>
          </p:cNvPr>
          <p:cNvSpPr/>
          <p:nvPr/>
        </p:nvSpPr>
        <p:spPr>
          <a:xfrm rot="16200000">
            <a:off x="5542002" y="2423299"/>
            <a:ext cx="1107996" cy="4129849"/>
          </a:xfrm>
          <a:prstGeom prst="rect">
            <a:avLst/>
          </a:prstGeom>
        </p:spPr>
        <p:txBody>
          <a:bodyPr vert="eaVert" wrap="square">
            <a:spAutoFit/>
          </a:bodyPr>
          <a:lstStyle/>
          <a:p>
            <a:pPr algn="ctr"/>
            <a:r>
              <a:rPr lang="en-US" altLang="zh-CN" sz="6000" dirty="0">
                <a:solidFill>
                  <a:schemeClr val="bg1"/>
                </a:solidFill>
                <a:latin typeface="思源黑体 CN Bold" panose="020B0800000000000000" pitchFamily="34" charset="-122"/>
                <a:ea typeface="思源黑体 CN Bold" panose="020B0800000000000000" pitchFamily="34" charset="-122"/>
              </a:rPr>
              <a:t>CONTENT</a:t>
            </a:r>
            <a:endParaRPr lang="zh-CN" altLang="en-US" sz="6000" dirty="0">
              <a:solidFill>
                <a:schemeClr val="bg1"/>
              </a:solidFill>
              <a:latin typeface="思源黑体 CN Bold" panose="020B0800000000000000" pitchFamily="34" charset="-122"/>
              <a:ea typeface="思源黑体 CN Bold" panose="020B0800000000000000" pitchFamily="34" charset="-122"/>
            </a:endParaRPr>
          </a:p>
        </p:txBody>
      </p:sp>
    </p:spTree>
    <p:extLst>
      <p:ext uri="{BB962C8B-B14F-4D97-AF65-F5344CB8AC3E}">
        <p14:creationId xmlns:p14="http://schemas.microsoft.com/office/powerpoint/2010/main" val="174195988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22" presetClass="entr" presetSubtype="8"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par>
                                <p:cTn id="11" presetID="22" presetClass="entr" presetSubtype="8"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left)">
                                      <p:cBhvr>
                                        <p:cTn id="13" dur="500"/>
                                        <p:tgtEl>
                                          <p:spTgt spid="30"/>
                                        </p:tgtEl>
                                      </p:cBhvr>
                                    </p:animEffect>
                                  </p:childTnLst>
                                </p:cTn>
                              </p:par>
                              <p:par>
                                <p:cTn id="14" presetID="22" presetClass="entr" presetSubtype="8"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t="-108000" b="-108000"/>
          </a:stretch>
        </a:blip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xmlns="" id="{D4AC5323-1B49-4D26-A15F-6A2D1DE8AF29}"/>
              </a:ext>
            </a:extLst>
          </p:cNvPr>
          <p:cNvSpPr/>
          <p:nvPr/>
        </p:nvSpPr>
        <p:spPr>
          <a:xfrm flipV="1">
            <a:off x="0" y="0"/>
            <a:ext cx="12192000" cy="6858000"/>
          </a:xfrm>
          <a:prstGeom prst="rect">
            <a:avLst/>
          </a:prstGeom>
          <a:gradFill flip="none" rotWithShape="1">
            <a:gsLst>
              <a:gs pos="12000">
                <a:schemeClr val="bg1"/>
              </a:gs>
              <a:gs pos="100000">
                <a:schemeClr val="bg1">
                  <a:alpha val="18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3" name="矩形 12">
            <a:extLst>
              <a:ext uri="{FF2B5EF4-FFF2-40B4-BE49-F238E27FC236}">
                <a16:creationId xmlns:a16="http://schemas.microsoft.com/office/drawing/2014/main" xmlns="" id="{3918979C-A7A7-4BEF-9F95-2FF708092AB2}"/>
              </a:ext>
            </a:extLst>
          </p:cNvPr>
          <p:cNvSpPr/>
          <p:nvPr/>
        </p:nvSpPr>
        <p:spPr>
          <a:xfrm>
            <a:off x="1470331" y="0"/>
            <a:ext cx="1935244" cy="50792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xmlns="" id="{BEBA3442-0DDE-4A7B-8429-D0A5989E2C1D}"/>
              </a:ext>
            </a:extLst>
          </p:cNvPr>
          <p:cNvSpPr txBox="1"/>
          <p:nvPr/>
        </p:nvSpPr>
        <p:spPr>
          <a:xfrm>
            <a:off x="3620924" y="4257675"/>
            <a:ext cx="4275883" cy="830997"/>
          </a:xfrm>
          <a:prstGeom prst="rect">
            <a:avLst/>
          </a:prstGeom>
          <a:noFill/>
        </p:spPr>
        <p:txBody>
          <a:bodyPr wrap="square" rtlCol="0">
            <a:spAutoFit/>
            <a:scene3d>
              <a:camera prst="orthographicFront"/>
              <a:lightRig rig="threePt" dir="t"/>
            </a:scene3d>
            <a:sp3d contourW="12700"/>
          </a:bodyPr>
          <a:lstStyle/>
          <a:p>
            <a:pPr lvl="0">
              <a:tabLst>
                <a:tab pos="3949700" algn="l"/>
              </a:tabLst>
              <a:defRPr/>
            </a:pPr>
            <a:r>
              <a:rPr lang="zh-CN" altLang="en-US" sz="4800" dirty="0">
                <a:solidFill>
                  <a:schemeClr val="tx1">
                    <a:lumMod val="95000"/>
                    <a:lumOff val="5000"/>
                  </a:schemeClr>
                </a:solidFill>
                <a:latin typeface="思源黑体 CN Bold" panose="020B0800000000000000" pitchFamily="34" charset="-122"/>
                <a:ea typeface="思源黑体 CN Bold" panose="020B0800000000000000" pitchFamily="34" charset="-122"/>
                <a:sym typeface="Source Han Serif SC" panose="02020400000000000000" pitchFamily="18" charset="-122"/>
              </a:rPr>
              <a:t>输入标题</a:t>
            </a:r>
          </a:p>
        </p:txBody>
      </p:sp>
      <p:sp>
        <p:nvSpPr>
          <p:cNvPr id="15" name="文本框 14">
            <a:extLst>
              <a:ext uri="{FF2B5EF4-FFF2-40B4-BE49-F238E27FC236}">
                <a16:creationId xmlns:a16="http://schemas.microsoft.com/office/drawing/2014/main" xmlns="" id="{ABFC6DBB-02E2-42B8-BC22-47B7E09B5689}"/>
              </a:ext>
            </a:extLst>
          </p:cNvPr>
          <p:cNvSpPr txBox="1"/>
          <p:nvPr/>
        </p:nvSpPr>
        <p:spPr>
          <a:xfrm>
            <a:off x="880616" y="3009258"/>
            <a:ext cx="3114675" cy="1877437"/>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sym typeface="Source Han Serif SC" panose="02020400000000000000" pitchFamily="18" charset="-122"/>
              </a:rPr>
              <a:t>PART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20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sym typeface="Source Han Serif SC" panose="02020400000000000000" pitchFamily="18" charset="-122"/>
              </a:rPr>
              <a:t>01</a:t>
            </a:r>
            <a:endParaRPr kumimoji="0" lang="zh-CN" altLang="en-US" sz="720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sym typeface="Source Han Serif SC" panose="02020400000000000000" pitchFamily="18" charset="-122"/>
            </a:endParaRPr>
          </a:p>
        </p:txBody>
      </p:sp>
      <p:sp>
        <p:nvSpPr>
          <p:cNvPr id="16" name="矩形 15">
            <a:extLst>
              <a:ext uri="{FF2B5EF4-FFF2-40B4-BE49-F238E27FC236}">
                <a16:creationId xmlns:a16="http://schemas.microsoft.com/office/drawing/2014/main" xmlns="" id="{FAC5D891-B377-4DFD-84AA-E911824FAFBA}"/>
              </a:ext>
            </a:extLst>
          </p:cNvPr>
          <p:cNvSpPr/>
          <p:nvPr/>
        </p:nvSpPr>
        <p:spPr bwMode="auto">
          <a:xfrm>
            <a:off x="1469103" y="5184508"/>
            <a:ext cx="4702879" cy="704873"/>
          </a:xfrm>
          <a:prstGeom prst="rect">
            <a:avLst/>
          </a:prstGeom>
        </p:spPr>
        <p:txBody>
          <a:bodyPr wrap="square">
            <a:spAutoFit/>
            <a:scene3d>
              <a:camera prst="orthographicFront"/>
              <a:lightRig rig="threePt" dir="t"/>
            </a:scene3d>
            <a:sp3d contourW="12700"/>
          </a:bodyPr>
          <a:lstStyle/>
          <a:p>
            <a:pPr lvl="0" algn="just">
              <a:lnSpc>
                <a:spcPct val="150000"/>
              </a:lnSpc>
              <a:defRPr/>
            </a:pPr>
            <a:r>
              <a:rPr lang="zh-CN" altLang="en-US" sz="1400" dirty="0" smtClean="0">
                <a:latin typeface="思源黑体 CN Medium" panose="020B0600000000000000" pitchFamily="34" charset="-122"/>
                <a:ea typeface="思源黑体 CN Medium" panose="020B0600000000000000" pitchFamily="34" charset="-122"/>
                <a:sym typeface="Source Han Serif SC" panose="02020400000000000000" pitchFamily="18" charset="-122"/>
              </a:rPr>
              <a:t>点击这里，输入合适的内容。点击这里，输入合适的内容。点击这里，输入合适的内容。</a:t>
            </a:r>
            <a:endParaRPr lang="en-US" altLang="zh-CN" sz="1400" dirty="0">
              <a:latin typeface="思源黑体 CN Medium" panose="020B0600000000000000" pitchFamily="34" charset="-122"/>
              <a:ea typeface="思源黑体 CN Medium" panose="020B0600000000000000" pitchFamily="34" charset="-122"/>
              <a:sym typeface="Source Han Serif SC" panose="02020400000000000000" pitchFamily="18" charset="-122"/>
            </a:endParaRPr>
          </a:p>
        </p:txBody>
      </p:sp>
      <p:sp useBgFill="1">
        <p:nvSpPr>
          <p:cNvPr id="17" name="矩形 16">
            <a:extLst>
              <a:ext uri="{FF2B5EF4-FFF2-40B4-BE49-F238E27FC236}">
                <a16:creationId xmlns:a16="http://schemas.microsoft.com/office/drawing/2014/main" xmlns="" id="{2D4200A8-AB7A-487B-9B4D-AEFCA4083027}"/>
              </a:ext>
            </a:extLst>
          </p:cNvPr>
          <p:cNvSpPr/>
          <p:nvPr/>
        </p:nvSpPr>
        <p:spPr>
          <a:xfrm>
            <a:off x="1470331" y="6488516"/>
            <a:ext cx="1935244" cy="3694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871313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horizontal)">
                                      <p:cBhvr>
                                        <p:cTn id="11" dur="500"/>
                                        <p:tgtEl>
                                          <p:spTgt spid="14"/>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randombar(horizontal)">
                                      <p:cBhvr>
                                        <p:cTn id="15" dur="500"/>
                                        <p:tgtEl>
                                          <p:spTgt spid="15"/>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randombar(horizontal)">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a:extLst>
              <a:ext uri="{FF2B5EF4-FFF2-40B4-BE49-F238E27FC236}">
                <a16:creationId xmlns:a16="http://schemas.microsoft.com/office/drawing/2014/main" xmlns="" id="{0333155B-9A43-4505-9DBE-48553A8F8C3F}"/>
              </a:ext>
            </a:extLst>
          </p:cNvPr>
          <p:cNvPicPr>
            <a:picLocks noGrp="1" noChangeAspect="1"/>
          </p:cNvPicPr>
          <p:nvPr>
            <p:ph type="pic" idx="13"/>
          </p:nvPr>
        </p:nvPicPr>
        <p:blipFill rotWithShape="1">
          <a:blip r:embed="rId3">
            <a:extLst>
              <a:ext uri="{28A0092B-C50C-407E-A947-70E740481C1C}">
                <a14:useLocalDpi xmlns:a14="http://schemas.microsoft.com/office/drawing/2010/main" val="0"/>
              </a:ext>
            </a:extLst>
          </a:blip>
          <a:srcRect l="42652"/>
          <a:stretch/>
        </p:blipFill>
        <p:spPr>
          <a:xfrm>
            <a:off x="5418666" y="834438"/>
            <a:ext cx="6773333" cy="6023562"/>
          </a:xfrm>
          <a:blipFill dpi="0" rotWithShape="1">
            <a:blip r:embed="rId3"/>
            <a:srcRect/>
            <a:stretch>
              <a:fillRect/>
            </a:stretch>
          </a:blipFill>
        </p:spPr>
      </p:pic>
      <p:sp>
        <p:nvSpPr>
          <p:cNvPr id="5852" name="Shape 5852"/>
          <p:cNvSpPr/>
          <p:nvPr/>
        </p:nvSpPr>
        <p:spPr>
          <a:xfrm>
            <a:off x="2453575" y="1866686"/>
            <a:ext cx="3185663" cy="740974"/>
          </a:xfrm>
          <a:prstGeom prst="rect">
            <a:avLst/>
          </a:prstGeom>
          <a:ln w="12700">
            <a:miter lim="400000"/>
          </a:ln>
          <a:extLst>
            <a:ext uri="{C572A759-6A51-4108-AA02-DFA0A04FC94B}">
              <ma14:wrappingTextBoxFlag xmlns:ma14="http://schemas.microsoft.com/office/mac/drawingml/2011/main" xmlns:p14="http://schemas.microsoft.com/office/powerpoint/2010/main" xmlns:mc="http://schemas.openxmlformats.org/markup-compatibility/2006" xmlns:a14="http://schemas.microsoft.com/office/drawing/2010/main" xmlns:a16="http://schemas.microsoft.com/office/drawing/2014/main" xmlns="" val="1"/>
            </a:ext>
          </a:extLst>
        </p:spPr>
        <p:txBody>
          <a:bodyPr lIns="25401" tIns="25401" rIns="25401" bIns="25401">
            <a:spAutoFit/>
          </a:bodyPr>
          <a:lstStyle/>
          <a:p>
            <a:pPr algn="l">
              <a:lnSpc>
                <a:spcPct val="80000"/>
              </a:lnSpc>
              <a:defRPr sz="3200">
                <a:solidFill>
                  <a:srgbClr val="0085AD"/>
                </a:solidFill>
                <a:latin typeface="Geomanist Bold"/>
                <a:ea typeface="Geomanist Bold"/>
                <a:cs typeface="Geomanist Bold"/>
                <a:sym typeface="Geomanist Bold"/>
              </a:defRPr>
            </a:pPr>
            <a:r>
              <a:rPr lang="zh-CN" altLang="en-US" sz="1600"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添加标题内容</a:t>
            </a:r>
          </a:p>
          <a:p>
            <a:pPr algn="l" fontAlgn="base">
              <a:lnSpc>
                <a:spcPct val="150000"/>
              </a:lnSpc>
              <a:spcBef>
                <a:spcPct val="0"/>
              </a:spcBef>
              <a:spcAft>
                <a:spcPct val="0"/>
              </a:spcAft>
            </a:pPr>
            <a:r>
              <a:rPr lang="zh-CN" altLang="en-US" sz="1067"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此处添加详细文本描述，建议与标题相关并符合整体语言风格，</a:t>
            </a:r>
            <a:endParaRPr lang="en-US" altLang="zh-CN" sz="1067"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53" name="Shape 5853"/>
          <p:cNvSpPr/>
          <p:nvPr/>
        </p:nvSpPr>
        <p:spPr>
          <a:xfrm>
            <a:off x="2453575" y="3064440"/>
            <a:ext cx="3185663" cy="740974"/>
          </a:xfrm>
          <a:prstGeom prst="rect">
            <a:avLst/>
          </a:prstGeom>
          <a:ln w="12700">
            <a:miter lim="400000"/>
          </a:ln>
          <a:extLst>
            <a:ext uri="{C572A759-6A51-4108-AA02-DFA0A04FC94B}">
              <ma14:wrappingTextBoxFlag xmlns:ma14="http://schemas.microsoft.com/office/mac/drawingml/2011/main" xmlns:p14="http://schemas.microsoft.com/office/powerpoint/2010/main" xmlns:mc="http://schemas.openxmlformats.org/markup-compatibility/2006" xmlns:a14="http://schemas.microsoft.com/office/drawing/2010/main" xmlns:a16="http://schemas.microsoft.com/office/drawing/2014/main" xmlns="" val="1"/>
            </a:ext>
          </a:extLst>
        </p:spPr>
        <p:txBody>
          <a:bodyPr lIns="25401" tIns="25401" rIns="25401" bIns="25401">
            <a:spAutoFit/>
          </a:bodyPr>
          <a:lstStyle/>
          <a:p>
            <a:pPr algn="l">
              <a:lnSpc>
                <a:spcPct val="80000"/>
              </a:lnSpc>
              <a:defRPr sz="3200">
                <a:solidFill>
                  <a:srgbClr val="0085AD"/>
                </a:solidFill>
                <a:latin typeface="Geomanist Bold"/>
                <a:ea typeface="Geomanist Bold"/>
                <a:cs typeface="Geomanist Bold"/>
                <a:sym typeface="Geomanist Bold"/>
              </a:defRPr>
            </a:pPr>
            <a:r>
              <a:rPr lang="zh-CN" altLang="en-US" sz="1600"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添加标题内容</a:t>
            </a:r>
          </a:p>
          <a:p>
            <a:pPr algn="l" fontAlgn="base">
              <a:lnSpc>
                <a:spcPct val="150000"/>
              </a:lnSpc>
              <a:spcBef>
                <a:spcPct val="0"/>
              </a:spcBef>
              <a:spcAft>
                <a:spcPct val="0"/>
              </a:spcAft>
            </a:pPr>
            <a:r>
              <a:rPr lang="zh-CN" altLang="en-US" sz="1067"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此处添加详细文本描述，建议与标题相关并符合整体语言风格，</a:t>
            </a:r>
            <a:endParaRPr lang="en-US" altLang="zh-CN" sz="1067"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54" name="Shape 5854"/>
          <p:cNvSpPr/>
          <p:nvPr/>
        </p:nvSpPr>
        <p:spPr>
          <a:xfrm>
            <a:off x="2453575" y="4262192"/>
            <a:ext cx="3185663" cy="740974"/>
          </a:xfrm>
          <a:prstGeom prst="rect">
            <a:avLst/>
          </a:prstGeom>
          <a:ln w="12700">
            <a:miter lim="400000"/>
          </a:ln>
          <a:extLst>
            <a:ext uri="{C572A759-6A51-4108-AA02-DFA0A04FC94B}">
              <ma14:wrappingTextBoxFlag xmlns:ma14="http://schemas.microsoft.com/office/mac/drawingml/2011/main" xmlns:p14="http://schemas.microsoft.com/office/powerpoint/2010/main" xmlns:mc="http://schemas.openxmlformats.org/markup-compatibility/2006" xmlns:a14="http://schemas.microsoft.com/office/drawing/2010/main" xmlns:a16="http://schemas.microsoft.com/office/drawing/2014/main" xmlns="" val="1"/>
            </a:ext>
          </a:extLst>
        </p:spPr>
        <p:txBody>
          <a:bodyPr lIns="25401" tIns="25401" rIns="25401" bIns="25401">
            <a:spAutoFit/>
          </a:bodyPr>
          <a:lstStyle/>
          <a:p>
            <a:pPr algn="l">
              <a:lnSpc>
                <a:spcPct val="80000"/>
              </a:lnSpc>
              <a:defRPr sz="3200">
                <a:solidFill>
                  <a:srgbClr val="0085AD"/>
                </a:solidFill>
                <a:latin typeface="Geomanist Bold"/>
                <a:ea typeface="Geomanist Bold"/>
                <a:cs typeface="Geomanist Bold"/>
                <a:sym typeface="Geomanist Bold"/>
              </a:defRPr>
            </a:pPr>
            <a:r>
              <a:rPr lang="zh-CN" altLang="en-US" sz="1600"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添加标题内容</a:t>
            </a:r>
          </a:p>
          <a:p>
            <a:pPr algn="l" fontAlgn="base">
              <a:lnSpc>
                <a:spcPct val="150000"/>
              </a:lnSpc>
              <a:spcBef>
                <a:spcPct val="0"/>
              </a:spcBef>
              <a:spcAft>
                <a:spcPct val="0"/>
              </a:spcAft>
            </a:pPr>
            <a:r>
              <a:rPr lang="zh-CN" altLang="en-US" sz="1067"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此处添加详细文本描述，建议与标题相关并符合整体语言风格，</a:t>
            </a:r>
            <a:endParaRPr lang="en-US" altLang="zh-CN" sz="1067"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55" name="Shape 5855"/>
          <p:cNvSpPr/>
          <p:nvPr/>
        </p:nvSpPr>
        <p:spPr>
          <a:xfrm>
            <a:off x="2453575" y="5459945"/>
            <a:ext cx="3185663" cy="740974"/>
          </a:xfrm>
          <a:prstGeom prst="rect">
            <a:avLst/>
          </a:prstGeom>
          <a:ln w="12700">
            <a:miter lim="400000"/>
          </a:ln>
          <a:extLst>
            <a:ext uri="{C572A759-6A51-4108-AA02-DFA0A04FC94B}">
              <ma14:wrappingTextBoxFlag xmlns:ma14="http://schemas.microsoft.com/office/mac/drawingml/2011/main" xmlns:p14="http://schemas.microsoft.com/office/powerpoint/2010/main" xmlns:mc="http://schemas.openxmlformats.org/markup-compatibility/2006" xmlns:a14="http://schemas.microsoft.com/office/drawing/2010/main" xmlns:a16="http://schemas.microsoft.com/office/drawing/2014/main" xmlns="" val="1"/>
            </a:ext>
          </a:extLst>
        </p:spPr>
        <p:txBody>
          <a:bodyPr lIns="25401" tIns="25401" rIns="25401" bIns="25401">
            <a:spAutoFit/>
          </a:bodyPr>
          <a:lstStyle/>
          <a:p>
            <a:pPr algn="l">
              <a:lnSpc>
                <a:spcPct val="80000"/>
              </a:lnSpc>
              <a:defRPr sz="3200">
                <a:solidFill>
                  <a:srgbClr val="0085AD"/>
                </a:solidFill>
                <a:latin typeface="Geomanist Bold"/>
                <a:ea typeface="Geomanist Bold"/>
                <a:cs typeface="Geomanist Bold"/>
                <a:sym typeface="Geomanist Bold"/>
              </a:defRPr>
            </a:pPr>
            <a:r>
              <a:rPr lang="zh-CN" altLang="en-US" sz="1600"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添加标题内容</a:t>
            </a:r>
          </a:p>
          <a:p>
            <a:pPr algn="l" fontAlgn="base">
              <a:lnSpc>
                <a:spcPct val="150000"/>
              </a:lnSpc>
              <a:spcBef>
                <a:spcPct val="0"/>
              </a:spcBef>
              <a:spcAft>
                <a:spcPct val="0"/>
              </a:spcAft>
            </a:pPr>
            <a:r>
              <a:rPr lang="zh-CN" altLang="en-US" sz="1067"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此处添加详细文本描述，建议与标题相关并符合整体语言风格，</a:t>
            </a:r>
            <a:endParaRPr lang="en-US" altLang="zh-CN" sz="1067"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56" name="Shape 5856"/>
          <p:cNvSpPr/>
          <p:nvPr/>
        </p:nvSpPr>
        <p:spPr>
          <a:xfrm flipV="1">
            <a:off x="5293093" y="1548604"/>
            <a:ext cx="0" cy="4586112"/>
          </a:xfrm>
          <a:prstGeom prst="line">
            <a:avLst/>
          </a:prstGeom>
          <a:ln w="25400" cap="rnd">
            <a:solidFill>
              <a:srgbClr val="A9AFBA"/>
            </a:solidFill>
            <a:custDash>
              <a:ds d="100000" sp="200000"/>
            </a:custDash>
          </a:ln>
        </p:spPr>
        <p:txBody>
          <a:bodyPr lIns="25401" tIns="25401" rIns="25401" bIns="25401" anchor="ctr"/>
          <a:lstStyle/>
          <a:p>
            <a:pPr>
              <a:defRPr sz="3200"/>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2" name="组合 1"/>
          <p:cNvGrpSpPr/>
          <p:nvPr/>
        </p:nvGrpSpPr>
        <p:grpSpPr>
          <a:xfrm>
            <a:off x="6021890" y="1359049"/>
            <a:ext cx="3185663" cy="1739516"/>
            <a:chOff x="4516417" y="1019286"/>
            <a:chExt cx="2389247" cy="1304636"/>
          </a:xfrm>
        </p:grpSpPr>
        <p:sp>
          <p:nvSpPr>
            <p:cNvPr id="5857" name="Shape 5857"/>
            <p:cNvSpPr/>
            <p:nvPr/>
          </p:nvSpPr>
          <p:spPr>
            <a:xfrm>
              <a:off x="4516417" y="1731162"/>
              <a:ext cx="2389247" cy="592760"/>
            </a:xfrm>
            <a:prstGeom prst="rect">
              <a:avLst/>
            </a:prstGeom>
            <a:ln w="12700">
              <a:miter lim="400000"/>
            </a:ln>
            <a:extLst>
              <a:ext uri="{C572A759-6A51-4108-AA02-DFA0A04FC94B}">
                <ma14:wrappingTextBoxFlag xmlns:ma14="http://schemas.microsoft.com/office/mac/drawingml/2011/main" xmlns:p14="http://schemas.microsoft.com/office/powerpoint/2010/main" xmlns:mc="http://schemas.openxmlformats.org/markup-compatibility/2006" xmlns:a14="http://schemas.microsoft.com/office/drawing/2010/main" xmlns:a16="http://schemas.microsoft.com/office/drawing/2014/main" xmlns="" val="1"/>
              </a:ext>
            </a:extLst>
          </p:spPr>
          <p:txBody>
            <a:bodyPr lIns="25401" tIns="25401" rIns="25401" bIns="25401">
              <a:spAutoFit/>
            </a:bodyPr>
            <a:lstStyle>
              <a:lvl1pPr algn="l">
                <a:lnSpc>
                  <a:spcPct val="120000"/>
                </a:lnSpc>
                <a:defRPr sz="2000">
                  <a:solidFill>
                    <a:srgbClr val="A9AFBA"/>
                  </a:solidFill>
                  <a:latin typeface="Geomanist Regular"/>
                  <a:ea typeface="Geomanist Regular"/>
                  <a:cs typeface="Geomanist Regular"/>
                  <a:sym typeface="Geomanist Regular"/>
                </a:defRPr>
              </a:lvl1pPr>
            </a:lstStyle>
            <a:p>
              <a:pPr fontAlgn="base">
                <a:lnSpc>
                  <a:spcPct val="150000"/>
                </a:lnSpc>
                <a:spcBef>
                  <a:spcPct val="0"/>
                </a:spcBef>
                <a:spcAft>
                  <a:spcPct val="0"/>
                </a:spcAft>
              </a:pPr>
              <a:r>
                <a:rPr lang="zh-CN" altLang="en-US" sz="1067" dirty="0" smtClean="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US" altLang="zh-CN" sz="1067" dirty="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fontAlgn="base">
                <a:lnSpc>
                  <a:spcPct val="150000"/>
                </a:lnSpc>
                <a:spcBef>
                  <a:spcPct val="0"/>
                </a:spcBef>
                <a:spcAft>
                  <a:spcPct val="0"/>
                </a:spcAft>
              </a:pPr>
              <a:endParaRPr lang="en-US" altLang="zh-CN" sz="1067" dirty="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58" name="Shape 5858"/>
            <p:cNvSpPr/>
            <p:nvPr/>
          </p:nvSpPr>
          <p:spPr>
            <a:xfrm>
              <a:off x="4516417" y="1019286"/>
              <a:ext cx="2389247" cy="814070"/>
            </a:xfrm>
            <a:prstGeom prst="rect">
              <a:avLst/>
            </a:prstGeom>
            <a:ln w="12700">
              <a:miter lim="400000"/>
            </a:ln>
            <a:extLst>
              <a:ext uri="{C572A759-6A51-4108-AA02-DFA0A04FC94B}">
                <ma14:wrappingTextBoxFlag xmlns:ma14="http://schemas.microsoft.com/office/mac/drawingml/2011/main" xmlns:p14="http://schemas.microsoft.com/office/powerpoint/2010/main" xmlns:mc="http://schemas.openxmlformats.org/markup-compatibility/2006" xmlns:a14="http://schemas.microsoft.com/office/drawing/2010/main" xmlns:a16="http://schemas.microsoft.com/office/drawing/2014/main" xmlns="" val="1"/>
              </a:ext>
            </a:extLst>
          </p:spPr>
          <p:txBody>
            <a:bodyPr lIns="25401" tIns="25401" rIns="25401" bIns="25401">
              <a:spAutoFit/>
            </a:bodyPr>
            <a:lstStyle>
              <a:lvl1pPr algn="l">
                <a:lnSpc>
                  <a:spcPct val="120000"/>
                </a:lnSpc>
                <a:defRPr sz="12000">
                  <a:solidFill>
                    <a:srgbClr val="82165D"/>
                  </a:solidFill>
                  <a:latin typeface="Geomanist Bold"/>
                  <a:ea typeface="Geomanist Bold"/>
                  <a:cs typeface="Geomanist Bold"/>
                  <a:sym typeface="Geomanist Bold"/>
                </a:defRPr>
              </a:lvl1pPr>
            </a:lstStyle>
            <a:p>
              <a:r>
                <a:rPr sz="6000" dirty="0">
                  <a:solidFill>
                    <a:schemeClr val="accent6"/>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35/65%</a:t>
              </a:r>
            </a:p>
          </p:txBody>
        </p:sp>
      </p:grpSp>
      <p:grpSp>
        <p:nvGrpSpPr>
          <p:cNvPr id="5868" name="Group 5868"/>
          <p:cNvGrpSpPr/>
          <p:nvPr/>
        </p:nvGrpSpPr>
        <p:grpSpPr>
          <a:xfrm>
            <a:off x="1395084" y="1828129"/>
            <a:ext cx="752752" cy="752752"/>
            <a:chOff x="0" y="0"/>
            <a:chExt cx="1505502" cy="1505502"/>
          </a:xfrm>
        </p:grpSpPr>
        <p:sp>
          <p:nvSpPr>
            <p:cNvPr id="5866" name="Shape 5866"/>
            <p:cNvSpPr/>
            <p:nvPr/>
          </p:nvSpPr>
          <p:spPr>
            <a:xfrm>
              <a:off x="0" y="0"/>
              <a:ext cx="1505503" cy="1505503"/>
            </a:xfrm>
            <a:prstGeom prst="rect">
              <a:avLst/>
            </a:prstGeom>
            <a:solidFill>
              <a:schemeClr val="accent1"/>
            </a:solidFill>
            <a:ln w="12700" cap="flat">
              <a:noFill/>
              <a:miter lim="400000"/>
            </a:ln>
            <a:effectLst/>
          </p:spPr>
          <p:txBody>
            <a:bodyPr wrap="square" lIns="25401" tIns="25401" rIns="25401" bIns="25401" numCol="1" anchor="ctr">
              <a:noAutofit/>
            </a:bodyPr>
            <a:lstStyle/>
            <a:p>
              <a:pPr>
                <a:defRPr sz="3200">
                  <a:solidFill>
                    <a:srgbClr val="FFFFFF"/>
                  </a:solidFill>
                </a:defRPr>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7" name="Shape 5867"/>
            <p:cNvSpPr/>
            <p:nvPr/>
          </p:nvSpPr>
          <p:spPr>
            <a:xfrm>
              <a:off x="313480" y="314441"/>
              <a:ext cx="878543" cy="876620"/>
            </a:xfrm>
            <a:custGeom>
              <a:avLst/>
              <a:gdLst/>
              <a:ahLst/>
              <a:cxnLst>
                <a:cxn ang="0">
                  <a:pos x="wd2" y="hd2"/>
                </a:cxn>
                <a:cxn ang="5400000">
                  <a:pos x="wd2" y="hd2"/>
                </a:cxn>
                <a:cxn ang="10800000">
                  <a:pos x="wd2" y="hd2"/>
                </a:cxn>
                <a:cxn ang="16200000">
                  <a:pos x="wd2" y="hd2"/>
                </a:cxn>
              </a:cxnLst>
              <a:rect l="0" t="0" r="r" b="b"/>
              <a:pathLst>
                <a:path w="21600" h="21600" extrusionOk="0">
                  <a:moveTo>
                    <a:pt x="2837" y="0"/>
                  </a:moveTo>
                  <a:cubicBezTo>
                    <a:pt x="2548" y="0"/>
                    <a:pt x="2296" y="202"/>
                    <a:pt x="2234" y="486"/>
                  </a:cubicBezTo>
                  <a:lnTo>
                    <a:pt x="213" y="9775"/>
                  </a:lnTo>
                  <a:cubicBezTo>
                    <a:pt x="76" y="10107"/>
                    <a:pt x="0" y="10456"/>
                    <a:pt x="0" y="10812"/>
                  </a:cubicBezTo>
                  <a:cubicBezTo>
                    <a:pt x="0" y="12079"/>
                    <a:pt x="884" y="13133"/>
                    <a:pt x="2081" y="13401"/>
                  </a:cubicBezTo>
                  <a:lnTo>
                    <a:pt x="2081" y="20865"/>
                  </a:lnTo>
                  <a:cubicBezTo>
                    <a:pt x="2081" y="21203"/>
                    <a:pt x="2355" y="21482"/>
                    <a:pt x="2696" y="21482"/>
                  </a:cubicBezTo>
                  <a:lnTo>
                    <a:pt x="11628" y="21482"/>
                  </a:lnTo>
                  <a:cubicBezTo>
                    <a:pt x="11727" y="21550"/>
                    <a:pt x="11841" y="21600"/>
                    <a:pt x="11970" y="21600"/>
                  </a:cubicBezTo>
                  <a:lnTo>
                    <a:pt x="16162" y="21600"/>
                  </a:lnTo>
                  <a:cubicBezTo>
                    <a:pt x="16291" y="21600"/>
                    <a:pt x="16405" y="21550"/>
                    <a:pt x="16504" y="21482"/>
                  </a:cubicBezTo>
                  <a:lnTo>
                    <a:pt x="19176" y="21482"/>
                  </a:lnTo>
                  <a:cubicBezTo>
                    <a:pt x="19517" y="21482"/>
                    <a:pt x="19797" y="21203"/>
                    <a:pt x="19797" y="20865"/>
                  </a:cubicBezTo>
                  <a:lnTo>
                    <a:pt x="19797" y="13318"/>
                  </a:lnTo>
                  <a:cubicBezTo>
                    <a:pt x="20848" y="12962"/>
                    <a:pt x="21600" y="11980"/>
                    <a:pt x="21600" y="10812"/>
                  </a:cubicBezTo>
                  <a:cubicBezTo>
                    <a:pt x="21600" y="10456"/>
                    <a:pt x="21528" y="10107"/>
                    <a:pt x="21387" y="9775"/>
                  </a:cubicBezTo>
                  <a:lnTo>
                    <a:pt x="19366" y="486"/>
                  </a:lnTo>
                  <a:cubicBezTo>
                    <a:pt x="19303" y="202"/>
                    <a:pt x="19052" y="0"/>
                    <a:pt x="18763" y="0"/>
                  </a:cubicBezTo>
                  <a:lnTo>
                    <a:pt x="2837" y="0"/>
                  </a:lnTo>
                  <a:close/>
                  <a:moveTo>
                    <a:pt x="3334" y="1232"/>
                  </a:moveTo>
                  <a:cubicBezTo>
                    <a:pt x="3334" y="1232"/>
                    <a:pt x="4747" y="1232"/>
                    <a:pt x="5125" y="1232"/>
                  </a:cubicBezTo>
                  <a:lnTo>
                    <a:pt x="4197" y="10468"/>
                  </a:lnTo>
                  <a:cubicBezTo>
                    <a:pt x="4126" y="10569"/>
                    <a:pt x="4073" y="10681"/>
                    <a:pt x="4073" y="10812"/>
                  </a:cubicBezTo>
                  <a:cubicBezTo>
                    <a:pt x="4073" y="11156"/>
                    <a:pt x="3938" y="11460"/>
                    <a:pt x="3736" y="11706"/>
                  </a:cubicBezTo>
                  <a:cubicBezTo>
                    <a:pt x="3477" y="11938"/>
                    <a:pt x="3137" y="12086"/>
                    <a:pt x="2743" y="12086"/>
                  </a:cubicBezTo>
                  <a:lnTo>
                    <a:pt x="2737" y="12086"/>
                  </a:lnTo>
                  <a:cubicBezTo>
                    <a:pt x="2615" y="12078"/>
                    <a:pt x="2496" y="12123"/>
                    <a:pt x="2388" y="12186"/>
                  </a:cubicBezTo>
                  <a:cubicBezTo>
                    <a:pt x="1733" y="12058"/>
                    <a:pt x="1235" y="11502"/>
                    <a:pt x="1235" y="10812"/>
                  </a:cubicBezTo>
                  <a:cubicBezTo>
                    <a:pt x="1235" y="10609"/>
                    <a:pt x="1277" y="10411"/>
                    <a:pt x="1360" y="10225"/>
                  </a:cubicBezTo>
                  <a:cubicBezTo>
                    <a:pt x="1380" y="10184"/>
                    <a:pt x="1391" y="10146"/>
                    <a:pt x="1401" y="10101"/>
                  </a:cubicBezTo>
                  <a:lnTo>
                    <a:pt x="3334" y="1232"/>
                  </a:lnTo>
                  <a:close/>
                  <a:moveTo>
                    <a:pt x="6361" y="1232"/>
                  </a:moveTo>
                  <a:cubicBezTo>
                    <a:pt x="7008" y="1232"/>
                    <a:pt x="7469" y="1232"/>
                    <a:pt x="8365" y="1232"/>
                  </a:cubicBezTo>
                  <a:lnTo>
                    <a:pt x="8134" y="10800"/>
                  </a:lnTo>
                  <a:cubicBezTo>
                    <a:pt x="8134" y="10812"/>
                    <a:pt x="8139" y="10823"/>
                    <a:pt x="8140" y="10836"/>
                  </a:cubicBezTo>
                  <a:cubicBezTo>
                    <a:pt x="8134" y="11175"/>
                    <a:pt x="8001" y="11476"/>
                    <a:pt x="7797" y="11718"/>
                  </a:cubicBezTo>
                  <a:cubicBezTo>
                    <a:pt x="7547" y="11941"/>
                    <a:pt x="7229" y="12091"/>
                    <a:pt x="6869" y="12091"/>
                  </a:cubicBezTo>
                  <a:cubicBezTo>
                    <a:pt x="6084" y="12091"/>
                    <a:pt x="5444" y="11450"/>
                    <a:pt x="5444" y="10664"/>
                  </a:cubicBezTo>
                  <a:cubicBezTo>
                    <a:pt x="5444" y="10625"/>
                    <a:pt x="5427" y="10594"/>
                    <a:pt x="5421" y="10557"/>
                  </a:cubicBezTo>
                  <a:lnTo>
                    <a:pt x="6361" y="1232"/>
                  </a:lnTo>
                  <a:close/>
                  <a:moveTo>
                    <a:pt x="9606" y="1232"/>
                  </a:moveTo>
                  <a:cubicBezTo>
                    <a:pt x="10830" y="1232"/>
                    <a:pt x="10901" y="1232"/>
                    <a:pt x="12118" y="1232"/>
                  </a:cubicBezTo>
                  <a:lnTo>
                    <a:pt x="12343" y="10462"/>
                  </a:lnTo>
                  <a:cubicBezTo>
                    <a:pt x="12270" y="10564"/>
                    <a:pt x="12219" y="10679"/>
                    <a:pt x="12219" y="10812"/>
                  </a:cubicBezTo>
                  <a:cubicBezTo>
                    <a:pt x="12219" y="11162"/>
                    <a:pt x="12079" y="11470"/>
                    <a:pt x="11870" y="11718"/>
                  </a:cubicBezTo>
                  <a:cubicBezTo>
                    <a:pt x="11619" y="11941"/>
                    <a:pt x="11302" y="12091"/>
                    <a:pt x="10942" y="12091"/>
                  </a:cubicBezTo>
                  <a:cubicBezTo>
                    <a:pt x="10156" y="12091"/>
                    <a:pt x="9517" y="11450"/>
                    <a:pt x="9517" y="10664"/>
                  </a:cubicBezTo>
                  <a:cubicBezTo>
                    <a:pt x="9517" y="10522"/>
                    <a:pt x="9462" y="10401"/>
                    <a:pt x="9381" y="10296"/>
                  </a:cubicBezTo>
                  <a:lnTo>
                    <a:pt x="9606" y="1232"/>
                  </a:lnTo>
                  <a:close/>
                  <a:moveTo>
                    <a:pt x="13360" y="1232"/>
                  </a:moveTo>
                  <a:cubicBezTo>
                    <a:pt x="14252" y="1232"/>
                    <a:pt x="14751" y="1232"/>
                    <a:pt x="15381" y="1232"/>
                  </a:cubicBezTo>
                  <a:lnTo>
                    <a:pt x="16327" y="10634"/>
                  </a:lnTo>
                  <a:cubicBezTo>
                    <a:pt x="16309" y="10692"/>
                    <a:pt x="16292" y="10748"/>
                    <a:pt x="16292" y="10812"/>
                  </a:cubicBezTo>
                  <a:cubicBezTo>
                    <a:pt x="16292" y="11162"/>
                    <a:pt x="16151" y="11470"/>
                    <a:pt x="15943" y="11718"/>
                  </a:cubicBezTo>
                  <a:cubicBezTo>
                    <a:pt x="15692" y="11941"/>
                    <a:pt x="15375" y="12091"/>
                    <a:pt x="15015" y="12091"/>
                  </a:cubicBezTo>
                  <a:cubicBezTo>
                    <a:pt x="14230" y="12091"/>
                    <a:pt x="13590" y="11450"/>
                    <a:pt x="13590" y="10664"/>
                  </a:cubicBezTo>
                  <a:cubicBezTo>
                    <a:pt x="13590" y="10657"/>
                    <a:pt x="13584" y="10652"/>
                    <a:pt x="13584" y="10646"/>
                  </a:cubicBezTo>
                  <a:lnTo>
                    <a:pt x="13360" y="1232"/>
                  </a:lnTo>
                  <a:close/>
                  <a:moveTo>
                    <a:pt x="16617" y="1232"/>
                  </a:moveTo>
                  <a:cubicBezTo>
                    <a:pt x="16941" y="1232"/>
                    <a:pt x="18266" y="1232"/>
                    <a:pt x="18266" y="1232"/>
                  </a:cubicBezTo>
                  <a:lnTo>
                    <a:pt x="20199" y="10101"/>
                  </a:lnTo>
                  <a:cubicBezTo>
                    <a:pt x="20209" y="10142"/>
                    <a:pt x="20223" y="10184"/>
                    <a:pt x="20240" y="10225"/>
                  </a:cubicBezTo>
                  <a:cubicBezTo>
                    <a:pt x="20326" y="10415"/>
                    <a:pt x="20365" y="10611"/>
                    <a:pt x="20365" y="10812"/>
                  </a:cubicBezTo>
                  <a:cubicBezTo>
                    <a:pt x="20365" y="11441"/>
                    <a:pt x="19952" y="11958"/>
                    <a:pt x="19383" y="12145"/>
                  </a:cubicBezTo>
                  <a:cubicBezTo>
                    <a:pt x="19284" y="12106"/>
                    <a:pt x="19183" y="12085"/>
                    <a:pt x="19088" y="12091"/>
                  </a:cubicBezTo>
                  <a:cubicBezTo>
                    <a:pt x="18303" y="12091"/>
                    <a:pt x="17669" y="11450"/>
                    <a:pt x="17669" y="10664"/>
                  </a:cubicBezTo>
                  <a:cubicBezTo>
                    <a:pt x="17669" y="10522"/>
                    <a:pt x="17608" y="10401"/>
                    <a:pt x="17527" y="10296"/>
                  </a:cubicBezTo>
                  <a:lnTo>
                    <a:pt x="16617" y="1232"/>
                  </a:lnTo>
                  <a:close/>
                  <a:moveTo>
                    <a:pt x="4688" y="12518"/>
                  </a:moveTo>
                  <a:cubicBezTo>
                    <a:pt x="5173" y="13101"/>
                    <a:pt x="5911" y="13472"/>
                    <a:pt x="6727" y="13472"/>
                  </a:cubicBezTo>
                  <a:cubicBezTo>
                    <a:pt x="7547" y="13472"/>
                    <a:pt x="8276" y="13101"/>
                    <a:pt x="8761" y="12518"/>
                  </a:cubicBezTo>
                  <a:cubicBezTo>
                    <a:pt x="9247" y="13101"/>
                    <a:pt x="9984" y="13472"/>
                    <a:pt x="10800" y="13472"/>
                  </a:cubicBezTo>
                  <a:cubicBezTo>
                    <a:pt x="11619" y="13472"/>
                    <a:pt x="12345" y="13101"/>
                    <a:pt x="12833" y="12518"/>
                  </a:cubicBezTo>
                  <a:cubicBezTo>
                    <a:pt x="13319" y="13101"/>
                    <a:pt x="14057" y="13472"/>
                    <a:pt x="14873" y="13472"/>
                  </a:cubicBezTo>
                  <a:cubicBezTo>
                    <a:pt x="15692" y="13472"/>
                    <a:pt x="16421" y="13101"/>
                    <a:pt x="16906" y="12518"/>
                  </a:cubicBezTo>
                  <a:cubicBezTo>
                    <a:pt x="17317" y="13008"/>
                    <a:pt x="17902" y="13333"/>
                    <a:pt x="18562" y="13430"/>
                  </a:cubicBezTo>
                  <a:lnTo>
                    <a:pt x="18562" y="20243"/>
                  </a:lnTo>
                  <a:lnTo>
                    <a:pt x="16776" y="20243"/>
                  </a:lnTo>
                  <a:lnTo>
                    <a:pt x="16776" y="15214"/>
                  </a:lnTo>
                  <a:cubicBezTo>
                    <a:pt x="16776" y="14872"/>
                    <a:pt x="16502" y="14597"/>
                    <a:pt x="16162" y="14597"/>
                  </a:cubicBezTo>
                  <a:lnTo>
                    <a:pt x="11970" y="14597"/>
                  </a:lnTo>
                  <a:cubicBezTo>
                    <a:pt x="11630" y="14597"/>
                    <a:pt x="11350" y="14872"/>
                    <a:pt x="11350" y="15214"/>
                  </a:cubicBezTo>
                  <a:lnTo>
                    <a:pt x="11350" y="20243"/>
                  </a:lnTo>
                  <a:lnTo>
                    <a:pt x="3316" y="20243"/>
                  </a:lnTo>
                  <a:cubicBezTo>
                    <a:pt x="3316" y="20243"/>
                    <a:pt x="3316" y="13601"/>
                    <a:pt x="3316" y="13383"/>
                  </a:cubicBezTo>
                  <a:cubicBezTo>
                    <a:pt x="3859" y="13241"/>
                    <a:pt x="4337" y="12937"/>
                    <a:pt x="4688" y="12518"/>
                  </a:cubicBezTo>
                  <a:close/>
                  <a:moveTo>
                    <a:pt x="4782" y="14597"/>
                  </a:moveTo>
                  <a:cubicBezTo>
                    <a:pt x="4442" y="14597"/>
                    <a:pt x="4162" y="14872"/>
                    <a:pt x="4162" y="15214"/>
                  </a:cubicBezTo>
                  <a:lnTo>
                    <a:pt x="4162" y="18922"/>
                  </a:lnTo>
                  <a:cubicBezTo>
                    <a:pt x="4162" y="19260"/>
                    <a:pt x="4442" y="19538"/>
                    <a:pt x="4782" y="19538"/>
                  </a:cubicBezTo>
                  <a:lnTo>
                    <a:pt x="9760" y="19538"/>
                  </a:lnTo>
                  <a:cubicBezTo>
                    <a:pt x="10100" y="19538"/>
                    <a:pt x="10378" y="19260"/>
                    <a:pt x="10374" y="18922"/>
                  </a:cubicBezTo>
                  <a:lnTo>
                    <a:pt x="10374" y="15214"/>
                  </a:lnTo>
                  <a:cubicBezTo>
                    <a:pt x="10374" y="14872"/>
                    <a:pt x="10100" y="14597"/>
                    <a:pt x="9760" y="14597"/>
                  </a:cubicBezTo>
                  <a:lnTo>
                    <a:pt x="4782" y="14597"/>
                  </a:lnTo>
                  <a:close/>
                  <a:moveTo>
                    <a:pt x="5397" y="15830"/>
                  </a:moveTo>
                  <a:lnTo>
                    <a:pt x="9145" y="15830"/>
                  </a:lnTo>
                  <a:lnTo>
                    <a:pt x="9145" y="18300"/>
                  </a:lnTo>
                  <a:lnTo>
                    <a:pt x="5397" y="18300"/>
                  </a:lnTo>
                  <a:cubicBezTo>
                    <a:pt x="5397" y="18300"/>
                    <a:pt x="5397" y="15830"/>
                    <a:pt x="5397" y="15830"/>
                  </a:cubicBezTo>
                  <a:close/>
                  <a:moveTo>
                    <a:pt x="12585" y="15830"/>
                  </a:moveTo>
                  <a:lnTo>
                    <a:pt x="15541" y="15830"/>
                  </a:lnTo>
                  <a:lnTo>
                    <a:pt x="15541" y="20243"/>
                  </a:lnTo>
                  <a:lnTo>
                    <a:pt x="12585" y="20243"/>
                  </a:lnTo>
                  <a:cubicBezTo>
                    <a:pt x="12585" y="20019"/>
                    <a:pt x="12585" y="15830"/>
                    <a:pt x="12585" y="15830"/>
                  </a:cubicBezTo>
                  <a:close/>
                </a:path>
              </a:pathLst>
            </a:custGeom>
            <a:solidFill>
              <a:srgbClr val="FFFFFF"/>
            </a:solidFill>
            <a:ln w="12700" cap="flat">
              <a:noFill/>
              <a:miter lim="400000"/>
            </a:ln>
            <a:effectLst/>
          </p:spPr>
          <p:txBody>
            <a:bodyPr wrap="square" lIns="19051" tIns="19051" rIns="19051" bIns="19051" numCol="1" anchor="ctr">
              <a:noAutofit/>
            </a:bodyPr>
            <a:lstStyle/>
            <a:p>
              <a:pPr defTabSz="228589">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872" name="Group 5872"/>
          <p:cNvGrpSpPr/>
          <p:nvPr/>
        </p:nvGrpSpPr>
        <p:grpSpPr>
          <a:xfrm>
            <a:off x="1395084" y="4223636"/>
            <a:ext cx="752752" cy="752752"/>
            <a:chOff x="0" y="0"/>
            <a:chExt cx="1505502" cy="1505502"/>
          </a:xfrm>
        </p:grpSpPr>
        <p:sp>
          <p:nvSpPr>
            <p:cNvPr id="5870" name="Shape 5870"/>
            <p:cNvSpPr/>
            <p:nvPr/>
          </p:nvSpPr>
          <p:spPr>
            <a:xfrm>
              <a:off x="0" y="0"/>
              <a:ext cx="1505503" cy="1505503"/>
            </a:xfrm>
            <a:prstGeom prst="rect">
              <a:avLst/>
            </a:prstGeom>
            <a:solidFill>
              <a:schemeClr val="accent3"/>
            </a:solidFill>
            <a:ln w="12700" cap="flat">
              <a:noFill/>
              <a:miter lim="400000"/>
            </a:ln>
            <a:effectLst/>
          </p:spPr>
          <p:txBody>
            <a:bodyPr wrap="square" lIns="25401" tIns="25401" rIns="25401" bIns="25401" numCol="1" anchor="ctr">
              <a:noAutofit/>
            </a:bodyPr>
            <a:lstStyle/>
            <a:p>
              <a:pPr>
                <a:defRPr sz="3200">
                  <a:solidFill>
                    <a:srgbClr val="FFFFFF"/>
                  </a:solidFill>
                </a:defRPr>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71" name="Shape 5871"/>
            <p:cNvSpPr/>
            <p:nvPr/>
          </p:nvSpPr>
          <p:spPr>
            <a:xfrm>
              <a:off x="268261" y="350792"/>
              <a:ext cx="968981" cy="803919"/>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0081" y="0"/>
                    <a:pt x="9497" y="705"/>
                    <a:pt x="9497" y="1571"/>
                  </a:cubicBezTo>
                  <a:cubicBezTo>
                    <a:pt x="9497" y="2063"/>
                    <a:pt x="9687" y="2502"/>
                    <a:pt x="9982" y="2790"/>
                  </a:cubicBezTo>
                  <a:cubicBezTo>
                    <a:pt x="9577" y="5055"/>
                    <a:pt x="8926" y="7957"/>
                    <a:pt x="8346" y="9415"/>
                  </a:cubicBezTo>
                  <a:cubicBezTo>
                    <a:pt x="7686" y="8534"/>
                    <a:pt x="6624" y="7013"/>
                    <a:pt x="5863" y="5431"/>
                  </a:cubicBezTo>
                  <a:cubicBezTo>
                    <a:pt x="6059" y="5156"/>
                    <a:pt x="6179" y="4800"/>
                    <a:pt x="6179" y="4410"/>
                  </a:cubicBezTo>
                  <a:cubicBezTo>
                    <a:pt x="6179" y="3544"/>
                    <a:pt x="5595" y="2839"/>
                    <a:pt x="4876" y="2839"/>
                  </a:cubicBezTo>
                  <a:cubicBezTo>
                    <a:pt x="4158" y="2839"/>
                    <a:pt x="3573" y="3544"/>
                    <a:pt x="3573" y="4410"/>
                  </a:cubicBezTo>
                  <a:cubicBezTo>
                    <a:pt x="3573" y="4970"/>
                    <a:pt x="3814" y="5460"/>
                    <a:pt x="4181" y="5738"/>
                  </a:cubicBezTo>
                  <a:cubicBezTo>
                    <a:pt x="4135" y="6911"/>
                    <a:pt x="3965" y="8445"/>
                    <a:pt x="3614" y="9440"/>
                  </a:cubicBezTo>
                  <a:lnTo>
                    <a:pt x="2438" y="8023"/>
                  </a:lnTo>
                  <a:cubicBezTo>
                    <a:pt x="2545" y="7794"/>
                    <a:pt x="2606" y="7530"/>
                    <a:pt x="2606" y="7250"/>
                  </a:cubicBezTo>
                  <a:cubicBezTo>
                    <a:pt x="2606" y="6383"/>
                    <a:pt x="2022" y="5679"/>
                    <a:pt x="1303" y="5679"/>
                  </a:cubicBezTo>
                  <a:cubicBezTo>
                    <a:pt x="585" y="5679"/>
                    <a:pt x="0" y="6383"/>
                    <a:pt x="0" y="7250"/>
                  </a:cubicBezTo>
                  <a:cubicBezTo>
                    <a:pt x="0" y="7884"/>
                    <a:pt x="314" y="8429"/>
                    <a:pt x="765" y="8677"/>
                  </a:cubicBezTo>
                  <a:cubicBezTo>
                    <a:pt x="1226" y="11504"/>
                    <a:pt x="1842" y="15563"/>
                    <a:pt x="1842" y="16481"/>
                  </a:cubicBezTo>
                  <a:lnTo>
                    <a:pt x="1842" y="20738"/>
                  </a:lnTo>
                  <a:cubicBezTo>
                    <a:pt x="1842" y="21213"/>
                    <a:pt x="2159" y="21600"/>
                    <a:pt x="2553" y="21600"/>
                  </a:cubicBezTo>
                  <a:lnTo>
                    <a:pt x="19047" y="21600"/>
                  </a:lnTo>
                  <a:cubicBezTo>
                    <a:pt x="19442" y="21600"/>
                    <a:pt x="19762" y="21213"/>
                    <a:pt x="19762" y="20738"/>
                  </a:cubicBezTo>
                  <a:lnTo>
                    <a:pt x="19762" y="16481"/>
                  </a:lnTo>
                  <a:cubicBezTo>
                    <a:pt x="19762" y="15563"/>
                    <a:pt x="20373" y="11504"/>
                    <a:pt x="20835" y="8677"/>
                  </a:cubicBezTo>
                  <a:cubicBezTo>
                    <a:pt x="21286" y="8429"/>
                    <a:pt x="21600" y="7884"/>
                    <a:pt x="21600" y="7250"/>
                  </a:cubicBezTo>
                  <a:cubicBezTo>
                    <a:pt x="21600" y="6383"/>
                    <a:pt x="21015" y="5679"/>
                    <a:pt x="20297" y="5679"/>
                  </a:cubicBezTo>
                  <a:cubicBezTo>
                    <a:pt x="19578" y="5679"/>
                    <a:pt x="18994" y="6383"/>
                    <a:pt x="18994" y="7250"/>
                  </a:cubicBezTo>
                  <a:cubicBezTo>
                    <a:pt x="18994" y="7530"/>
                    <a:pt x="19054" y="7794"/>
                    <a:pt x="19162" y="8023"/>
                  </a:cubicBezTo>
                  <a:lnTo>
                    <a:pt x="17986" y="9440"/>
                  </a:lnTo>
                  <a:cubicBezTo>
                    <a:pt x="17636" y="8445"/>
                    <a:pt x="17465" y="6911"/>
                    <a:pt x="17419" y="5738"/>
                  </a:cubicBezTo>
                  <a:cubicBezTo>
                    <a:pt x="17785" y="5460"/>
                    <a:pt x="18027" y="4970"/>
                    <a:pt x="18027" y="4410"/>
                  </a:cubicBezTo>
                  <a:cubicBezTo>
                    <a:pt x="18027" y="3544"/>
                    <a:pt x="17443" y="2839"/>
                    <a:pt x="16724" y="2839"/>
                  </a:cubicBezTo>
                  <a:cubicBezTo>
                    <a:pt x="16006" y="2839"/>
                    <a:pt x="15421" y="3544"/>
                    <a:pt x="15421" y="4410"/>
                  </a:cubicBezTo>
                  <a:cubicBezTo>
                    <a:pt x="15421" y="4800"/>
                    <a:pt x="15542" y="5156"/>
                    <a:pt x="15737" y="5431"/>
                  </a:cubicBezTo>
                  <a:cubicBezTo>
                    <a:pt x="14977" y="7011"/>
                    <a:pt x="13914" y="8533"/>
                    <a:pt x="13254" y="9415"/>
                  </a:cubicBezTo>
                  <a:cubicBezTo>
                    <a:pt x="12675" y="7957"/>
                    <a:pt x="12023" y="5054"/>
                    <a:pt x="11618" y="2790"/>
                  </a:cubicBezTo>
                  <a:cubicBezTo>
                    <a:pt x="11914" y="2502"/>
                    <a:pt x="12103" y="2063"/>
                    <a:pt x="12103" y="1571"/>
                  </a:cubicBezTo>
                  <a:cubicBezTo>
                    <a:pt x="12103" y="705"/>
                    <a:pt x="11518" y="0"/>
                    <a:pt x="10800" y="0"/>
                  </a:cubicBezTo>
                  <a:close/>
                  <a:moveTo>
                    <a:pt x="10800" y="6050"/>
                  </a:moveTo>
                  <a:cubicBezTo>
                    <a:pt x="11273" y="8166"/>
                    <a:pt x="11931" y="10540"/>
                    <a:pt x="12650" y="11407"/>
                  </a:cubicBezTo>
                  <a:cubicBezTo>
                    <a:pt x="12784" y="11568"/>
                    <a:pt x="12967" y="11660"/>
                    <a:pt x="13156" y="11660"/>
                  </a:cubicBezTo>
                  <a:cubicBezTo>
                    <a:pt x="13345" y="11660"/>
                    <a:pt x="13527" y="11568"/>
                    <a:pt x="13661" y="11407"/>
                  </a:cubicBezTo>
                  <a:cubicBezTo>
                    <a:pt x="13734" y="11320"/>
                    <a:pt x="15006" y="9777"/>
                    <a:pt x="16161" y="7809"/>
                  </a:cubicBezTo>
                  <a:cubicBezTo>
                    <a:pt x="16338" y="9125"/>
                    <a:pt x="16688" y="10590"/>
                    <a:pt x="17366" y="11407"/>
                  </a:cubicBezTo>
                  <a:cubicBezTo>
                    <a:pt x="17644" y="11743"/>
                    <a:pt x="18094" y="11743"/>
                    <a:pt x="18373" y="11407"/>
                  </a:cubicBezTo>
                  <a:lnTo>
                    <a:pt x="19080" y="10555"/>
                  </a:lnTo>
                  <a:cubicBezTo>
                    <a:pt x="18815" y="12265"/>
                    <a:pt x="18512" y="14350"/>
                    <a:pt x="18389" y="15619"/>
                  </a:cubicBezTo>
                  <a:lnTo>
                    <a:pt x="3211" y="15619"/>
                  </a:lnTo>
                  <a:cubicBezTo>
                    <a:pt x="3088" y="14350"/>
                    <a:pt x="2785" y="12265"/>
                    <a:pt x="2520" y="10555"/>
                  </a:cubicBezTo>
                  <a:cubicBezTo>
                    <a:pt x="2520" y="10555"/>
                    <a:pt x="3227" y="11407"/>
                    <a:pt x="3227" y="11407"/>
                  </a:cubicBezTo>
                  <a:cubicBezTo>
                    <a:pt x="3506" y="11743"/>
                    <a:pt x="3960" y="11743"/>
                    <a:pt x="4239" y="11407"/>
                  </a:cubicBezTo>
                  <a:cubicBezTo>
                    <a:pt x="4917" y="10590"/>
                    <a:pt x="5262" y="9125"/>
                    <a:pt x="5439" y="7809"/>
                  </a:cubicBezTo>
                  <a:cubicBezTo>
                    <a:pt x="6594" y="9777"/>
                    <a:pt x="7866" y="11320"/>
                    <a:pt x="7939" y="11407"/>
                  </a:cubicBezTo>
                  <a:cubicBezTo>
                    <a:pt x="8218" y="11743"/>
                    <a:pt x="8671" y="11743"/>
                    <a:pt x="8950" y="11407"/>
                  </a:cubicBezTo>
                  <a:cubicBezTo>
                    <a:pt x="9669" y="10540"/>
                    <a:pt x="10327" y="8166"/>
                    <a:pt x="10800" y="6050"/>
                  </a:cubicBezTo>
                  <a:close/>
                  <a:moveTo>
                    <a:pt x="10775" y="11258"/>
                  </a:moveTo>
                  <a:cubicBezTo>
                    <a:pt x="10056" y="11258"/>
                    <a:pt x="9472" y="11963"/>
                    <a:pt x="9472" y="12829"/>
                  </a:cubicBezTo>
                  <a:cubicBezTo>
                    <a:pt x="9472" y="13695"/>
                    <a:pt x="10056" y="14400"/>
                    <a:pt x="10775" y="14400"/>
                  </a:cubicBezTo>
                  <a:cubicBezTo>
                    <a:pt x="11493" y="14400"/>
                    <a:pt x="12079" y="13695"/>
                    <a:pt x="12079" y="12829"/>
                  </a:cubicBezTo>
                  <a:cubicBezTo>
                    <a:pt x="12079" y="11963"/>
                    <a:pt x="11493" y="11258"/>
                    <a:pt x="10775" y="11258"/>
                  </a:cubicBezTo>
                  <a:close/>
                  <a:moveTo>
                    <a:pt x="3268" y="17338"/>
                  </a:moveTo>
                  <a:lnTo>
                    <a:pt x="18332" y="17338"/>
                  </a:lnTo>
                  <a:cubicBezTo>
                    <a:pt x="18332" y="17338"/>
                    <a:pt x="18332" y="19881"/>
                    <a:pt x="18332" y="19881"/>
                  </a:cubicBezTo>
                  <a:lnTo>
                    <a:pt x="3268" y="19881"/>
                  </a:lnTo>
                  <a:lnTo>
                    <a:pt x="3268" y="17338"/>
                  </a:lnTo>
                  <a:close/>
                </a:path>
              </a:pathLst>
            </a:custGeom>
            <a:solidFill>
              <a:srgbClr val="FFFFFF"/>
            </a:solidFill>
            <a:ln w="12700" cap="flat">
              <a:noFill/>
              <a:miter lim="400000"/>
            </a:ln>
            <a:effectLst/>
          </p:spPr>
          <p:txBody>
            <a:bodyPr wrap="square" lIns="19051" tIns="19051" rIns="19051" bIns="19051" numCol="1" anchor="ctr">
              <a:noAutofit/>
            </a:bodyPr>
            <a:lstStyle/>
            <a:p>
              <a:pPr defTabSz="228589">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876" name="Group 5876"/>
          <p:cNvGrpSpPr/>
          <p:nvPr/>
        </p:nvGrpSpPr>
        <p:grpSpPr>
          <a:xfrm>
            <a:off x="1395084" y="5421390"/>
            <a:ext cx="752752" cy="752752"/>
            <a:chOff x="0" y="0"/>
            <a:chExt cx="1505502" cy="1505502"/>
          </a:xfrm>
        </p:grpSpPr>
        <p:sp>
          <p:nvSpPr>
            <p:cNvPr id="5874" name="Shape 5874"/>
            <p:cNvSpPr/>
            <p:nvPr/>
          </p:nvSpPr>
          <p:spPr>
            <a:xfrm>
              <a:off x="0" y="0"/>
              <a:ext cx="1505503" cy="1505503"/>
            </a:xfrm>
            <a:prstGeom prst="rect">
              <a:avLst/>
            </a:prstGeom>
            <a:solidFill>
              <a:srgbClr val="164C8C"/>
            </a:solidFill>
            <a:ln w="12700" cap="flat">
              <a:noFill/>
              <a:miter lim="400000"/>
            </a:ln>
            <a:effectLst/>
          </p:spPr>
          <p:txBody>
            <a:bodyPr wrap="square" lIns="25401" tIns="25401" rIns="25401" bIns="25401" numCol="1" anchor="ctr">
              <a:noAutofit/>
            </a:bodyPr>
            <a:lstStyle/>
            <a:p>
              <a:pPr>
                <a:defRPr sz="3200">
                  <a:solidFill>
                    <a:srgbClr val="FFFFFF"/>
                  </a:solidFill>
                </a:defRPr>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75" name="Shape 5875"/>
            <p:cNvSpPr/>
            <p:nvPr/>
          </p:nvSpPr>
          <p:spPr>
            <a:xfrm>
              <a:off x="268261" y="282082"/>
              <a:ext cx="968981" cy="966738"/>
            </a:xfrm>
            <a:custGeom>
              <a:avLst/>
              <a:gdLst/>
              <a:ahLst/>
              <a:cxnLst>
                <a:cxn ang="0">
                  <a:pos x="wd2" y="hd2"/>
                </a:cxn>
                <a:cxn ang="5400000">
                  <a:pos x="wd2" y="hd2"/>
                </a:cxn>
                <a:cxn ang="10800000">
                  <a:pos x="wd2" y="hd2"/>
                </a:cxn>
                <a:cxn ang="16200000">
                  <a:pos x="wd2" y="hd2"/>
                </a:cxn>
              </a:cxnLst>
              <a:rect l="0" t="0" r="r" b="b"/>
              <a:pathLst>
                <a:path w="21600" h="21600" extrusionOk="0">
                  <a:moveTo>
                    <a:pt x="1100" y="0"/>
                  </a:moveTo>
                  <a:cubicBezTo>
                    <a:pt x="493" y="0"/>
                    <a:pt x="0" y="494"/>
                    <a:pt x="0" y="1103"/>
                  </a:cubicBezTo>
                  <a:lnTo>
                    <a:pt x="0" y="4742"/>
                  </a:lnTo>
                  <a:cubicBezTo>
                    <a:pt x="0" y="5350"/>
                    <a:pt x="493" y="5845"/>
                    <a:pt x="1100" y="5845"/>
                  </a:cubicBezTo>
                  <a:lnTo>
                    <a:pt x="1660" y="5845"/>
                  </a:lnTo>
                  <a:lnTo>
                    <a:pt x="1660" y="16958"/>
                  </a:lnTo>
                  <a:cubicBezTo>
                    <a:pt x="1660" y="17567"/>
                    <a:pt x="2154" y="18061"/>
                    <a:pt x="2761" y="18061"/>
                  </a:cubicBezTo>
                  <a:lnTo>
                    <a:pt x="10682" y="18061"/>
                  </a:lnTo>
                  <a:cubicBezTo>
                    <a:pt x="10421" y="17328"/>
                    <a:pt x="10219" y="16576"/>
                    <a:pt x="10087" y="15855"/>
                  </a:cubicBezTo>
                  <a:cubicBezTo>
                    <a:pt x="10087" y="15855"/>
                    <a:pt x="3856" y="15855"/>
                    <a:pt x="3856" y="15855"/>
                  </a:cubicBezTo>
                  <a:lnTo>
                    <a:pt x="3856" y="5845"/>
                  </a:lnTo>
                  <a:lnTo>
                    <a:pt x="14883" y="5845"/>
                  </a:lnTo>
                  <a:lnTo>
                    <a:pt x="14883" y="9329"/>
                  </a:lnTo>
                  <a:cubicBezTo>
                    <a:pt x="15493" y="9227"/>
                    <a:pt x="16140" y="9173"/>
                    <a:pt x="16824" y="9173"/>
                  </a:cubicBezTo>
                  <a:cubicBezTo>
                    <a:pt x="16910" y="9173"/>
                    <a:pt x="16994" y="9177"/>
                    <a:pt x="17079" y="9178"/>
                  </a:cubicBezTo>
                  <a:lnTo>
                    <a:pt x="17079" y="5845"/>
                  </a:lnTo>
                  <a:lnTo>
                    <a:pt x="17639" y="5845"/>
                  </a:lnTo>
                  <a:cubicBezTo>
                    <a:pt x="18247" y="5845"/>
                    <a:pt x="18739" y="5350"/>
                    <a:pt x="18739" y="4742"/>
                  </a:cubicBezTo>
                  <a:lnTo>
                    <a:pt x="18739" y="1103"/>
                  </a:lnTo>
                  <a:cubicBezTo>
                    <a:pt x="18739" y="494"/>
                    <a:pt x="18247" y="0"/>
                    <a:pt x="17639" y="0"/>
                  </a:cubicBezTo>
                  <a:lnTo>
                    <a:pt x="1100" y="0"/>
                  </a:lnTo>
                  <a:close/>
                  <a:moveTo>
                    <a:pt x="2201" y="2206"/>
                  </a:moveTo>
                  <a:lnTo>
                    <a:pt x="16539" y="2206"/>
                  </a:lnTo>
                  <a:lnTo>
                    <a:pt x="16539" y="3639"/>
                  </a:lnTo>
                  <a:lnTo>
                    <a:pt x="2201" y="3639"/>
                  </a:lnTo>
                  <a:cubicBezTo>
                    <a:pt x="2201" y="3639"/>
                    <a:pt x="2201" y="2206"/>
                    <a:pt x="2201" y="2206"/>
                  </a:cubicBezTo>
                  <a:close/>
                  <a:moveTo>
                    <a:pt x="16879" y="11389"/>
                  </a:moveTo>
                  <a:cubicBezTo>
                    <a:pt x="14998" y="11389"/>
                    <a:pt x="13558" y="11845"/>
                    <a:pt x="12788" y="12627"/>
                  </a:cubicBezTo>
                  <a:cubicBezTo>
                    <a:pt x="12385" y="13037"/>
                    <a:pt x="12163" y="13539"/>
                    <a:pt x="12163" y="14106"/>
                  </a:cubicBezTo>
                  <a:cubicBezTo>
                    <a:pt x="12163" y="15387"/>
                    <a:pt x="12626" y="17150"/>
                    <a:pt x="13338" y="18597"/>
                  </a:cubicBezTo>
                  <a:cubicBezTo>
                    <a:pt x="14306" y="20563"/>
                    <a:pt x="15528" y="21600"/>
                    <a:pt x="16879" y="21600"/>
                  </a:cubicBezTo>
                  <a:cubicBezTo>
                    <a:pt x="18529" y="21600"/>
                    <a:pt x="19698" y="20073"/>
                    <a:pt x="20425" y="18597"/>
                  </a:cubicBezTo>
                  <a:cubicBezTo>
                    <a:pt x="21069" y="17288"/>
                    <a:pt x="21600" y="15493"/>
                    <a:pt x="21600" y="14106"/>
                  </a:cubicBezTo>
                  <a:cubicBezTo>
                    <a:pt x="21600" y="13542"/>
                    <a:pt x="21383" y="13045"/>
                    <a:pt x="20985" y="12637"/>
                  </a:cubicBezTo>
                  <a:cubicBezTo>
                    <a:pt x="20982" y="12635"/>
                    <a:pt x="20977" y="12630"/>
                    <a:pt x="20975" y="12627"/>
                  </a:cubicBezTo>
                  <a:cubicBezTo>
                    <a:pt x="20010" y="11648"/>
                    <a:pt x="18247" y="11389"/>
                    <a:pt x="16879" y="11389"/>
                  </a:cubicBezTo>
                  <a:close/>
                  <a:moveTo>
                    <a:pt x="16879" y="13595"/>
                  </a:moveTo>
                  <a:cubicBezTo>
                    <a:pt x="18306" y="13595"/>
                    <a:pt x="19204" y="13953"/>
                    <a:pt x="19399" y="14161"/>
                  </a:cubicBezTo>
                  <a:cubicBezTo>
                    <a:pt x="19384" y="15101"/>
                    <a:pt x="19000" y="16512"/>
                    <a:pt x="18454" y="17620"/>
                  </a:cubicBezTo>
                  <a:cubicBezTo>
                    <a:pt x="17854" y="18840"/>
                    <a:pt x="17215" y="19394"/>
                    <a:pt x="16879" y="19394"/>
                  </a:cubicBezTo>
                  <a:cubicBezTo>
                    <a:pt x="16543" y="19394"/>
                    <a:pt x="15909" y="18840"/>
                    <a:pt x="15309" y="17620"/>
                  </a:cubicBezTo>
                  <a:cubicBezTo>
                    <a:pt x="14762" y="16512"/>
                    <a:pt x="14379" y="15101"/>
                    <a:pt x="14363" y="14161"/>
                  </a:cubicBezTo>
                  <a:cubicBezTo>
                    <a:pt x="14558" y="13953"/>
                    <a:pt x="15452" y="13595"/>
                    <a:pt x="16879" y="13595"/>
                  </a:cubicBezTo>
                  <a:close/>
                </a:path>
              </a:pathLst>
            </a:custGeom>
            <a:solidFill>
              <a:srgbClr val="FFFFFF"/>
            </a:solidFill>
            <a:ln w="12700" cap="flat">
              <a:noFill/>
              <a:miter lim="400000"/>
            </a:ln>
            <a:effectLst/>
          </p:spPr>
          <p:txBody>
            <a:bodyPr wrap="square" lIns="19051" tIns="19051" rIns="19051" bIns="19051" numCol="1" anchor="ctr">
              <a:noAutofit/>
            </a:bodyPr>
            <a:lstStyle/>
            <a:p>
              <a:pPr defTabSz="228589">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879" name="Group 5879"/>
          <p:cNvGrpSpPr/>
          <p:nvPr/>
        </p:nvGrpSpPr>
        <p:grpSpPr>
          <a:xfrm>
            <a:off x="1395084" y="3025882"/>
            <a:ext cx="752752" cy="752752"/>
            <a:chOff x="0" y="0"/>
            <a:chExt cx="1505502" cy="1505502"/>
          </a:xfrm>
        </p:grpSpPr>
        <p:sp>
          <p:nvSpPr>
            <p:cNvPr id="5877" name="Shape 5877"/>
            <p:cNvSpPr/>
            <p:nvPr/>
          </p:nvSpPr>
          <p:spPr>
            <a:xfrm>
              <a:off x="0" y="0"/>
              <a:ext cx="1505503" cy="1505503"/>
            </a:xfrm>
            <a:prstGeom prst="rect">
              <a:avLst/>
            </a:prstGeom>
            <a:solidFill>
              <a:srgbClr val="164C8C"/>
            </a:solidFill>
            <a:ln w="12700" cap="flat">
              <a:noFill/>
              <a:miter lim="400000"/>
            </a:ln>
            <a:effectLst/>
          </p:spPr>
          <p:txBody>
            <a:bodyPr wrap="square" lIns="25401" tIns="25401" rIns="25401" bIns="25401" numCol="1" anchor="ctr">
              <a:noAutofit/>
            </a:bodyPr>
            <a:lstStyle/>
            <a:p>
              <a:pPr>
                <a:defRPr sz="3200">
                  <a:solidFill>
                    <a:srgbClr val="FFFFFF"/>
                  </a:solidFill>
                </a:defRPr>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78" name="Shape 5878"/>
            <p:cNvSpPr/>
            <p:nvPr/>
          </p:nvSpPr>
          <p:spPr>
            <a:xfrm>
              <a:off x="313480" y="313478"/>
              <a:ext cx="878543" cy="878547"/>
            </a:xfrm>
            <a:custGeom>
              <a:avLst/>
              <a:gdLst/>
              <a:ahLst/>
              <a:cxnLst>
                <a:cxn ang="0">
                  <a:pos x="wd2" y="hd2"/>
                </a:cxn>
                <a:cxn ang="5400000">
                  <a:pos x="wd2" y="hd2"/>
                </a:cxn>
                <a:cxn ang="10800000">
                  <a:pos x="wd2" y="hd2"/>
                </a:cxn>
                <a:cxn ang="16200000">
                  <a:pos x="wd2" y="hd2"/>
                </a:cxn>
              </a:cxnLst>
              <a:rect l="0" t="0" r="r" b="b"/>
              <a:pathLst>
                <a:path w="21600" h="21600" extrusionOk="0">
                  <a:moveTo>
                    <a:pt x="15940" y="9415"/>
                  </a:moveTo>
                  <a:lnTo>
                    <a:pt x="12185" y="9415"/>
                  </a:lnTo>
                  <a:lnTo>
                    <a:pt x="12185" y="5660"/>
                  </a:lnTo>
                  <a:lnTo>
                    <a:pt x="9415" y="5660"/>
                  </a:lnTo>
                  <a:lnTo>
                    <a:pt x="9415" y="9415"/>
                  </a:lnTo>
                  <a:lnTo>
                    <a:pt x="5660" y="9415"/>
                  </a:lnTo>
                  <a:lnTo>
                    <a:pt x="5660" y="12184"/>
                  </a:lnTo>
                  <a:lnTo>
                    <a:pt x="9415" y="12184"/>
                  </a:lnTo>
                  <a:lnTo>
                    <a:pt x="9415" y="15940"/>
                  </a:lnTo>
                  <a:lnTo>
                    <a:pt x="12185" y="15940"/>
                  </a:lnTo>
                  <a:lnTo>
                    <a:pt x="12185" y="12184"/>
                  </a:lnTo>
                  <a:lnTo>
                    <a:pt x="15940" y="12184"/>
                  </a:lnTo>
                  <a:cubicBezTo>
                    <a:pt x="15940" y="12184"/>
                    <a:pt x="15940" y="9415"/>
                    <a:pt x="15940" y="9415"/>
                  </a:cubicBezTo>
                  <a:close/>
                  <a:moveTo>
                    <a:pt x="2770" y="14349"/>
                  </a:moveTo>
                  <a:lnTo>
                    <a:pt x="0" y="14349"/>
                  </a:lnTo>
                  <a:lnTo>
                    <a:pt x="0" y="21600"/>
                  </a:lnTo>
                  <a:lnTo>
                    <a:pt x="7251" y="21600"/>
                  </a:lnTo>
                  <a:lnTo>
                    <a:pt x="7251" y="18830"/>
                  </a:lnTo>
                  <a:lnTo>
                    <a:pt x="2770" y="18830"/>
                  </a:lnTo>
                  <a:cubicBezTo>
                    <a:pt x="2770" y="18830"/>
                    <a:pt x="2770" y="14349"/>
                    <a:pt x="2770" y="14349"/>
                  </a:cubicBezTo>
                  <a:close/>
                  <a:moveTo>
                    <a:pt x="14349" y="2769"/>
                  </a:moveTo>
                  <a:lnTo>
                    <a:pt x="18831" y="2769"/>
                  </a:lnTo>
                  <a:lnTo>
                    <a:pt x="18831" y="7251"/>
                  </a:lnTo>
                  <a:lnTo>
                    <a:pt x="21600" y="7251"/>
                  </a:lnTo>
                  <a:lnTo>
                    <a:pt x="21600" y="0"/>
                  </a:lnTo>
                  <a:lnTo>
                    <a:pt x="14349" y="0"/>
                  </a:lnTo>
                  <a:cubicBezTo>
                    <a:pt x="14349" y="0"/>
                    <a:pt x="14349" y="2769"/>
                    <a:pt x="14349" y="2769"/>
                  </a:cubicBezTo>
                  <a:close/>
                  <a:moveTo>
                    <a:pt x="18831" y="18830"/>
                  </a:moveTo>
                  <a:lnTo>
                    <a:pt x="14349" y="18830"/>
                  </a:lnTo>
                  <a:lnTo>
                    <a:pt x="14349" y="21600"/>
                  </a:lnTo>
                  <a:lnTo>
                    <a:pt x="21600" y="21600"/>
                  </a:lnTo>
                  <a:lnTo>
                    <a:pt x="21600" y="14349"/>
                  </a:lnTo>
                  <a:lnTo>
                    <a:pt x="18831" y="14349"/>
                  </a:lnTo>
                  <a:cubicBezTo>
                    <a:pt x="18831" y="14349"/>
                    <a:pt x="18831" y="18830"/>
                    <a:pt x="18831" y="18830"/>
                  </a:cubicBezTo>
                  <a:close/>
                  <a:moveTo>
                    <a:pt x="2770" y="7251"/>
                  </a:moveTo>
                  <a:lnTo>
                    <a:pt x="0" y="7251"/>
                  </a:lnTo>
                  <a:lnTo>
                    <a:pt x="0" y="0"/>
                  </a:lnTo>
                  <a:lnTo>
                    <a:pt x="7251" y="0"/>
                  </a:lnTo>
                  <a:lnTo>
                    <a:pt x="7251" y="2769"/>
                  </a:lnTo>
                  <a:lnTo>
                    <a:pt x="2770" y="2769"/>
                  </a:lnTo>
                  <a:cubicBezTo>
                    <a:pt x="2770" y="2769"/>
                    <a:pt x="2770" y="7251"/>
                    <a:pt x="2770" y="7251"/>
                  </a:cubicBezTo>
                  <a:close/>
                </a:path>
              </a:pathLst>
            </a:custGeom>
            <a:solidFill>
              <a:srgbClr val="FFFFFF"/>
            </a:solidFill>
            <a:ln w="12700" cap="flat">
              <a:noFill/>
              <a:miter lim="400000"/>
            </a:ln>
            <a:effectLst/>
          </p:spPr>
          <p:txBody>
            <a:bodyPr wrap="square" lIns="19051" tIns="19051" rIns="19051" bIns="19051" numCol="1" anchor="ctr">
              <a:noAutofit/>
            </a:bodyPr>
            <a:lstStyle/>
            <a:p>
              <a:pPr defTabSz="228589">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4" name="组合 3"/>
          <p:cNvGrpSpPr/>
          <p:nvPr/>
        </p:nvGrpSpPr>
        <p:grpSpPr>
          <a:xfrm>
            <a:off x="6023967" y="3327400"/>
            <a:ext cx="5393333" cy="1640471"/>
            <a:chOff x="4517975" y="2495551"/>
            <a:chExt cx="4045000" cy="1230354"/>
          </a:xfrm>
        </p:grpSpPr>
        <p:sp>
          <p:nvSpPr>
            <p:cNvPr id="5859" name="Shape 5859"/>
            <p:cNvSpPr/>
            <p:nvPr/>
          </p:nvSpPr>
          <p:spPr>
            <a:xfrm>
              <a:off x="4517975" y="2495551"/>
              <a:ext cx="4045000" cy="11386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8560" y="21600"/>
                  </a:lnTo>
                  <a:cubicBezTo>
                    <a:pt x="20239" y="21600"/>
                    <a:pt x="21600" y="16763"/>
                    <a:pt x="21600" y="10799"/>
                  </a:cubicBezTo>
                  <a:cubicBezTo>
                    <a:pt x="21600" y="4834"/>
                    <a:pt x="20239" y="0"/>
                    <a:pt x="18560" y="0"/>
                  </a:cubicBezTo>
                  <a:lnTo>
                    <a:pt x="0" y="0"/>
                  </a:lnTo>
                  <a:close/>
                </a:path>
              </a:pathLst>
            </a:custGeom>
            <a:solidFill>
              <a:srgbClr val="164C8C"/>
            </a:solidFill>
            <a:ln w="12700">
              <a:miter lim="400000"/>
            </a:ln>
          </p:spPr>
          <p:txBody>
            <a:bodyPr lIns="25401" tIns="25401" rIns="25401" bIns="25401" anchor="ctr"/>
            <a:lstStyle/>
            <a:p>
              <a:endParaRPr sz="1600"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0" name="Shape 5860"/>
            <p:cNvSpPr/>
            <p:nvPr/>
          </p:nvSpPr>
          <p:spPr>
            <a:xfrm>
              <a:off x="5603856" y="2782953"/>
              <a:ext cx="2439377" cy="942952"/>
            </a:xfrm>
            <a:prstGeom prst="rect">
              <a:avLst/>
            </a:prstGeom>
            <a:ln w="12700">
              <a:miter lim="400000"/>
            </a:ln>
            <a:extLst>
              <a:ext uri="{C572A759-6A51-4108-AA02-DFA0A04FC94B}">
                <ma14:wrappingTextBoxFlag xmlns:ma14="http://schemas.microsoft.com/office/mac/drawingml/2011/main" xmlns:p14="http://schemas.microsoft.com/office/powerpoint/2010/main" xmlns:mc="http://schemas.openxmlformats.org/markup-compatibility/2006" xmlns:a14="http://schemas.microsoft.com/office/drawing/2010/main" xmlns:a16="http://schemas.microsoft.com/office/drawing/2014/main" xmlns="" val="1"/>
              </a:ext>
            </a:extLst>
          </p:spPr>
          <p:txBody>
            <a:bodyPr lIns="25401" tIns="25401" rIns="25401" bIns="25401">
              <a:spAutoFit/>
            </a:bodyPr>
            <a:lstStyle>
              <a:lvl1pPr algn="l">
                <a:lnSpc>
                  <a:spcPct val="120000"/>
                </a:lnSpc>
                <a:defRPr sz="2000">
                  <a:solidFill>
                    <a:srgbClr val="FFFFFF"/>
                  </a:solidFill>
                  <a:latin typeface="Geomanist Medium"/>
                  <a:ea typeface="Geomanist Medium"/>
                  <a:cs typeface="Geomanist Medium"/>
                  <a:sym typeface="Geomanist Medium"/>
                </a:defRPr>
              </a:lvl1pPr>
            </a:lstStyle>
            <a:p>
              <a:pPr fontAlgn="base">
                <a:lnSpc>
                  <a:spcPct val="150000"/>
                </a:lnSpc>
                <a:spcBef>
                  <a:spcPct val="0"/>
                </a:spcBef>
                <a:spcAft>
                  <a:spcPct val="0"/>
                </a:spcAft>
              </a:pPr>
              <a:r>
                <a:rPr lang="zh-CN" altLang="en-US" sz="1067"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a:t>
              </a:r>
              <a:r>
                <a:rPr lang="zh-CN" altLang="en-US" sz="1067"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内容。点击这里，输入合适的内容。点击这里，输入合适的内容。点击这里，输入合适的内容</a:t>
              </a:r>
              <a:r>
                <a:rPr lang="zh-CN" altLang="en-US" sz="1067"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lang="en-US" altLang="zh-CN" sz="1067"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fontAlgn="base">
                <a:lnSpc>
                  <a:spcPct val="150000"/>
                </a:lnSpc>
                <a:spcBef>
                  <a:spcPct val="0"/>
                </a:spcBef>
                <a:spcAft>
                  <a:spcPct val="0"/>
                </a:spcAft>
              </a:pPr>
              <a:endParaRPr lang="en-US" altLang="zh-CN" sz="1067"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1" name="Shape 5861"/>
            <p:cNvSpPr/>
            <p:nvPr/>
          </p:nvSpPr>
          <p:spPr>
            <a:xfrm>
              <a:off x="4841506" y="2784026"/>
              <a:ext cx="279373" cy="279373"/>
            </a:xfrm>
            <a:prstGeom prst="ellipse">
              <a:avLst/>
            </a:prstGeom>
            <a:solidFill>
              <a:srgbClr val="FFFFFF"/>
            </a:solidFill>
            <a:ln w="12700">
              <a:miter lim="400000"/>
            </a:ln>
          </p:spPr>
          <p:txBody>
            <a:bodyPr lIns="25401" tIns="25401" rIns="25401" bIns="25401" anchor="ctr"/>
            <a:lstStyle/>
            <a:p>
              <a:pPr>
                <a:defRPr sz="3200">
                  <a:solidFill>
                    <a:srgbClr val="FFFFFF"/>
                  </a:solidFill>
                </a:defRPr>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2" name="Shape 5862"/>
            <p:cNvSpPr/>
            <p:nvPr/>
          </p:nvSpPr>
          <p:spPr>
            <a:xfrm>
              <a:off x="5169303" y="2784026"/>
              <a:ext cx="279373" cy="279373"/>
            </a:xfrm>
            <a:prstGeom prst="ellipse">
              <a:avLst/>
            </a:prstGeom>
            <a:solidFill>
              <a:srgbClr val="FFFFFF"/>
            </a:solidFill>
            <a:ln w="12700">
              <a:miter lim="400000"/>
            </a:ln>
          </p:spPr>
          <p:txBody>
            <a:bodyPr lIns="25401" tIns="25401" rIns="25401" bIns="25401" anchor="ctr"/>
            <a:lstStyle/>
            <a:p>
              <a:pPr>
                <a:defRPr sz="3200">
                  <a:solidFill>
                    <a:srgbClr val="FFFFFF"/>
                  </a:solidFill>
                </a:defRPr>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3" name="Shape 5863"/>
            <p:cNvSpPr/>
            <p:nvPr/>
          </p:nvSpPr>
          <p:spPr>
            <a:xfrm>
              <a:off x="4841506" y="3112449"/>
              <a:ext cx="279373" cy="279372"/>
            </a:xfrm>
            <a:prstGeom prst="ellipse">
              <a:avLst/>
            </a:prstGeom>
            <a:solidFill>
              <a:srgbClr val="FFFFFF"/>
            </a:solidFill>
            <a:ln w="12700">
              <a:miter lim="400000"/>
            </a:ln>
          </p:spPr>
          <p:txBody>
            <a:bodyPr lIns="25401" tIns="25401" rIns="25401" bIns="25401" anchor="ctr"/>
            <a:lstStyle/>
            <a:p>
              <a:pPr>
                <a:defRPr sz="3200">
                  <a:solidFill>
                    <a:srgbClr val="FFFFFF"/>
                  </a:solidFill>
                </a:defRPr>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4" name="Shape 5864"/>
            <p:cNvSpPr/>
            <p:nvPr/>
          </p:nvSpPr>
          <p:spPr>
            <a:xfrm>
              <a:off x="5169303" y="3112449"/>
              <a:ext cx="279373" cy="279372"/>
            </a:xfrm>
            <a:prstGeom prst="ellipse">
              <a:avLst/>
            </a:prstGeom>
            <a:solidFill>
              <a:srgbClr val="FFFFFF"/>
            </a:solidFill>
            <a:ln w="12700">
              <a:miter lim="400000"/>
            </a:ln>
          </p:spPr>
          <p:txBody>
            <a:bodyPr lIns="25401" tIns="25401" rIns="25401" bIns="25401" anchor="ctr"/>
            <a:lstStyle/>
            <a:p>
              <a:pPr>
                <a:defRPr sz="3200">
                  <a:solidFill>
                    <a:srgbClr val="FFFFFF"/>
                  </a:solidFill>
                </a:defRPr>
              </a:pPr>
              <a:endParaRPr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5" name="Shape 5865"/>
            <p:cNvSpPr/>
            <p:nvPr/>
          </p:nvSpPr>
          <p:spPr>
            <a:xfrm>
              <a:off x="5243749" y="2847510"/>
              <a:ext cx="130481" cy="152400"/>
            </a:xfrm>
            <a:custGeom>
              <a:avLst/>
              <a:gdLst/>
              <a:ahLst/>
              <a:cxnLst>
                <a:cxn ang="0">
                  <a:pos x="wd2" y="hd2"/>
                </a:cxn>
                <a:cxn ang="5400000">
                  <a:pos x="wd2" y="hd2"/>
                </a:cxn>
                <a:cxn ang="10800000">
                  <a:pos x="wd2" y="hd2"/>
                </a:cxn>
                <a:cxn ang="16200000">
                  <a:pos x="wd2" y="hd2"/>
                </a:cxn>
              </a:cxnLst>
              <a:rect l="0" t="0" r="r" b="b"/>
              <a:pathLst>
                <a:path w="21600" h="21600" extrusionOk="0">
                  <a:moveTo>
                    <a:pt x="10803" y="0"/>
                  </a:moveTo>
                  <a:cubicBezTo>
                    <a:pt x="4839" y="0"/>
                    <a:pt x="0" y="4138"/>
                    <a:pt x="0" y="9244"/>
                  </a:cubicBezTo>
                  <a:cubicBezTo>
                    <a:pt x="0" y="12864"/>
                    <a:pt x="2433" y="15999"/>
                    <a:pt x="5971" y="17517"/>
                  </a:cubicBezTo>
                  <a:cubicBezTo>
                    <a:pt x="4758" y="18566"/>
                    <a:pt x="4003" y="20008"/>
                    <a:pt x="3998" y="21600"/>
                  </a:cubicBezTo>
                  <a:lnTo>
                    <a:pt x="17602" y="21600"/>
                  </a:lnTo>
                  <a:cubicBezTo>
                    <a:pt x="17597" y="20008"/>
                    <a:pt x="16842" y="18566"/>
                    <a:pt x="15629" y="17517"/>
                  </a:cubicBezTo>
                  <a:cubicBezTo>
                    <a:pt x="19167" y="15999"/>
                    <a:pt x="21600" y="12864"/>
                    <a:pt x="21600" y="9244"/>
                  </a:cubicBezTo>
                  <a:cubicBezTo>
                    <a:pt x="21600" y="4138"/>
                    <a:pt x="16766" y="0"/>
                    <a:pt x="10803" y="0"/>
                  </a:cubicBezTo>
                  <a:close/>
                  <a:moveTo>
                    <a:pt x="10803" y="3053"/>
                  </a:moveTo>
                  <a:cubicBezTo>
                    <a:pt x="14789" y="3053"/>
                    <a:pt x="18029" y="5831"/>
                    <a:pt x="18029" y="9244"/>
                  </a:cubicBezTo>
                  <a:cubicBezTo>
                    <a:pt x="18029" y="12658"/>
                    <a:pt x="14789" y="15436"/>
                    <a:pt x="10803" y="15436"/>
                  </a:cubicBezTo>
                  <a:cubicBezTo>
                    <a:pt x="6816" y="15436"/>
                    <a:pt x="3571" y="12658"/>
                    <a:pt x="3571" y="9244"/>
                  </a:cubicBezTo>
                  <a:cubicBezTo>
                    <a:pt x="3571" y="5831"/>
                    <a:pt x="6816" y="3053"/>
                    <a:pt x="10803" y="3053"/>
                  </a:cubicBezTo>
                  <a:close/>
                  <a:moveTo>
                    <a:pt x="10834" y="5991"/>
                  </a:moveTo>
                  <a:cubicBezTo>
                    <a:pt x="8719" y="5991"/>
                    <a:pt x="6997" y="7461"/>
                    <a:pt x="6997" y="9271"/>
                  </a:cubicBezTo>
                  <a:cubicBezTo>
                    <a:pt x="6997" y="11081"/>
                    <a:pt x="8719" y="12556"/>
                    <a:pt x="10834" y="12556"/>
                  </a:cubicBezTo>
                  <a:cubicBezTo>
                    <a:pt x="12948" y="12556"/>
                    <a:pt x="14665" y="11081"/>
                    <a:pt x="14666" y="9271"/>
                  </a:cubicBezTo>
                  <a:cubicBezTo>
                    <a:pt x="14666" y="7461"/>
                    <a:pt x="12948" y="5991"/>
                    <a:pt x="10834" y="5991"/>
                  </a:cubicBezTo>
                  <a:close/>
                </a:path>
              </a:pathLst>
            </a:custGeom>
            <a:solidFill>
              <a:srgbClr val="4C6077"/>
            </a:solidFill>
            <a:ln w="12700">
              <a:miter lim="400000"/>
            </a:ln>
          </p:spPr>
          <p:txBody>
            <a:bodyPr lIns="19051" tIns="19051" rIns="19051" bIns="19051" anchor="ctr"/>
            <a:lstStyle/>
            <a:p>
              <a:pPr defTabSz="228589">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9" name="Shape 5869"/>
            <p:cNvSpPr/>
            <p:nvPr/>
          </p:nvSpPr>
          <p:spPr>
            <a:xfrm>
              <a:off x="5252554" y="3193558"/>
              <a:ext cx="112871" cy="117152"/>
            </a:xfrm>
            <a:custGeom>
              <a:avLst/>
              <a:gdLst/>
              <a:ahLst/>
              <a:cxnLst>
                <a:cxn ang="0">
                  <a:pos x="wd2" y="hd2"/>
                </a:cxn>
                <a:cxn ang="5400000">
                  <a:pos x="wd2" y="hd2"/>
                </a:cxn>
                <a:cxn ang="10800000">
                  <a:pos x="wd2" y="hd2"/>
                </a:cxn>
                <a:cxn ang="16200000">
                  <a:pos x="wd2" y="hd2"/>
                </a:cxn>
              </a:cxnLst>
              <a:rect l="0" t="0" r="r" b="b"/>
              <a:pathLst>
                <a:path w="20673" h="21600" extrusionOk="0">
                  <a:moveTo>
                    <a:pt x="17142" y="18044"/>
                  </a:moveTo>
                  <a:cubicBezTo>
                    <a:pt x="16816" y="18373"/>
                    <a:pt x="16381" y="18554"/>
                    <a:pt x="15919" y="18554"/>
                  </a:cubicBezTo>
                  <a:cubicBezTo>
                    <a:pt x="15458" y="18554"/>
                    <a:pt x="15023" y="18373"/>
                    <a:pt x="14696" y="18044"/>
                  </a:cubicBezTo>
                  <a:cubicBezTo>
                    <a:pt x="14022" y="17365"/>
                    <a:pt x="14022" y="16261"/>
                    <a:pt x="14696" y="15582"/>
                  </a:cubicBezTo>
                  <a:cubicBezTo>
                    <a:pt x="15023" y="15253"/>
                    <a:pt x="15458" y="15072"/>
                    <a:pt x="15919" y="15072"/>
                  </a:cubicBezTo>
                  <a:cubicBezTo>
                    <a:pt x="16381" y="15072"/>
                    <a:pt x="16816" y="15253"/>
                    <a:pt x="17142" y="15582"/>
                  </a:cubicBezTo>
                  <a:cubicBezTo>
                    <a:pt x="17816" y="16261"/>
                    <a:pt x="17816" y="17365"/>
                    <a:pt x="17142" y="18044"/>
                  </a:cubicBezTo>
                  <a:cubicBezTo>
                    <a:pt x="17142" y="18044"/>
                    <a:pt x="17142" y="18044"/>
                    <a:pt x="17142" y="18044"/>
                  </a:cubicBezTo>
                  <a:close/>
                  <a:moveTo>
                    <a:pt x="5976" y="18044"/>
                  </a:moveTo>
                  <a:cubicBezTo>
                    <a:pt x="5650" y="18373"/>
                    <a:pt x="5215" y="18554"/>
                    <a:pt x="4753" y="18554"/>
                  </a:cubicBezTo>
                  <a:cubicBezTo>
                    <a:pt x="4291" y="18554"/>
                    <a:pt x="3857" y="18373"/>
                    <a:pt x="3530" y="18044"/>
                  </a:cubicBezTo>
                  <a:cubicBezTo>
                    <a:pt x="2856" y="17365"/>
                    <a:pt x="2856" y="16261"/>
                    <a:pt x="3530" y="15582"/>
                  </a:cubicBezTo>
                  <a:cubicBezTo>
                    <a:pt x="3857" y="15253"/>
                    <a:pt x="4291" y="15072"/>
                    <a:pt x="4753" y="15072"/>
                  </a:cubicBezTo>
                  <a:cubicBezTo>
                    <a:pt x="5215" y="15072"/>
                    <a:pt x="5650" y="15253"/>
                    <a:pt x="5976" y="15582"/>
                  </a:cubicBezTo>
                  <a:cubicBezTo>
                    <a:pt x="6650" y="16261"/>
                    <a:pt x="6650" y="17365"/>
                    <a:pt x="5976" y="18044"/>
                  </a:cubicBezTo>
                  <a:cubicBezTo>
                    <a:pt x="5976" y="18044"/>
                    <a:pt x="5976" y="18044"/>
                    <a:pt x="5976" y="18044"/>
                  </a:cubicBezTo>
                  <a:close/>
                  <a:moveTo>
                    <a:pt x="19282" y="13428"/>
                  </a:moveTo>
                  <a:cubicBezTo>
                    <a:pt x="18384" y="12523"/>
                    <a:pt x="17190" y="12025"/>
                    <a:pt x="15919" y="12025"/>
                  </a:cubicBezTo>
                  <a:cubicBezTo>
                    <a:pt x="15535" y="12025"/>
                    <a:pt x="15156" y="12072"/>
                    <a:pt x="14791" y="12161"/>
                  </a:cubicBezTo>
                  <a:lnTo>
                    <a:pt x="13829" y="11197"/>
                  </a:lnTo>
                  <a:lnTo>
                    <a:pt x="18359" y="6637"/>
                  </a:lnTo>
                  <a:cubicBezTo>
                    <a:pt x="19195" y="5795"/>
                    <a:pt x="19660" y="4681"/>
                    <a:pt x="19666" y="3500"/>
                  </a:cubicBezTo>
                  <a:cubicBezTo>
                    <a:pt x="19672" y="2315"/>
                    <a:pt x="19216" y="1199"/>
                    <a:pt x="18381" y="358"/>
                  </a:cubicBezTo>
                  <a:lnTo>
                    <a:pt x="18025" y="0"/>
                  </a:lnTo>
                  <a:lnTo>
                    <a:pt x="10336" y="7699"/>
                  </a:lnTo>
                  <a:lnTo>
                    <a:pt x="2647" y="0"/>
                  </a:lnTo>
                  <a:lnTo>
                    <a:pt x="2291" y="358"/>
                  </a:lnTo>
                  <a:cubicBezTo>
                    <a:pt x="1457" y="1199"/>
                    <a:pt x="1000" y="2315"/>
                    <a:pt x="1006" y="3500"/>
                  </a:cubicBezTo>
                  <a:cubicBezTo>
                    <a:pt x="1013" y="4681"/>
                    <a:pt x="1477" y="5795"/>
                    <a:pt x="2313" y="6636"/>
                  </a:cubicBezTo>
                  <a:lnTo>
                    <a:pt x="6843" y="11197"/>
                  </a:lnTo>
                  <a:lnTo>
                    <a:pt x="5880" y="12161"/>
                  </a:lnTo>
                  <a:cubicBezTo>
                    <a:pt x="5515" y="12072"/>
                    <a:pt x="5138" y="12025"/>
                    <a:pt x="4753" y="12025"/>
                  </a:cubicBezTo>
                  <a:cubicBezTo>
                    <a:pt x="3482" y="12025"/>
                    <a:pt x="2289" y="12523"/>
                    <a:pt x="1390" y="13428"/>
                  </a:cubicBezTo>
                  <a:cubicBezTo>
                    <a:pt x="-464" y="15294"/>
                    <a:pt x="-464" y="18331"/>
                    <a:pt x="1390" y="20198"/>
                  </a:cubicBezTo>
                  <a:cubicBezTo>
                    <a:pt x="2289" y="21102"/>
                    <a:pt x="3482" y="21600"/>
                    <a:pt x="4753" y="21600"/>
                  </a:cubicBezTo>
                  <a:cubicBezTo>
                    <a:pt x="6023" y="21600"/>
                    <a:pt x="7217" y="21102"/>
                    <a:pt x="8116" y="20198"/>
                  </a:cubicBezTo>
                  <a:cubicBezTo>
                    <a:pt x="9330" y="18976"/>
                    <a:pt x="9749" y="17252"/>
                    <a:pt x="9373" y="15683"/>
                  </a:cubicBezTo>
                  <a:lnTo>
                    <a:pt x="10336" y="14713"/>
                  </a:lnTo>
                  <a:lnTo>
                    <a:pt x="11299" y="15683"/>
                  </a:lnTo>
                  <a:cubicBezTo>
                    <a:pt x="10923" y="17251"/>
                    <a:pt x="11342" y="18976"/>
                    <a:pt x="12556" y="20198"/>
                  </a:cubicBezTo>
                  <a:cubicBezTo>
                    <a:pt x="13455" y="21102"/>
                    <a:pt x="14649" y="21600"/>
                    <a:pt x="15919" y="21600"/>
                  </a:cubicBezTo>
                  <a:cubicBezTo>
                    <a:pt x="17190" y="21600"/>
                    <a:pt x="18384" y="21102"/>
                    <a:pt x="19282" y="20198"/>
                  </a:cubicBezTo>
                  <a:cubicBezTo>
                    <a:pt x="21136" y="18331"/>
                    <a:pt x="21136" y="15294"/>
                    <a:pt x="19282" y="13428"/>
                  </a:cubicBezTo>
                  <a:cubicBezTo>
                    <a:pt x="19282" y="13428"/>
                    <a:pt x="19282" y="13428"/>
                    <a:pt x="19282" y="13428"/>
                  </a:cubicBezTo>
                  <a:close/>
                </a:path>
              </a:pathLst>
            </a:custGeom>
            <a:solidFill>
              <a:srgbClr val="4C6077"/>
            </a:solidFill>
            <a:ln w="12700">
              <a:miter lim="400000"/>
            </a:ln>
          </p:spPr>
          <p:txBody>
            <a:bodyPr lIns="19051" tIns="19051" rIns="19051" bIns="19051" anchor="ctr"/>
            <a:lstStyle/>
            <a:p>
              <a:pPr defTabSz="228589">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73" name="Shape 5873"/>
            <p:cNvSpPr/>
            <p:nvPr/>
          </p:nvSpPr>
          <p:spPr>
            <a:xfrm>
              <a:off x="4924758" y="2847510"/>
              <a:ext cx="112871" cy="152400"/>
            </a:xfrm>
            <a:custGeom>
              <a:avLst/>
              <a:gdLst/>
              <a:ahLst/>
              <a:cxnLst>
                <a:cxn ang="0">
                  <a:pos x="wd2" y="hd2"/>
                </a:cxn>
                <a:cxn ang="5400000">
                  <a:pos x="wd2" y="hd2"/>
                </a:cxn>
                <a:cxn ang="10800000">
                  <a:pos x="wd2" y="hd2"/>
                </a:cxn>
                <a:cxn ang="16200000">
                  <a:pos x="wd2" y="hd2"/>
                </a:cxn>
              </a:cxnLst>
              <a:rect l="0" t="0" r="r" b="b"/>
              <a:pathLst>
                <a:path w="21600" h="21591" extrusionOk="0">
                  <a:moveTo>
                    <a:pt x="11062" y="8"/>
                  </a:moveTo>
                  <a:cubicBezTo>
                    <a:pt x="10915" y="-9"/>
                    <a:pt x="10765" y="0"/>
                    <a:pt x="10620" y="36"/>
                  </a:cubicBezTo>
                  <a:lnTo>
                    <a:pt x="5910" y="1196"/>
                  </a:lnTo>
                  <a:cubicBezTo>
                    <a:pt x="5522" y="1292"/>
                    <a:pt x="5259" y="1562"/>
                    <a:pt x="5259" y="1865"/>
                  </a:cubicBezTo>
                  <a:cubicBezTo>
                    <a:pt x="5259" y="2169"/>
                    <a:pt x="5522" y="2434"/>
                    <a:pt x="5910" y="2530"/>
                  </a:cubicBezTo>
                  <a:lnTo>
                    <a:pt x="9969" y="3531"/>
                  </a:lnTo>
                  <a:lnTo>
                    <a:pt x="9969" y="3948"/>
                  </a:lnTo>
                  <a:lnTo>
                    <a:pt x="11871" y="3948"/>
                  </a:lnTo>
                  <a:cubicBezTo>
                    <a:pt x="11871" y="3948"/>
                    <a:pt x="11871" y="700"/>
                    <a:pt x="11871" y="700"/>
                  </a:cubicBezTo>
                  <a:cubicBezTo>
                    <a:pt x="11871" y="474"/>
                    <a:pt x="11728" y="262"/>
                    <a:pt x="11480" y="129"/>
                  </a:cubicBezTo>
                  <a:cubicBezTo>
                    <a:pt x="11356" y="63"/>
                    <a:pt x="11209" y="24"/>
                    <a:pt x="11062" y="8"/>
                  </a:cubicBezTo>
                  <a:close/>
                  <a:moveTo>
                    <a:pt x="10803" y="4641"/>
                  </a:moveTo>
                  <a:cubicBezTo>
                    <a:pt x="10758" y="4641"/>
                    <a:pt x="10685" y="4649"/>
                    <a:pt x="10620" y="4687"/>
                  </a:cubicBezTo>
                  <a:lnTo>
                    <a:pt x="107" y="10921"/>
                  </a:lnTo>
                  <a:cubicBezTo>
                    <a:pt x="40" y="10961"/>
                    <a:pt x="0" y="11020"/>
                    <a:pt x="0" y="11085"/>
                  </a:cubicBezTo>
                  <a:cubicBezTo>
                    <a:pt x="0" y="12274"/>
                    <a:pt x="1308" y="13242"/>
                    <a:pt x="2914" y="13242"/>
                  </a:cubicBezTo>
                  <a:cubicBezTo>
                    <a:pt x="3723" y="13242"/>
                    <a:pt x="4506" y="12990"/>
                    <a:pt x="5057" y="12550"/>
                  </a:cubicBezTo>
                  <a:cubicBezTo>
                    <a:pt x="5183" y="12448"/>
                    <a:pt x="5358" y="12390"/>
                    <a:pt x="5544" y="12390"/>
                  </a:cubicBezTo>
                  <a:cubicBezTo>
                    <a:pt x="5729" y="12390"/>
                    <a:pt x="5905" y="12448"/>
                    <a:pt x="6031" y="12550"/>
                  </a:cubicBezTo>
                  <a:cubicBezTo>
                    <a:pt x="6582" y="12990"/>
                    <a:pt x="7365" y="13242"/>
                    <a:pt x="8173" y="13242"/>
                  </a:cubicBezTo>
                  <a:cubicBezTo>
                    <a:pt x="8982" y="13242"/>
                    <a:pt x="9759" y="12990"/>
                    <a:pt x="10310" y="12550"/>
                  </a:cubicBezTo>
                  <a:cubicBezTo>
                    <a:pt x="10436" y="12448"/>
                    <a:pt x="10618" y="12390"/>
                    <a:pt x="10803" y="12390"/>
                  </a:cubicBezTo>
                  <a:cubicBezTo>
                    <a:pt x="10989" y="12390"/>
                    <a:pt x="11164" y="12448"/>
                    <a:pt x="11290" y="12550"/>
                  </a:cubicBezTo>
                  <a:cubicBezTo>
                    <a:pt x="11841" y="12990"/>
                    <a:pt x="12618" y="13242"/>
                    <a:pt x="13427" y="13242"/>
                  </a:cubicBezTo>
                  <a:cubicBezTo>
                    <a:pt x="14235" y="13242"/>
                    <a:pt x="15019" y="12990"/>
                    <a:pt x="15569" y="12550"/>
                  </a:cubicBezTo>
                  <a:cubicBezTo>
                    <a:pt x="15696" y="12448"/>
                    <a:pt x="15871" y="12390"/>
                    <a:pt x="16056" y="12390"/>
                  </a:cubicBezTo>
                  <a:cubicBezTo>
                    <a:pt x="16242" y="12390"/>
                    <a:pt x="16417" y="12448"/>
                    <a:pt x="16543" y="12550"/>
                  </a:cubicBezTo>
                  <a:cubicBezTo>
                    <a:pt x="17094" y="12990"/>
                    <a:pt x="17877" y="13242"/>
                    <a:pt x="18686" y="13242"/>
                  </a:cubicBezTo>
                  <a:cubicBezTo>
                    <a:pt x="20292" y="13242"/>
                    <a:pt x="21600" y="12274"/>
                    <a:pt x="21600" y="11085"/>
                  </a:cubicBezTo>
                  <a:cubicBezTo>
                    <a:pt x="21600" y="11020"/>
                    <a:pt x="21561" y="10961"/>
                    <a:pt x="21493" y="10921"/>
                  </a:cubicBezTo>
                  <a:lnTo>
                    <a:pt x="10980" y="4687"/>
                  </a:lnTo>
                  <a:cubicBezTo>
                    <a:pt x="10915" y="4649"/>
                    <a:pt x="10849" y="4641"/>
                    <a:pt x="10803" y="4641"/>
                  </a:cubicBezTo>
                  <a:close/>
                  <a:moveTo>
                    <a:pt x="5721" y="13626"/>
                  </a:moveTo>
                  <a:cubicBezTo>
                    <a:pt x="4976" y="14060"/>
                    <a:pt x="4047" y="14300"/>
                    <a:pt x="3091" y="14300"/>
                  </a:cubicBezTo>
                  <a:cubicBezTo>
                    <a:pt x="2685" y="14300"/>
                    <a:pt x="2294" y="14258"/>
                    <a:pt x="1922" y="14178"/>
                  </a:cubicBezTo>
                  <a:lnTo>
                    <a:pt x="619" y="20786"/>
                  </a:lnTo>
                  <a:cubicBezTo>
                    <a:pt x="580" y="20989"/>
                    <a:pt x="660" y="21193"/>
                    <a:pt x="841" y="21348"/>
                  </a:cubicBezTo>
                  <a:cubicBezTo>
                    <a:pt x="1022" y="21502"/>
                    <a:pt x="1285" y="21591"/>
                    <a:pt x="1561" y="21591"/>
                  </a:cubicBezTo>
                  <a:lnTo>
                    <a:pt x="7396" y="21591"/>
                  </a:lnTo>
                  <a:lnTo>
                    <a:pt x="7396" y="16022"/>
                  </a:lnTo>
                  <a:cubicBezTo>
                    <a:pt x="7396" y="15633"/>
                    <a:pt x="7825" y="15320"/>
                    <a:pt x="8350" y="15320"/>
                  </a:cubicBezTo>
                  <a:lnTo>
                    <a:pt x="13604" y="15320"/>
                  </a:lnTo>
                  <a:cubicBezTo>
                    <a:pt x="14129" y="15320"/>
                    <a:pt x="14558" y="15633"/>
                    <a:pt x="14558" y="16022"/>
                  </a:cubicBezTo>
                  <a:lnTo>
                    <a:pt x="14558" y="21591"/>
                  </a:lnTo>
                  <a:lnTo>
                    <a:pt x="20393" y="21591"/>
                  </a:lnTo>
                  <a:cubicBezTo>
                    <a:pt x="20668" y="21591"/>
                    <a:pt x="20933" y="21502"/>
                    <a:pt x="21113" y="21348"/>
                  </a:cubicBezTo>
                  <a:cubicBezTo>
                    <a:pt x="21294" y="21193"/>
                    <a:pt x="21375" y="20988"/>
                    <a:pt x="21335" y="20786"/>
                  </a:cubicBezTo>
                  <a:cubicBezTo>
                    <a:pt x="21335" y="20786"/>
                    <a:pt x="20032" y="14178"/>
                    <a:pt x="20032" y="14178"/>
                  </a:cubicBezTo>
                  <a:cubicBezTo>
                    <a:pt x="19660" y="14258"/>
                    <a:pt x="19269" y="14300"/>
                    <a:pt x="18863" y="14300"/>
                  </a:cubicBezTo>
                  <a:cubicBezTo>
                    <a:pt x="17907" y="14300"/>
                    <a:pt x="16977" y="14060"/>
                    <a:pt x="16233" y="13626"/>
                  </a:cubicBezTo>
                  <a:cubicBezTo>
                    <a:pt x="15489" y="14060"/>
                    <a:pt x="14559" y="14300"/>
                    <a:pt x="13604" y="14300"/>
                  </a:cubicBezTo>
                  <a:cubicBezTo>
                    <a:pt x="12648" y="14300"/>
                    <a:pt x="11718" y="14060"/>
                    <a:pt x="10974" y="13626"/>
                  </a:cubicBezTo>
                  <a:cubicBezTo>
                    <a:pt x="10229" y="14060"/>
                    <a:pt x="9306" y="14300"/>
                    <a:pt x="8350" y="14300"/>
                  </a:cubicBezTo>
                  <a:cubicBezTo>
                    <a:pt x="7395" y="14300"/>
                    <a:pt x="6465" y="14060"/>
                    <a:pt x="5721" y="13626"/>
                  </a:cubicBezTo>
                  <a:close/>
                  <a:moveTo>
                    <a:pt x="9103" y="16621"/>
                  </a:moveTo>
                  <a:cubicBezTo>
                    <a:pt x="9103" y="16621"/>
                    <a:pt x="9103" y="21483"/>
                    <a:pt x="9103" y="21483"/>
                  </a:cubicBezTo>
                  <a:lnTo>
                    <a:pt x="12459" y="21483"/>
                  </a:lnTo>
                  <a:lnTo>
                    <a:pt x="12459" y="16621"/>
                  </a:lnTo>
                  <a:lnTo>
                    <a:pt x="9103" y="16621"/>
                  </a:lnTo>
                  <a:close/>
                </a:path>
              </a:pathLst>
            </a:custGeom>
            <a:solidFill>
              <a:srgbClr val="4C6077"/>
            </a:solidFill>
            <a:ln w="12700">
              <a:miter lim="400000"/>
            </a:ln>
          </p:spPr>
          <p:txBody>
            <a:bodyPr lIns="19051" tIns="19051" rIns="19051" bIns="19051" anchor="ctr"/>
            <a:lstStyle/>
            <a:p>
              <a:pPr defTabSz="228589">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80" name="Shape 5880"/>
            <p:cNvSpPr/>
            <p:nvPr/>
          </p:nvSpPr>
          <p:spPr>
            <a:xfrm>
              <a:off x="4904991" y="3175934"/>
              <a:ext cx="152400" cy="152400"/>
            </a:xfrm>
            <a:custGeom>
              <a:avLst/>
              <a:gdLst/>
              <a:ahLst/>
              <a:cxnLst>
                <a:cxn ang="0">
                  <a:pos x="wd2" y="hd2"/>
                </a:cxn>
                <a:cxn ang="5400000">
                  <a:pos x="wd2" y="hd2"/>
                </a:cxn>
                <a:cxn ang="10800000">
                  <a:pos x="wd2" y="hd2"/>
                </a:cxn>
                <a:cxn ang="16200000">
                  <a:pos x="wd2" y="hd2"/>
                </a:cxn>
              </a:cxnLst>
              <a:rect l="0" t="0" r="r" b="b"/>
              <a:pathLst>
                <a:path w="21600" h="21600" extrusionOk="0">
                  <a:moveTo>
                    <a:pt x="4672" y="15472"/>
                  </a:moveTo>
                  <a:lnTo>
                    <a:pt x="0" y="10800"/>
                  </a:lnTo>
                  <a:lnTo>
                    <a:pt x="4672" y="6128"/>
                  </a:lnTo>
                  <a:lnTo>
                    <a:pt x="4672" y="9725"/>
                  </a:lnTo>
                  <a:lnTo>
                    <a:pt x="9725" y="9725"/>
                  </a:lnTo>
                  <a:lnTo>
                    <a:pt x="9725" y="4672"/>
                  </a:lnTo>
                  <a:lnTo>
                    <a:pt x="6128" y="4672"/>
                  </a:lnTo>
                  <a:lnTo>
                    <a:pt x="10800" y="0"/>
                  </a:lnTo>
                  <a:lnTo>
                    <a:pt x="15472" y="4672"/>
                  </a:lnTo>
                  <a:lnTo>
                    <a:pt x="11875" y="4672"/>
                  </a:lnTo>
                  <a:lnTo>
                    <a:pt x="11875" y="9725"/>
                  </a:lnTo>
                  <a:lnTo>
                    <a:pt x="16928" y="9725"/>
                  </a:lnTo>
                  <a:lnTo>
                    <a:pt x="16927" y="6128"/>
                  </a:lnTo>
                  <a:lnTo>
                    <a:pt x="21600" y="10800"/>
                  </a:lnTo>
                  <a:lnTo>
                    <a:pt x="16928" y="15472"/>
                  </a:lnTo>
                  <a:lnTo>
                    <a:pt x="16928" y="11875"/>
                  </a:lnTo>
                  <a:lnTo>
                    <a:pt x="11875" y="11875"/>
                  </a:lnTo>
                  <a:lnTo>
                    <a:pt x="11875" y="16928"/>
                  </a:lnTo>
                  <a:lnTo>
                    <a:pt x="15472" y="16928"/>
                  </a:lnTo>
                  <a:lnTo>
                    <a:pt x="10800" y="21600"/>
                  </a:lnTo>
                  <a:lnTo>
                    <a:pt x="6128" y="16928"/>
                  </a:lnTo>
                  <a:lnTo>
                    <a:pt x="9725" y="16928"/>
                  </a:lnTo>
                  <a:lnTo>
                    <a:pt x="9725" y="11875"/>
                  </a:lnTo>
                  <a:lnTo>
                    <a:pt x="4672" y="11875"/>
                  </a:lnTo>
                  <a:cubicBezTo>
                    <a:pt x="4672" y="11875"/>
                    <a:pt x="4672" y="15472"/>
                    <a:pt x="4672" y="15472"/>
                  </a:cubicBezTo>
                  <a:close/>
                </a:path>
              </a:pathLst>
            </a:custGeom>
            <a:solidFill>
              <a:srgbClr val="4C6077"/>
            </a:solidFill>
            <a:ln w="12700">
              <a:miter lim="400000"/>
            </a:ln>
          </p:spPr>
          <p:txBody>
            <a:bodyPr lIns="19051" tIns="19051" rIns="19051" bIns="19051" anchor="ctr"/>
            <a:lstStyle/>
            <a:p>
              <a:pPr defTabSz="228589">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pic>
        <p:nvPicPr>
          <p:cNvPr id="34"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iterate>
                                    <p:tmAbs val="0"/>
                                  </p:iterate>
                                  <p:childTnLst>
                                    <p:set>
                                      <p:cBhvr>
                                        <p:cTn id="6" fill="hold"/>
                                        <p:tgtEl>
                                          <p:spTgt spid="5868"/>
                                        </p:tgtEl>
                                        <p:attrNameLst>
                                          <p:attrName>style.visibility</p:attrName>
                                        </p:attrNameLst>
                                      </p:cBhvr>
                                      <p:to>
                                        <p:strVal val="visible"/>
                                      </p:to>
                                    </p:set>
                                    <p:anim calcmode="lin" valueType="num">
                                      <p:cBhvr>
                                        <p:cTn id="7" dur="750" fill="hold"/>
                                        <p:tgtEl>
                                          <p:spTgt spid="5868"/>
                                        </p:tgtEl>
                                        <p:attrNameLst>
                                          <p:attrName>ppt_w</p:attrName>
                                        </p:attrNameLst>
                                      </p:cBhvr>
                                      <p:tavLst>
                                        <p:tav tm="0">
                                          <p:val>
                                            <p:fltVal val="0"/>
                                          </p:val>
                                        </p:tav>
                                        <p:tav tm="100000">
                                          <p:val>
                                            <p:strVal val="#ppt_w"/>
                                          </p:val>
                                        </p:tav>
                                      </p:tavLst>
                                    </p:anim>
                                    <p:anim calcmode="lin" valueType="num">
                                      <p:cBhvr>
                                        <p:cTn id="8" dur="750" fill="hold"/>
                                        <p:tgtEl>
                                          <p:spTgt spid="5868"/>
                                        </p:tgtEl>
                                        <p:attrNameLst>
                                          <p:attrName>ppt_h</p:attrName>
                                        </p:attrNameLst>
                                      </p:cBhvr>
                                      <p:tavLst>
                                        <p:tav tm="0">
                                          <p:val>
                                            <p:fltVal val="0"/>
                                          </p:val>
                                        </p:tav>
                                        <p:tav tm="100000">
                                          <p:val>
                                            <p:strVal val="#ppt_h"/>
                                          </p:val>
                                        </p:tav>
                                      </p:tavLst>
                                    </p:anim>
                                  </p:childTnLst>
                                </p:cTn>
                              </p:par>
                            </p:childTnLst>
                          </p:cTn>
                        </p:par>
                        <p:par>
                          <p:cTn id="9" fill="hold">
                            <p:stCondLst>
                              <p:cond delay="750"/>
                            </p:stCondLst>
                            <p:childTnLst>
                              <p:par>
                                <p:cTn id="10" presetID="22" presetClass="entr" presetSubtype="8" fill="hold" grpId="0" nodeType="afterEffect">
                                  <p:stCondLst>
                                    <p:cond delay="0"/>
                                  </p:stCondLst>
                                  <p:iterate>
                                    <p:tmAbs val="0"/>
                                  </p:iterate>
                                  <p:childTnLst>
                                    <p:set>
                                      <p:cBhvr>
                                        <p:cTn id="11" fill="hold"/>
                                        <p:tgtEl>
                                          <p:spTgt spid="5852"/>
                                        </p:tgtEl>
                                        <p:attrNameLst>
                                          <p:attrName>style.visibility</p:attrName>
                                        </p:attrNameLst>
                                      </p:cBhvr>
                                      <p:to>
                                        <p:strVal val="visible"/>
                                      </p:to>
                                    </p:set>
                                    <p:animEffect transition="in" filter="wipe(left)">
                                      <p:cBhvr>
                                        <p:cTn id="12" dur="300"/>
                                        <p:tgtEl>
                                          <p:spTgt spid="5852"/>
                                        </p:tgtEl>
                                      </p:cBhvr>
                                    </p:animEffect>
                                  </p:childTnLst>
                                </p:cTn>
                              </p:par>
                            </p:childTnLst>
                          </p:cTn>
                        </p:par>
                        <p:par>
                          <p:cTn id="13" fill="hold">
                            <p:stCondLst>
                              <p:cond delay="1050"/>
                            </p:stCondLst>
                            <p:childTnLst>
                              <p:par>
                                <p:cTn id="14" presetID="23" presetClass="entr" presetSubtype="16" fill="hold" grpId="0" nodeType="afterEffect">
                                  <p:stCondLst>
                                    <p:cond delay="0"/>
                                  </p:stCondLst>
                                  <p:iterate>
                                    <p:tmAbs val="0"/>
                                  </p:iterate>
                                  <p:childTnLst>
                                    <p:set>
                                      <p:cBhvr>
                                        <p:cTn id="15" fill="hold"/>
                                        <p:tgtEl>
                                          <p:spTgt spid="5879"/>
                                        </p:tgtEl>
                                        <p:attrNameLst>
                                          <p:attrName>style.visibility</p:attrName>
                                        </p:attrNameLst>
                                      </p:cBhvr>
                                      <p:to>
                                        <p:strVal val="visible"/>
                                      </p:to>
                                    </p:set>
                                    <p:anim calcmode="lin" valueType="num">
                                      <p:cBhvr>
                                        <p:cTn id="16" dur="750" fill="hold"/>
                                        <p:tgtEl>
                                          <p:spTgt spid="5879"/>
                                        </p:tgtEl>
                                        <p:attrNameLst>
                                          <p:attrName>ppt_w</p:attrName>
                                        </p:attrNameLst>
                                      </p:cBhvr>
                                      <p:tavLst>
                                        <p:tav tm="0">
                                          <p:val>
                                            <p:fltVal val="0"/>
                                          </p:val>
                                        </p:tav>
                                        <p:tav tm="100000">
                                          <p:val>
                                            <p:strVal val="#ppt_w"/>
                                          </p:val>
                                        </p:tav>
                                      </p:tavLst>
                                    </p:anim>
                                    <p:anim calcmode="lin" valueType="num">
                                      <p:cBhvr>
                                        <p:cTn id="17" dur="750" fill="hold"/>
                                        <p:tgtEl>
                                          <p:spTgt spid="5879"/>
                                        </p:tgtEl>
                                        <p:attrNameLst>
                                          <p:attrName>ppt_h</p:attrName>
                                        </p:attrNameLst>
                                      </p:cBhvr>
                                      <p:tavLst>
                                        <p:tav tm="0">
                                          <p:val>
                                            <p:fltVal val="0"/>
                                          </p:val>
                                        </p:tav>
                                        <p:tav tm="100000">
                                          <p:val>
                                            <p:strVal val="#ppt_h"/>
                                          </p:val>
                                        </p:tav>
                                      </p:tavLst>
                                    </p:anim>
                                  </p:childTnLst>
                                </p:cTn>
                              </p:par>
                            </p:childTnLst>
                          </p:cTn>
                        </p:par>
                        <p:par>
                          <p:cTn id="18" fill="hold">
                            <p:stCondLst>
                              <p:cond delay="1800"/>
                            </p:stCondLst>
                            <p:childTnLst>
                              <p:par>
                                <p:cTn id="19" presetID="22" presetClass="entr" presetSubtype="8" fill="hold" grpId="0" nodeType="afterEffect">
                                  <p:stCondLst>
                                    <p:cond delay="0"/>
                                  </p:stCondLst>
                                  <p:iterate>
                                    <p:tmAbs val="0"/>
                                  </p:iterate>
                                  <p:childTnLst>
                                    <p:set>
                                      <p:cBhvr>
                                        <p:cTn id="20" fill="hold"/>
                                        <p:tgtEl>
                                          <p:spTgt spid="5853"/>
                                        </p:tgtEl>
                                        <p:attrNameLst>
                                          <p:attrName>style.visibility</p:attrName>
                                        </p:attrNameLst>
                                      </p:cBhvr>
                                      <p:to>
                                        <p:strVal val="visible"/>
                                      </p:to>
                                    </p:set>
                                    <p:animEffect transition="in" filter="wipe(left)">
                                      <p:cBhvr>
                                        <p:cTn id="21" dur="300"/>
                                        <p:tgtEl>
                                          <p:spTgt spid="5853"/>
                                        </p:tgtEl>
                                      </p:cBhvr>
                                    </p:animEffect>
                                  </p:childTnLst>
                                </p:cTn>
                              </p:par>
                            </p:childTnLst>
                          </p:cTn>
                        </p:par>
                        <p:par>
                          <p:cTn id="22" fill="hold">
                            <p:stCondLst>
                              <p:cond delay="2100"/>
                            </p:stCondLst>
                            <p:childTnLst>
                              <p:par>
                                <p:cTn id="23" presetID="23" presetClass="entr" presetSubtype="16" fill="hold" grpId="0" nodeType="afterEffect">
                                  <p:stCondLst>
                                    <p:cond delay="0"/>
                                  </p:stCondLst>
                                  <p:iterate>
                                    <p:tmAbs val="0"/>
                                  </p:iterate>
                                  <p:childTnLst>
                                    <p:set>
                                      <p:cBhvr>
                                        <p:cTn id="24" fill="hold"/>
                                        <p:tgtEl>
                                          <p:spTgt spid="5872"/>
                                        </p:tgtEl>
                                        <p:attrNameLst>
                                          <p:attrName>style.visibility</p:attrName>
                                        </p:attrNameLst>
                                      </p:cBhvr>
                                      <p:to>
                                        <p:strVal val="visible"/>
                                      </p:to>
                                    </p:set>
                                    <p:anim calcmode="lin" valueType="num">
                                      <p:cBhvr>
                                        <p:cTn id="25" dur="750" fill="hold"/>
                                        <p:tgtEl>
                                          <p:spTgt spid="5872"/>
                                        </p:tgtEl>
                                        <p:attrNameLst>
                                          <p:attrName>ppt_w</p:attrName>
                                        </p:attrNameLst>
                                      </p:cBhvr>
                                      <p:tavLst>
                                        <p:tav tm="0">
                                          <p:val>
                                            <p:fltVal val="0"/>
                                          </p:val>
                                        </p:tav>
                                        <p:tav tm="100000">
                                          <p:val>
                                            <p:strVal val="#ppt_w"/>
                                          </p:val>
                                        </p:tav>
                                      </p:tavLst>
                                    </p:anim>
                                    <p:anim calcmode="lin" valueType="num">
                                      <p:cBhvr>
                                        <p:cTn id="26" dur="750" fill="hold"/>
                                        <p:tgtEl>
                                          <p:spTgt spid="5872"/>
                                        </p:tgtEl>
                                        <p:attrNameLst>
                                          <p:attrName>ppt_h</p:attrName>
                                        </p:attrNameLst>
                                      </p:cBhvr>
                                      <p:tavLst>
                                        <p:tav tm="0">
                                          <p:val>
                                            <p:fltVal val="0"/>
                                          </p:val>
                                        </p:tav>
                                        <p:tav tm="100000">
                                          <p:val>
                                            <p:strVal val="#ppt_h"/>
                                          </p:val>
                                        </p:tav>
                                      </p:tavLst>
                                    </p:anim>
                                  </p:childTnLst>
                                </p:cTn>
                              </p:par>
                            </p:childTnLst>
                          </p:cTn>
                        </p:par>
                        <p:par>
                          <p:cTn id="27" fill="hold">
                            <p:stCondLst>
                              <p:cond delay="2850"/>
                            </p:stCondLst>
                            <p:childTnLst>
                              <p:par>
                                <p:cTn id="28" presetID="22" presetClass="entr" presetSubtype="8" fill="hold" grpId="0" nodeType="afterEffect">
                                  <p:stCondLst>
                                    <p:cond delay="0"/>
                                  </p:stCondLst>
                                  <p:iterate>
                                    <p:tmAbs val="0"/>
                                  </p:iterate>
                                  <p:childTnLst>
                                    <p:set>
                                      <p:cBhvr>
                                        <p:cTn id="29" fill="hold"/>
                                        <p:tgtEl>
                                          <p:spTgt spid="5854"/>
                                        </p:tgtEl>
                                        <p:attrNameLst>
                                          <p:attrName>style.visibility</p:attrName>
                                        </p:attrNameLst>
                                      </p:cBhvr>
                                      <p:to>
                                        <p:strVal val="visible"/>
                                      </p:to>
                                    </p:set>
                                    <p:animEffect transition="in" filter="wipe(left)">
                                      <p:cBhvr>
                                        <p:cTn id="30" dur="300"/>
                                        <p:tgtEl>
                                          <p:spTgt spid="5854"/>
                                        </p:tgtEl>
                                      </p:cBhvr>
                                    </p:animEffect>
                                  </p:childTnLst>
                                </p:cTn>
                              </p:par>
                            </p:childTnLst>
                          </p:cTn>
                        </p:par>
                        <p:par>
                          <p:cTn id="31" fill="hold">
                            <p:stCondLst>
                              <p:cond delay="3150"/>
                            </p:stCondLst>
                            <p:childTnLst>
                              <p:par>
                                <p:cTn id="32" presetID="23" presetClass="entr" presetSubtype="16" fill="hold" grpId="0" nodeType="afterEffect">
                                  <p:stCondLst>
                                    <p:cond delay="0"/>
                                  </p:stCondLst>
                                  <p:iterate>
                                    <p:tmAbs val="0"/>
                                  </p:iterate>
                                  <p:childTnLst>
                                    <p:set>
                                      <p:cBhvr>
                                        <p:cTn id="33" fill="hold"/>
                                        <p:tgtEl>
                                          <p:spTgt spid="5876"/>
                                        </p:tgtEl>
                                        <p:attrNameLst>
                                          <p:attrName>style.visibility</p:attrName>
                                        </p:attrNameLst>
                                      </p:cBhvr>
                                      <p:to>
                                        <p:strVal val="visible"/>
                                      </p:to>
                                    </p:set>
                                    <p:anim calcmode="lin" valueType="num">
                                      <p:cBhvr>
                                        <p:cTn id="34" dur="750" fill="hold"/>
                                        <p:tgtEl>
                                          <p:spTgt spid="5876"/>
                                        </p:tgtEl>
                                        <p:attrNameLst>
                                          <p:attrName>ppt_w</p:attrName>
                                        </p:attrNameLst>
                                      </p:cBhvr>
                                      <p:tavLst>
                                        <p:tav tm="0">
                                          <p:val>
                                            <p:fltVal val="0"/>
                                          </p:val>
                                        </p:tav>
                                        <p:tav tm="100000">
                                          <p:val>
                                            <p:strVal val="#ppt_w"/>
                                          </p:val>
                                        </p:tav>
                                      </p:tavLst>
                                    </p:anim>
                                    <p:anim calcmode="lin" valueType="num">
                                      <p:cBhvr>
                                        <p:cTn id="35" dur="750" fill="hold"/>
                                        <p:tgtEl>
                                          <p:spTgt spid="5876"/>
                                        </p:tgtEl>
                                        <p:attrNameLst>
                                          <p:attrName>ppt_h</p:attrName>
                                        </p:attrNameLst>
                                      </p:cBhvr>
                                      <p:tavLst>
                                        <p:tav tm="0">
                                          <p:val>
                                            <p:fltVal val="0"/>
                                          </p:val>
                                        </p:tav>
                                        <p:tav tm="100000">
                                          <p:val>
                                            <p:strVal val="#ppt_h"/>
                                          </p:val>
                                        </p:tav>
                                      </p:tavLst>
                                    </p:anim>
                                  </p:childTnLst>
                                </p:cTn>
                              </p:par>
                            </p:childTnLst>
                          </p:cTn>
                        </p:par>
                        <p:par>
                          <p:cTn id="36" fill="hold">
                            <p:stCondLst>
                              <p:cond delay="3900"/>
                            </p:stCondLst>
                            <p:childTnLst>
                              <p:par>
                                <p:cTn id="37" presetID="22" presetClass="entr" presetSubtype="8" fill="hold" grpId="0" nodeType="afterEffect">
                                  <p:stCondLst>
                                    <p:cond delay="0"/>
                                  </p:stCondLst>
                                  <p:iterate>
                                    <p:tmAbs val="0"/>
                                  </p:iterate>
                                  <p:childTnLst>
                                    <p:set>
                                      <p:cBhvr>
                                        <p:cTn id="38" fill="hold"/>
                                        <p:tgtEl>
                                          <p:spTgt spid="5855"/>
                                        </p:tgtEl>
                                        <p:attrNameLst>
                                          <p:attrName>style.visibility</p:attrName>
                                        </p:attrNameLst>
                                      </p:cBhvr>
                                      <p:to>
                                        <p:strVal val="visible"/>
                                      </p:to>
                                    </p:set>
                                    <p:animEffect transition="in" filter="wipe(left)">
                                      <p:cBhvr>
                                        <p:cTn id="39" dur="300"/>
                                        <p:tgtEl>
                                          <p:spTgt spid="5855"/>
                                        </p:tgtEl>
                                      </p:cBhvr>
                                    </p:animEffect>
                                  </p:childTnLst>
                                </p:cTn>
                              </p:par>
                            </p:childTnLst>
                          </p:cTn>
                        </p:par>
                        <p:par>
                          <p:cTn id="40" fill="hold">
                            <p:stCondLst>
                              <p:cond delay="4200"/>
                            </p:stCondLst>
                            <p:childTnLst>
                              <p:par>
                                <p:cTn id="41" presetID="10" presetClass="entr" presetSubtype="0" fill="hold" nodeType="after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childTnLst>
                          </p:cTn>
                        </p:par>
                        <p:par>
                          <p:cTn id="44" fill="hold">
                            <p:stCondLst>
                              <p:cond delay="4700"/>
                            </p:stCondLst>
                            <p:childTnLst>
                              <p:par>
                                <p:cTn id="45" presetID="10" presetClass="entr" presetSubtype="0" fill="hold" nodeType="after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2" grpId="0" animBg="1" advAuto="0"/>
      <p:bldP spid="5853" grpId="0" animBg="1" advAuto="0"/>
      <p:bldP spid="5854" grpId="0" animBg="1" advAuto="0"/>
      <p:bldP spid="5855" grpId="0" animBg="1" advAuto="0"/>
      <p:bldP spid="5868" grpId="0" animBg="1" advAuto="0"/>
      <p:bldP spid="5872" grpId="0" animBg="1" advAuto="0"/>
      <p:bldP spid="5876" grpId="0" animBg="1" advAuto="0"/>
      <p:bldP spid="5879" grpId="0"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a:spLocks noEditPoints="1"/>
          </p:cNvSpPr>
          <p:nvPr/>
        </p:nvSpPr>
        <p:spPr bwMode="auto">
          <a:xfrm>
            <a:off x="4313240" y="1353811"/>
            <a:ext cx="4151312" cy="4613275"/>
          </a:xfrm>
          <a:custGeom>
            <a:avLst/>
            <a:gdLst>
              <a:gd name="T0" fmla="*/ 495 w 537"/>
              <a:gd name="T1" fmla="*/ 481 h 597"/>
              <a:gd name="T2" fmla="*/ 524 w 537"/>
              <a:gd name="T3" fmla="*/ 432 h 597"/>
              <a:gd name="T4" fmla="*/ 523 w 537"/>
              <a:gd name="T5" fmla="*/ 377 h 597"/>
              <a:gd name="T6" fmla="*/ 419 w 537"/>
              <a:gd name="T7" fmla="*/ 331 h 597"/>
              <a:gd name="T8" fmla="*/ 401 w 537"/>
              <a:gd name="T9" fmla="*/ 281 h 597"/>
              <a:gd name="T10" fmla="*/ 105 w 537"/>
              <a:gd name="T11" fmla="*/ 66 h 597"/>
              <a:gd name="T12" fmla="*/ 34 w 537"/>
              <a:gd name="T13" fmla="*/ 85 h 597"/>
              <a:gd name="T14" fmla="*/ 5 w 537"/>
              <a:gd name="T15" fmla="*/ 214 h 597"/>
              <a:gd name="T16" fmla="*/ 2 w 537"/>
              <a:gd name="T17" fmla="*/ 276 h 597"/>
              <a:gd name="T18" fmla="*/ 0 w 537"/>
              <a:gd name="T19" fmla="*/ 537 h 597"/>
              <a:gd name="T20" fmla="*/ 22 w 537"/>
              <a:gd name="T21" fmla="*/ 513 h 597"/>
              <a:gd name="T22" fmla="*/ 21 w 537"/>
              <a:gd name="T23" fmla="*/ 275 h 597"/>
              <a:gd name="T24" fmla="*/ 80 w 537"/>
              <a:gd name="T25" fmla="*/ 116 h 597"/>
              <a:gd name="T26" fmla="*/ 210 w 537"/>
              <a:gd name="T27" fmla="*/ 211 h 597"/>
              <a:gd name="T28" fmla="*/ 149 w 537"/>
              <a:gd name="T29" fmla="*/ 388 h 597"/>
              <a:gd name="T30" fmla="*/ 99 w 537"/>
              <a:gd name="T31" fmla="*/ 597 h 597"/>
              <a:gd name="T32" fmla="*/ 9 w 537"/>
              <a:gd name="T33" fmla="*/ 516 h 597"/>
              <a:gd name="T34" fmla="*/ 9 w 537"/>
              <a:gd name="T35" fmla="*/ 565 h 597"/>
              <a:gd name="T36" fmla="*/ 23 w 537"/>
              <a:gd name="T37" fmla="*/ 539 h 597"/>
              <a:gd name="T38" fmla="*/ 1 w 537"/>
              <a:gd name="T39" fmla="*/ 537 h 597"/>
              <a:gd name="T40" fmla="*/ 10 w 537"/>
              <a:gd name="T41" fmla="*/ 516 h 597"/>
              <a:gd name="T42" fmla="*/ 21 w 537"/>
              <a:gd name="T43" fmla="*/ 504 h 597"/>
              <a:gd name="T44" fmla="*/ 3 w 537"/>
              <a:gd name="T45" fmla="*/ 502 h 597"/>
              <a:gd name="T46" fmla="*/ 20 w 537"/>
              <a:gd name="T47" fmla="*/ 277 h 597"/>
              <a:gd name="T48" fmla="*/ 9 w 537"/>
              <a:gd name="T49" fmla="*/ 275 h 597"/>
              <a:gd name="T50" fmla="*/ 492 w 537"/>
              <a:gd name="T51" fmla="*/ 480 h 597"/>
              <a:gd name="T52" fmla="*/ 493 w 537"/>
              <a:gd name="T53" fmla="*/ 479 h 597"/>
              <a:gd name="T54" fmla="*/ 522 w 537"/>
              <a:gd name="T55" fmla="*/ 432 h 597"/>
              <a:gd name="T56" fmla="*/ 503 w 537"/>
              <a:gd name="T57" fmla="*/ 426 h 597"/>
              <a:gd name="T58" fmla="*/ 523 w 537"/>
              <a:gd name="T59" fmla="*/ 403 h 597"/>
              <a:gd name="T60" fmla="*/ 511 w 537"/>
              <a:gd name="T61" fmla="*/ 396 h 597"/>
              <a:gd name="T62" fmla="*/ 495 w 537"/>
              <a:gd name="T63" fmla="*/ 431 h 597"/>
              <a:gd name="T64" fmla="*/ 472 w 537"/>
              <a:gd name="T65" fmla="*/ 462 h 597"/>
              <a:gd name="T66" fmla="*/ 451 w 537"/>
              <a:gd name="T67" fmla="*/ 445 h 597"/>
              <a:gd name="T68" fmla="*/ 520 w 537"/>
              <a:gd name="T69" fmla="*/ 365 h 597"/>
              <a:gd name="T70" fmla="*/ 438 w 537"/>
              <a:gd name="T71" fmla="*/ 415 h 597"/>
              <a:gd name="T72" fmla="*/ 389 w 537"/>
              <a:gd name="T73" fmla="*/ 387 h 597"/>
              <a:gd name="T74" fmla="*/ 440 w 537"/>
              <a:gd name="T75" fmla="*/ 467 h 597"/>
              <a:gd name="T76" fmla="*/ 415 w 537"/>
              <a:gd name="T77" fmla="*/ 340 h 597"/>
              <a:gd name="T78" fmla="*/ 390 w 537"/>
              <a:gd name="T79" fmla="*/ 379 h 597"/>
              <a:gd name="T80" fmla="*/ 434 w 537"/>
              <a:gd name="T81" fmla="*/ 413 h 597"/>
              <a:gd name="T82" fmla="*/ 459 w 537"/>
              <a:gd name="T83" fmla="*/ 491 h 597"/>
              <a:gd name="T84" fmla="*/ 465 w 537"/>
              <a:gd name="T85" fmla="*/ 492 h 597"/>
              <a:gd name="T86" fmla="*/ 413 w 537"/>
              <a:gd name="T87" fmla="*/ 338 h 597"/>
              <a:gd name="T88" fmla="*/ 407 w 537"/>
              <a:gd name="T89" fmla="*/ 334 h 597"/>
              <a:gd name="T90" fmla="*/ 398 w 537"/>
              <a:gd name="T91" fmla="*/ 312 h 597"/>
              <a:gd name="T92" fmla="*/ 389 w 537"/>
              <a:gd name="T93" fmla="*/ 285 h 597"/>
              <a:gd name="T94" fmla="*/ 19 w 537"/>
              <a:gd name="T95" fmla="*/ 169 h 597"/>
              <a:gd name="T96" fmla="*/ 56 w 537"/>
              <a:gd name="T97" fmla="*/ 107 h 597"/>
              <a:gd name="T98" fmla="*/ 62 w 537"/>
              <a:gd name="T99" fmla="*/ 54 h 597"/>
              <a:gd name="T100" fmla="*/ 179 w 537"/>
              <a:gd name="T101" fmla="*/ 403 h 597"/>
              <a:gd name="T102" fmla="*/ 305 w 537"/>
              <a:gd name="T103" fmla="*/ 402 h 597"/>
              <a:gd name="T104" fmla="*/ 244 w 537"/>
              <a:gd name="T105" fmla="*/ 211 h 597"/>
              <a:gd name="T106" fmla="*/ 393 w 537"/>
              <a:gd name="T107" fmla="*/ 264 h 597"/>
              <a:gd name="T108" fmla="*/ 392 w 537"/>
              <a:gd name="T109" fmla="*/ 316 h 597"/>
              <a:gd name="T110" fmla="*/ 419 w 537"/>
              <a:gd name="T111" fmla="*/ 360 h 597"/>
              <a:gd name="T112" fmla="*/ 391 w 537"/>
              <a:gd name="T113" fmla="*/ 467 h 597"/>
              <a:gd name="T114" fmla="*/ 441 w 537"/>
              <a:gd name="T115" fmla="*/ 468 h 597"/>
              <a:gd name="T116" fmla="*/ 393 w 537"/>
              <a:gd name="T117" fmla="*/ 479 h 597"/>
              <a:gd name="T118" fmla="*/ 465 w 537"/>
              <a:gd name="T119" fmla="*/ 524 h 597"/>
              <a:gd name="T120" fmla="*/ 459 w 537"/>
              <a:gd name="T121" fmla="*/ 468 h 597"/>
              <a:gd name="T122" fmla="*/ 485 w 537"/>
              <a:gd name="T123" fmla="*/ 561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37" h="597">
                <a:moveTo>
                  <a:pt x="535" y="594"/>
                </a:moveTo>
                <a:cubicBezTo>
                  <a:pt x="518" y="594"/>
                  <a:pt x="518" y="594"/>
                  <a:pt x="518" y="594"/>
                </a:cubicBezTo>
                <a:cubicBezTo>
                  <a:pt x="518" y="545"/>
                  <a:pt x="518" y="545"/>
                  <a:pt x="518" y="545"/>
                </a:cubicBezTo>
                <a:cubicBezTo>
                  <a:pt x="518" y="545"/>
                  <a:pt x="518" y="545"/>
                  <a:pt x="518" y="545"/>
                </a:cubicBezTo>
                <a:cubicBezTo>
                  <a:pt x="518" y="545"/>
                  <a:pt x="518" y="544"/>
                  <a:pt x="518" y="544"/>
                </a:cubicBezTo>
                <a:cubicBezTo>
                  <a:pt x="487" y="488"/>
                  <a:pt x="487" y="488"/>
                  <a:pt x="487" y="488"/>
                </a:cubicBezTo>
                <a:cubicBezTo>
                  <a:pt x="495" y="484"/>
                  <a:pt x="495" y="484"/>
                  <a:pt x="495" y="484"/>
                </a:cubicBezTo>
                <a:cubicBezTo>
                  <a:pt x="496" y="483"/>
                  <a:pt x="496" y="483"/>
                  <a:pt x="496" y="482"/>
                </a:cubicBezTo>
                <a:cubicBezTo>
                  <a:pt x="495" y="481"/>
                  <a:pt x="495" y="481"/>
                  <a:pt x="495" y="481"/>
                </a:cubicBezTo>
                <a:cubicBezTo>
                  <a:pt x="529" y="463"/>
                  <a:pt x="529" y="463"/>
                  <a:pt x="529" y="463"/>
                </a:cubicBezTo>
                <a:cubicBezTo>
                  <a:pt x="529" y="463"/>
                  <a:pt x="529" y="462"/>
                  <a:pt x="529" y="462"/>
                </a:cubicBezTo>
                <a:cubicBezTo>
                  <a:pt x="537" y="432"/>
                  <a:pt x="537" y="432"/>
                  <a:pt x="537" y="432"/>
                </a:cubicBezTo>
                <a:cubicBezTo>
                  <a:pt x="537" y="431"/>
                  <a:pt x="537" y="431"/>
                  <a:pt x="537" y="430"/>
                </a:cubicBezTo>
                <a:cubicBezTo>
                  <a:pt x="536" y="430"/>
                  <a:pt x="536" y="430"/>
                  <a:pt x="535" y="430"/>
                </a:cubicBezTo>
                <a:cubicBezTo>
                  <a:pt x="522" y="437"/>
                  <a:pt x="522" y="437"/>
                  <a:pt x="522" y="437"/>
                </a:cubicBezTo>
                <a:cubicBezTo>
                  <a:pt x="522" y="433"/>
                  <a:pt x="522" y="433"/>
                  <a:pt x="522" y="433"/>
                </a:cubicBezTo>
                <a:cubicBezTo>
                  <a:pt x="522" y="433"/>
                  <a:pt x="522" y="433"/>
                  <a:pt x="522" y="433"/>
                </a:cubicBezTo>
                <a:cubicBezTo>
                  <a:pt x="524" y="432"/>
                  <a:pt x="524" y="432"/>
                  <a:pt x="524" y="432"/>
                </a:cubicBezTo>
                <a:cubicBezTo>
                  <a:pt x="524" y="432"/>
                  <a:pt x="524" y="432"/>
                  <a:pt x="524" y="432"/>
                </a:cubicBezTo>
                <a:cubicBezTo>
                  <a:pt x="531" y="418"/>
                  <a:pt x="531" y="418"/>
                  <a:pt x="531" y="418"/>
                </a:cubicBezTo>
                <a:cubicBezTo>
                  <a:pt x="531" y="418"/>
                  <a:pt x="531" y="417"/>
                  <a:pt x="531" y="417"/>
                </a:cubicBezTo>
                <a:cubicBezTo>
                  <a:pt x="531" y="417"/>
                  <a:pt x="531" y="417"/>
                  <a:pt x="531" y="417"/>
                </a:cubicBezTo>
                <a:cubicBezTo>
                  <a:pt x="526" y="403"/>
                  <a:pt x="526" y="403"/>
                  <a:pt x="526" y="403"/>
                </a:cubicBezTo>
                <a:cubicBezTo>
                  <a:pt x="529" y="378"/>
                  <a:pt x="529" y="378"/>
                  <a:pt x="529" y="378"/>
                </a:cubicBezTo>
                <a:cubicBezTo>
                  <a:pt x="529" y="378"/>
                  <a:pt x="529" y="378"/>
                  <a:pt x="529" y="377"/>
                </a:cubicBezTo>
                <a:cubicBezTo>
                  <a:pt x="529" y="377"/>
                  <a:pt x="528" y="377"/>
                  <a:pt x="528" y="377"/>
                </a:cubicBezTo>
                <a:cubicBezTo>
                  <a:pt x="523" y="377"/>
                  <a:pt x="523" y="377"/>
                  <a:pt x="523" y="377"/>
                </a:cubicBezTo>
                <a:cubicBezTo>
                  <a:pt x="523" y="364"/>
                  <a:pt x="523" y="364"/>
                  <a:pt x="523" y="364"/>
                </a:cubicBezTo>
                <a:cubicBezTo>
                  <a:pt x="523" y="364"/>
                  <a:pt x="523" y="364"/>
                  <a:pt x="523" y="364"/>
                </a:cubicBezTo>
                <a:cubicBezTo>
                  <a:pt x="523" y="364"/>
                  <a:pt x="523" y="364"/>
                  <a:pt x="522" y="363"/>
                </a:cubicBezTo>
                <a:cubicBezTo>
                  <a:pt x="522" y="363"/>
                  <a:pt x="522" y="363"/>
                  <a:pt x="522" y="363"/>
                </a:cubicBezTo>
                <a:cubicBezTo>
                  <a:pt x="427" y="363"/>
                  <a:pt x="427" y="363"/>
                  <a:pt x="427" y="363"/>
                </a:cubicBezTo>
                <a:cubicBezTo>
                  <a:pt x="425" y="358"/>
                  <a:pt x="425" y="358"/>
                  <a:pt x="425" y="358"/>
                </a:cubicBezTo>
                <a:cubicBezTo>
                  <a:pt x="425" y="357"/>
                  <a:pt x="425" y="357"/>
                  <a:pt x="425" y="357"/>
                </a:cubicBezTo>
                <a:cubicBezTo>
                  <a:pt x="425" y="357"/>
                  <a:pt x="426" y="357"/>
                  <a:pt x="426" y="357"/>
                </a:cubicBezTo>
                <a:cubicBezTo>
                  <a:pt x="419" y="331"/>
                  <a:pt x="419" y="331"/>
                  <a:pt x="419" y="331"/>
                </a:cubicBezTo>
                <a:cubicBezTo>
                  <a:pt x="419" y="331"/>
                  <a:pt x="419" y="331"/>
                  <a:pt x="419" y="331"/>
                </a:cubicBezTo>
                <a:cubicBezTo>
                  <a:pt x="419" y="331"/>
                  <a:pt x="419" y="331"/>
                  <a:pt x="419" y="331"/>
                </a:cubicBezTo>
                <a:cubicBezTo>
                  <a:pt x="411" y="309"/>
                  <a:pt x="411" y="309"/>
                  <a:pt x="411" y="309"/>
                </a:cubicBezTo>
                <a:cubicBezTo>
                  <a:pt x="417" y="307"/>
                  <a:pt x="417" y="307"/>
                  <a:pt x="417" y="307"/>
                </a:cubicBezTo>
                <a:cubicBezTo>
                  <a:pt x="417" y="306"/>
                  <a:pt x="417" y="306"/>
                  <a:pt x="417" y="306"/>
                </a:cubicBezTo>
                <a:cubicBezTo>
                  <a:pt x="418" y="306"/>
                  <a:pt x="418" y="306"/>
                  <a:pt x="417" y="306"/>
                </a:cubicBezTo>
                <a:cubicBezTo>
                  <a:pt x="408" y="279"/>
                  <a:pt x="408" y="279"/>
                  <a:pt x="408" y="279"/>
                </a:cubicBezTo>
                <a:cubicBezTo>
                  <a:pt x="407" y="278"/>
                  <a:pt x="407" y="278"/>
                  <a:pt x="407" y="278"/>
                </a:cubicBezTo>
                <a:cubicBezTo>
                  <a:pt x="401" y="281"/>
                  <a:pt x="401" y="281"/>
                  <a:pt x="401" y="281"/>
                </a:cubicBezTo>
                <a:cubicBezTo>
                  <a:pt x="397" y="266"/>
                  <a:pt x="397" y="266"/>
                  <a:pt x="397" y="266"/>
                </a:cubicBezTo>
                <a:cubicBezTo>
                  <a:pt x="409" y="271"/>
                  <a:pt x="409" y="271"/>
                  <a:pt x="409" y="271"/>
                </a:cubicBezTo>
                <a:cubicBezTo>
                  <a:pt x="409" y="271"/>
                  <a:pt x="409" y="271"/>
                  <a:pt x="409" y="271"/>
                </a:cubicBezTo>
                <a:cubicBezTo>
                  <a:pt x="410" y="271"/>
                  <a:pt x="410" y="271"/>
                  <a:pt x="410" y="270"/>
                </a:cubicBezTo>
                <a:cubicBezTo>
                  <a:pt x="434" y="221"/>
                  <a:pt x="434" y="221"/>
                  <a:pt x="434" y="221"/>
                </a:cubicBezTo>
                <a:cubicBezTo>
                  <a:pt x="434" y="221"/>
                  <a:pt x="434" y="221"/>
                  <a:pt x="434" y="220"/>
                </a:cubicBezTo>
                <a:cubicBezTo>
                  <a:pt x="434" y="220"/>
                  <a:pt x="434" y="220"/>
                  <a:pt x="433" y="220"/>
                </a:cubicBezTo>
                <a:cubicBezTo>
                  <a:pt x="105" y="66"/>
                  <a:pt x="105" y="66"/>
                  <a:pt x="105" y="66"/>
                </a:cubicBezTo>
                <a:cubicBezTo>
                  <a:pt x="105" y="66"/>
                  <a:pt x="105" y="66"/>
                  <a:pt x="105" y="66"/>
                </a:cubicBezTo>
                <a:cubicBezTo>
                  <a:pt x="125" y="7"/>
                  <a:pt x="125" y="7"/>
                  <a:pt x="125" y="7"/>
                </a:cubicBezTo>
                <a:cubicBezTo>
                  <a:pt x="126" y="6"/>
                  <a:pt x="125" y="6"/>
                  <a:pt x="125" y="5"/>
                </a:cubicBezTo>
                <a:cubicBezTo>
                  <a:pt x="119" y="0"/>
                  <a:pt x="119" y="0"/>
                  <a:pt x="119" y="0"/>
                </a:cubicBezTo>
                <a:cubicBezTo>
                  <a:pt x="118" y="0"/>
                  <a:pt x="118" y="0"/>
                  <a:pt x="118" y="0"/>
                </a:cubicBezTo>
                <a:cubicBezTo>
                  <a:pt x="93" y="6"/>
                  <a:pt x="93" y="6"/>
                  <a:pt x="93" y="6"/>
                </a:cubicBezTo>
                <a:cubicBezTo>
                  <a:pt x="93" y="7"/>
                  <a:pt x="93" y="7"/>
                  <a:pt x="93" y="7"/>
                </a:cubicBezTo>
                <a:cubicBezTo>
                  <a:pt x="62" y="39"/>
                  <a:pt x="62" y="39"/>
                  <a:pt x="62" y="39"/>
                </a:cubicBezTo>
                <a:cubicBezTo>
                  <a:pt x="62" y="39"/>
                  <a:pt x="62" y="39"/>
                  <a:pt x="62" y="39"/>
                </a:cubicBezTo>
                <a:cubicBezTo>
                  <a:pt x="34" y="85"/>
                  <a:pt x="34" y="85"/>
                  <a:pt x="34" y="85"/>
                </a:cubicBezTo>
                <a:cubicBezTo>
                  <a:pt x="34" y="85"/>
                  <a:pt x="34" y="85"/>
                  <a:pt x="34" y="85"/>
                </a:cubicBezTo>
                <a:cubicBezTo>
                  <a:pt x="13" y="137"/>
                  <a:pt x="13" y="137"/>
                  <a:pt x="13" y="137"/>
                </a:cubicBezTo>
                <a:cubicBezTo>
                  <a:pt x="13" y="138"/>
                  <a:pt x="13" y="138"/>
                  <a:pt x="13" y="138"/>
                </a:cubicBezTo>
                <a:cubicBezTo>
                  <a:pt x="4" y="176"/>
                  <a:pt x="4" y="176"/>
                  <a:pt x="4" y="176"/>
                </a:cubicBezTo>
                <a:cubicBezTo>
                  <a:pt x="4" y="176"/>
                  <a:pt x="4" y="176"/>
                  <a:pt x="4" y="176"/>
                </a:cubicBezTo>
                <a:cubicBezTo>
                  <a:pt x="3" y="213"/>
                  <a:pt x="3" y="213"/>
                  <a:pt x="3" y="213"/>
                </a:cubicBezTo>
                <a:cubicBezTo>
                  <a:pt x="3" y="213"/>
                  <a:pt x="3" y="214"/>
                  <a:pt x="4" y="214"/>
                </a:cubicBezTo>
                <a:cubicBezTo>
                  <a:pt x="4" y="214"/>
                  <a:pt x="4" y="214"/>
                  <a:pt x="4" y="214"/>
                </a:cubicBezTo>
                <a:cubicBezTo>
                  <a:pt x="4" y="214"/>
                  <a:pt x="5" y="214"/>
                  <a:pt x="5" y="214"/>
                </a:cubicBezTo>
                <a:cubicBezTo>
                  <a:pt x="10" y="213"/>
                  <a:pt x="10" y="213"/>
                  <a:pt x="10" y="213"/>
                </a:cubicBezTo>
                <a:cubicBezTo>
                  <a:pt x="10" y="268"/>
                  <a:pt x="10" y="268"/>
                  <a:pt x="10" y="268"/>
                </a:cubicBezTo>
                <a:cubicBezTo>
                  <a:pt x="8" y="268"/>
                  <a:pt x="8" y="268"/>
                  <a:pt x="8" y="268"/>
                </a:cubicBezTo>
                <a:cubicBezTo>
                  <a:pt x="8" y="268"/>
                  <a:pt x="8" y="268"/>
                  <a:pt x="8" y="268"/>
                </a:cubicBezTo>
                <a:cubicBezTo>
                  <a:pt x="8" y="269"/>
                  <a:pt x="8" y="269"/>
                  <a:pt x="8" y="269"/>
                </a:cubicBezTo>
                <a:cubicBezTo>
                  <a:pt x="8" y="275"/>
                  <a:pt x="8" y="275"/>
                  <a:pt x="8" y="275"/>
                </a:cubicBezTo>
                <a:cubicBezTo>
                  <a:pt x="3" y="275"/>
                  <a:pt x="3" y="275"/>
                  <a:pt x="3" y="275"/>
                </a:cubicBezTo>
                <a:cubicBezTo>
                  <a:pt x="3" y="275"/>
                  <a:pt x="2" y="275"/>
                  <a:pt x="2" y="275"/>
                </a:cubicBezTo>
                <a:cubicBezTo>
                  <a:pt x="2" y="276"/>
                  <a:pt x="2" y="276"/>
                  <a:pt x="2" y="276"/>
                </a:cubicBezTo>
                <a:cubicBezTo>
                  <a:pt x="7" y="302"/>
                  <a:pt x="7" y="302"/>
                  <a:pt x="7" y="302"/>
                </a:cubicBezTo>
                <a:cubicBezTo>
                  <a:pt x="7" y="302"/>
                  <a:pt x="8" y="303"/>
                  <a:pt x="8" y="303"/>
                </a:cubicBezTo>
                <a:cubicBezTo>
                  <a:pt x="11" y="303"/>
                  <a:pt x="11" y="303"/>
                  <a:pt x="11" y="303"/>
                </a:cubicBezTo>
                <a:cubicBezTo>
                  <a:pt x="11" y="498"/>
                  <a:pt x="11" y="498"/>
                  <a:pt x="11" y="498"/>
                </a:cubicBezTo>
                <a:cubicBezTo>
                  <a:pt x="6" y="498"/>
                  <a:pt x="2" y="499"/>
                  <a:pt x="1" y="502"/>
                </a:cubicBezTo>
                <a:cubicBezTo>
                  <a:pt x="1" y="513"/>
                  <a:pt x="1" y="513"/>
                  <a:pt x="1" y="513"/>
                </a:cubicBezTo>
                <a:cubicBezTo>
                  <a:pt x="2" y="516"/>
                  <a:pt x="6" y="517"/>
                  <a:pt x="11" y="517"/>
                </a:cubicBezTo>
                <a:cubicBezTo>
                  <a:pt x="11" y="532"/>
                  <a:pt x="11" y="532"/>
                  <a:pt x="11" y="532"/>
                </a:cubicBezTo>
                <a:cubicBezTo>
                  <a:pt x="5" y="532"/>
                  <a:pt x="0" y="534"/>
                  <a:pt x="0" y="537"/>
                </a:cubicBezTo>
                <a:cubicBezTo>
                  <a:pt x="0" y="537"/>
                  <a:pt x="0" y="537"/>
                  <a:pt x="0" y="537"/>
                </a:cubicBezTo>
                <a:cubicBezTo>
                  <a:pt x="0" y="562"/>
                  <a:pt x="0" y="562"/>
                  <a:pt x="0" y="562"/>
                </a:cubicBezTo>
                <a:cubicBezTo>
                  <a:pt x="0" y="565"/>
                  <a:pt x="5" y="566"/>
                  <a:pt x="12" y="567"/>
                </a:cubicBezTo>
                <a:cubicBezTo>
                  <a:pt x="18" y="566"/>
                  <a:pt x="24" y="565"/>
                  <a:pt x="24" y="562"/>
                </a:cubicBezTo>
                <a:cubicBezTo>
                  <a:pt x="24" y="537"/>
                  <a:pt x="24" y="537"/>
                  <a:pt x="24" y="537"/>
                </a:cubicBezTo>
                <a:cubicBezTo>
                  <a:pt x="24" y="537"/>
                  <a:pt x="24" y="537"/>
                  <a:pt x="24" y="537"/>
                </a:cubicBezTo>
                <a:cubicBezTo>
                  <a:pt x="24" y="534"/>
                  <a:pt x="19" y="532"/>
                  <a:pt x="13" y="532"/>
                </a:cubicBezTo>
                <a:cubicBezTo>
                  <a:pt x="13" y="517"/>
                  <a:pt x="13" y="517"/>
                  <a:pt x="13" y="517"/>
                </a:cubicBezTo>
                <a:cubicBezTo>
                  <a:pt x="18" y="517"/>
                  <a:pt x="22" y="516"/>
                  <a:pt x="22" y="513"/>
                </a:cubicBezTo>
                <a:cubicBezTo>
                  <a:pt x="22" y="502"/>
                  <a:pt x="22" y="502"/>
                  <a:pt x="22" y="502"/>
                </a:cubicBezTo>
                <a:cubicBezTo>
                  <a:pt x="22" y="502"/>
                  <a:pt x="22" y="502"/>
                  <a:pt x="22" y="502"/>
                </a:cubicBezTo>
                <a:cubicBezTo>
                  <a:pt x="22" y="499"/>
                  <a:pt x="18" y="498"/>
                  <a:pt x="13" y="498"/>
                </a:cubicBezTo>
                <a:cubicBezTo>
                  <a:pt x="13" y="303"/>
                  <a:pt x="13" y="303"/>
                  <a:pt x="13" y="303"/>
                </a:cubicBezTo>
                <a:cubicBezTo>
                  <a:pt x="16" y="303"/>
                  <a:pt x="16" y="303"/>
                  <a:pt x="16" y="303"/>
                </a:cubicBezTo>
                <a:cubicBezTo>
                  <a:pt x="16" y="303"/>
                  <a:pt x="16" y="302"/>
                  <a:pt x="16" y="302"/>
                </a:cubicBezTo>
                <a:cubicBezTo>
                  <a:pt x="21" y="276"/>
                  <a:pt x="21" y="276"/>
                  <a:pt x="21" y="276"/>
                </a:cubicBezTo>
                <a:cubicBezTo>
                  <a:pt x="21" y="276"/>
                  <a:pt x="21" y="276"/>
                  <a:pt x="21" y="275"/>
                </a:cubicBezTo>
                <a:cubicBezTo>
                  <a:pt x="21" y="275"/>
                  <a:pt x="21" y="275"/>
                  <a:pt x="21" y="275"/>
                </a:cubicBezTo>
                <a:cubicBezTo>
                  <a:pt x="16" y="275"/>
                  <a:pt x="16" y="275"/>
                  <a:pt x="16" y="275"/>
                </a:cubicBezTo>
                <a:cubicBezTo>
                  <a:pt x="16" y="269"/>
                  <a:pt x="16" y="269"/>
                  <a:pt x="16" y="269"/>
                </a:cubicBezTo>
                <a:cubicBezTo>
                  <a:pt x="16" y="269"/>
                  <a:pt x="16" y="269"/>
                  <a:pt x="16" y="268"/>
                </a:cubicBezTo>
                <a:cubicBezTo>
                  <a:pt x="16" y="268"/>
                  <a:pt x="15" y="268"/>
                  <a:pt x="15" y="268"/>
                </a:cubicBezTo>
                <a:cubicBezTo>
                  <a:pt x="13" y="268"/>
                  <a:pt x="13" y="268"/>
                  <a:pt x="13" y="268"/>
                </a:cubicBezTo>
                <a:cubicBezTo>
                  <a:pt x="13" y="212"/>
                  <a:pt x="13" y="212"/>
                  <a:pt x="13" y="212"/>
                </a:cubicBezTo>
                <a:cubicBezTo>
                  <a:pt x="25" y="209"/>
                  <a:pt x="25" y="209"/>
                  <a:pt x="25" y="209"/>
                </a:cubicBezTo>
                <a:cubicBezTo>
                  <a:pt x="25" y="209"/>
                  <a:pt x="26" y="209"/>
                  <a:pt x="26" y="209"/>
                </a:cubicBezTo>
                <a:cubicBezTo>
                  <a:pt x="80" y="116"/>
                  <a:pt x="80" y="116"/>
                  <a:pt x="80" y="116"/>
                </a:cubicBezTo>
                <a:cubicBezTo>
                  <a:pt x="229" y="186"/>
                  <a:pt x="229" y="186"/>
                  <a:pt x="229" y="186"/>
                </a:cubicBezTo>
                <a:cubicBezTo>
                  <a:pt x="224" y="186"/>
                  <a:pt x="224" y="186"/>
                  <a:pt x="224" y="186"/>
                </a:cubicBezTo>
                <a:cubicBezTo>
                  <a:pt x="223" y="186"/>
                  <a:pt x="223" y="187"/>
                  <a:pt x="223" y="187"/>
                </a:cubicBezTo>
                <a:cubicBezTo>
                  <a:pt x="218" y="200"/>
                  <a:pt x="218" y="200"/>
                  <a:pt x="218" y="200"/>
                </a:cubicBezTo>
                <a:cubicBezTo>
                  <a:pt x="211" y="200"/>
                  <a:pt x="211" y="200"/>
                  <a:pt x="211" y="200"/>
                </a:cubicBezTo>
                <a:cubicBezTo>
                  <a:pt x="210" y="200"/>
                  <a:pt x="210" y="200"/>
                  <a:pt x="210" y="200"/>
                </a:cubicBezTo>
                <a:cubicBezTo>
                  <a:pt x="209" y="200"/>
                  <a:pt x="209" y="201"/>
                  <a:pt x="209" y="201"/>
                </a:cubicBezTo>
                <a:cubicBezTo>
                  <a:pt x="209" y="210"/>
                  <a:pt x="209" y="210"/>
                  <a:pt x="209" y="210"/>
                </a:cubicBezTo>
                <a:cubicBezTo>
                  <a:pt x="209" y="210"/>
                  <a:pt x="209" y="210"/>
                  <a:pt x="210" y="211"/>
                </a:cubicBezTo>
                <a:cubicBezTo>
                  <a:pt x="210" y="211"/>
                  <a:pt x="210" y="211"/>
                  <a:pt x="211" y="211"/>
                </a:cubicBezTo>
                <a:cubicBezTo>
                  <a:pt x="212" y="211"/>
                  <a:pt x="212" y="211"/>
                  <a:pt x="212" y="211"/>
                </a:cubicBezTo>
                <a:cubicBezTo>
                  <a:pt x="167" y="379"/>
                  <a:pt x="167" y="379"/>
                  <a:pt x="167" y="379"/>
                </a:cubicBezTo>
                <a:cubicBezTo>
                  <a:pt x="149" y="379"/>
                  <a:pt x="149" y="379"/>
                  <a:pt x="149" y="379"/>
                </a:cubicBezTo>
                <a:cubicBezTo>
                  <a:pt x="149" y="379"/>
                  <a:pt x="149" y="379"/>
                  <a:pt x="148" y="379"/>
                </a:cubicBezTo>
                <a:cubicBezTo>
                  <a:pt x="148" y="379"/>
                  <a:pt x="148" y="379"/>
                  <a:pt x="148" y="380"/>
                </a:cubicBezTo>
                <a:cubicBezTo>
                  <a:pt x="148" y="387"/>
                  <a:pt x="148" y="387"/>
                  <a:pt x="148" y="387"/>
                </a:cubicBezTo>
                <a:cubicBezTo>
                  <a:pt x="148" y="387"/>
                  <a:pt x="148" y="387"/>
                  <a:pt x="148" y="387"/>
                </a:cubicBezTo>
                <a:cubicBezTo>
                  <a:pt x="149" y="388"/>
                  <a:pt x="149" y="388"/>
                  <a:pt x="149" y="388"/>
                </a:cubicBezTo>
                <a:cubicBezTo>
                  <a:pt x="152" y="388"/>
                  <a:pt x="152" y="388"/>
                  <a:pt x="152" y="388"/>
                </a:cubicBezTo>
                <a:cubicBezTo>
                  <a:pt x="152" y="402"/>
                  <a:pt x="152" y="402"/>
                  <a:pt x="152" y="402"/>
                </a:cubicBezTo>
                <a:cubicBezTo>
                  <a:pt x="152" y="402"/>
                  <a:pt x="152" y="402"/>
                  <a:pt x="152" y="403"/>
                </a:cubicBezTo>
                <a:cubicBezTo>
                  <a:pt x="152" y="403"/>
                  <a:pt x="153" y="403"/>
                  <a:pt x="153" y="403"/>
                </a:cubicBezTo>
                <a:cubicBezTo>
                  <a:pt x="160" y="403"/>
                  <a:pt x="160" y="403"/>
                  <a:pt x="160" y="403"/>
                </a:cubicBezTo>
                <a:cubicBezTo>
                  <a:pt x="108" y="594"/>
                  <a:pt x="108" y="594"/>
                  <a:pt x="108" y="594"/>
                </a:cubicBezTo>
                <a:cubicBezTo>
                  <a:pt x="99" y="594"/>
                  <a:pt x="99" y="594"/>
                  <a:pt x="99" y="594"/>
                </a:cubicBezTo>
                <a:cubicBezTo>
                  <a:pt x="98" y="594"/>
                  <a:pt x="98" y="595"/>
                  <a:pt x="98" y="596"/>
                </a:cubicBezTo>
                <a:cubicBezTo>
                  <a:pt x="98" y="596"/>
                  <a:pt x="98" y="597"/>
                  <a:pt x="99" y="597"/>
                </a:cubicBezTo>
                <a:cubicBezTo>
                  <a:pt x="535" y="597"/>
                  <a:pt x="535" y="597"/>
                  <a:pt x="535" y="597"/>
                </a:cubicBezTo>
                <a:cubicBezTo>
                  <a:pt x="535" y="597"/>
                  <a:pt x="536" y="596"/>
                  <a:pt x="536" y="596"/>
                </a:cubicBezTo>
                <a:cubicBezTo>
                  <a:pt x="536" y="595"/>
                  <a:pt x="535" y="594"/>
                  <a:pt x="535" y="594"/>
                </a:cubicBezTo>
                <a:close/>
                <a:moveTo>
                  <a:pt x="9" y="516"/>
                </a:moveTo>
                <a:cubicBezTo>
                  <a:pt x="7" y="516"/>
                  <a:pt x="6" y="515"/>
                  <a:pt x="5" y="515"/>
                </a:cubicBezTo>
                <a:cubicBezTo>
                  <a:pt x="3" y="514"/>
                  <a:pt x="3" y="513"/>
                  <a:pt x="3" y="513"/>
                </a:cubicBezTo>
                <a:cubicBezTo>
                  <a:pt x="3" y="504"/>
                  <a:pt x="3" y="504"/>
                  <a:pt x="3" y="504"/>
                </a:cubicBezTo>
                <a:cubicBezTo>
                  <a:pt x="4" y="505"/>
                  <a:pt x="6" y="505"/>
                  <a:pt x="9" y="506"/>
                </a:cubicBezTo>
                <a:lnTo>
                  <a:pt x="9" y="516"/>
                </a:lnTo>
                <a:close/>
                <a:moveTo>
                  <a:pt x="8" y="565"/>
                </a:moveTo>
                <a:cubicBezTo>
                  <a:pt x="7" y="565"/>
                  <a:pt x="5" y="565"/>
                  <a:pt x="4" y="564"/>
                </a:cubicBezTo>
                <a:cubicBezTo>
                  <a:pt x="2" y="563"/>
                  <a:pt x="1" y="562"/>
                  <a:pt x="1" y="562"/>
                </a:cubicBezTo>
                <a:cubicBezTo>
                  <a:pt x="1" y="539"/>
                  <a:pt x="1" y="539"/>
                  <a:pt x="1" y="539"/>
                </a:cubicBezTo>
                <a:cubicBezTo>
                  <a:pt x="2" y="540"/>
                  <a:pt x="5" y="541"/>
                  <a:pt x="8" y="541"/>
                </a:cubicBezTo>
                <a:lnTo>
                  <a:pt x="8" y="565"/>
                </a:lnTo>
                <a:close/>
                <a:moveTo>
                  <a:pt x="17" y="565"/>
                </a:moveTo>
                <a:cubicBezTo>
                  <a:pt x="15" y="565"/>
                  <a:pt x="14" y="565"/>
                  <a:pt x="12" y="565"/>
                </a:cubicBezTo>
                <a:cubicBezTo>
                  <a:pt x="11" y="565"/>
                  <a:pt x="10" y="565"/>
                  <a:pt x="9" y="565"/>
                </a:cubicBezTo>
                <a:cubicBezTo>
                  <a:pt x="9" y="541"/>
                  <a:pt x="9" y="541"/>
                  <a:pt x="9" y="541"/>
                </a:cubicBezTo>
                <a:cubicBezTo>
                  <a:pt x="10" y="541"/>
                  <a:pt x="11" y="542"/>
                  <a:pt x="12" y="542"/>
                </a:cubicBezTo>
                <a:cubicBezTo>
                  <a:pt x="14" y="541"/>
                  <a:pt x="15" y="541"/>
                  <a:pt x="17" y="541"/>
                </a:cubicBezTo>
                <a:lnTo>
                  <a:pt x="17" y="565"/>
                </a:lnTo>
                <a:close/>
                <a:moveTo>
                  <a:pt x="23" y="562"/>
                </a:moveTo>
                <a:cubicBezTo>
                  <a:pt x="23" y="562"/>
                  <a:pt x="22" y="563"/>
                  <a:pt x="20" y="564"/>
                </a:cubicBezTo>
                <a:cubicBezTo>
                  <a:pt x="19" y="564"/>
                  <a:pt x="18" y="565"/>
                  <a:pt x="18" y="565"/>
                </a:cubicBezTo>
                <a:cubicBezTo>
                  <a:pt x="18" y="541"/>
                  <a:pt x="18" y="541"/>
                  <a:pt x="18" y="541"/>
                </a:cubicBezTo>
                <a:cubicBezTo>
                  <a:pt x="20" y="541"/>
                  <a:pt x="22" y="540"/>
                  <a:pt x="23" y="539"/>
                </a:cubicBezTo>
                <a:lnTo>
                  <a:pt x="23" y="562"/>
                </a:lnTo>
                <a:close/>
                <a:moveTo>
                  <a:pt x="20" y="534"/>
                </a:moveTo>
                <a:cubicBezTo>
                  <a:pt x="22" y="535"/>
                  <a:pt x="23" y="536"/>
                  <a:pt x="23" y="537"/>
                </a:cubicBezTo>
                <a:cubicBezTo>
                  <a:pt x="23" y="537"/>
                  <a:pt x="23" y="537"/>
                  <a:pt x="23" y="537"/>
                </a:cubicBezTo>
                <a:cubicBezTo>
                  <a:pt x="23" y="537"/>
                  <a:pt x="22" y="538"/>
                  <a:pt x="20" y="539"/>
                </a:cubicBezTo>
                <a:cubicBezTo>
                  <a:pt x="18" y="540"/>
                  <a:pt x="15" y="540"/>
                  <a:pt x="12" y="540"/>
                </a:cubicBezTo>
                <a:cubicBezTo>
                  <a:pt x="9" y="540"/>
                  <a:pt x="6" y="540"/>
                  <a:pt x="4" y="539"/>
                </a:cubicBezTo>
                <a:cubicBezTo>
                  <a:pt x="2" y="538"/>
                  <a:pt x="1" y="537"/>
                  <a:pt x="1" y="537"/>
                </a:cubicBezTo>
                <a:cubicBezTo>
                  <a:pt x="1" y="537"/>
                  <a:pt x="1" y="537"/>
                  <a:pt x="1" y="537"/>
                </a:cubicBezTo>
                <a:cubicBezTo>
                  <a:pt x="1" y="536"/>
                  <a:pt x="2" y="535"/>
                  <a:pt x="4" y="534"/>
                </a:cubicBezTo>
                <a:cubicBezTo>
                  <a:pt x="6" y="534"/>
                  <a:pt x="8" y="533"/>
                  <a:pt x="11" y="533"/>
                </a:cubicBezTo>
                <a:cubicBezTo>
                  <a:pt x="11" y="537"/>
                  <a:pt x="11" y="537"/>
                  <a:pt x="11" y="537"/>
                </a:cubicBezTo>
                <a:cubicBezTo>
                  <a:pt x="13" y="537"/>
                  <a:pt x="13" y="537"/>
                  <a:pt x="13" y="537"/>
                </a:cubicBezTo>
                <a:cubicBezTo>
                  <a:pt x="13" y="533"/>
                  <a:pt x="13" y="533"/>
                  <a:pt x="13" y="533"/>
                </a:cubicBezTo>
                <a:cubicBezTo>
                  <a:pt x="16" y="533"/>
                  <a:pt x="18" y="534"/>
                  <a:pt x="20" y="534"/>
                </a:cubicBezTo>
                <a:close/>
                <a:moveTo>
                  <a:pt x="16" y="516"/>
                </a:moveTo>
                <a:cubicBezTo>
                  <a:pt x="15" y="516"/>
                  <a:pt x="13" y="516"/>
                  <a:pt x="12" y="516"/>
                </a:cubicBezTo>
                <a:cubicBezTo>
                  <a:pt x="11" y="516"/>
                  <a:pt x="10" y="516"/>
                  <a:pt x="10" y="516"/>
                </a:cubicBezTo>
                <a:cubicBezTo>
                  <a:pt x="10" y="506"/>
                  <a:pt x="10" y="506"/>
                  <a:pt x="10" y="506"/>
                </a:cubicBezTo>
                <a:cubicBezTo>
                  <a:pt x="10" y="506"/>
                  <a:pt x="11" y="506"/>
                  <a:pt x="12" y="506"/>
                </a:cubicBezTo>
                <a:cubicBezTo>
                  <a:pt x="13" y="506"/>
                  <a:pt x="15" y="506"/>
                  <a:pt x="16" y="506"/>
                </a:cubicBezTo>
                <a:lnTo>
                  <a:pt x="16" y="516"/>
                </a:lnTo>
                <a:close/>
                <a:moveTo>
                  <a:pt x="21" y="513"/>
                </a:moveTo>
                <a:cubicBezTo>
                  <a:pt x="21" y="513"/>
                  <a:pt x="20" y="514"/>
                  <a:pt x="19" y="515"/>
                </a:cubicBezTo>
                <a:cubicBezTo>
                  <a:pt x="18" y="515"/>
                  <a:pt x="17" y="515"/>
                  <a:pt x="17" y="515"/>
                </a:cubicBezTo>
                <a:cubicBezTo>
                  <a:pt x="17" y="506"/>
                  <a:pt x="17" y="506"/>
                  <a:pt x="17" y="506"/>
                </a:cubicBezTo>
                <a:cubicBezTo>
                  <a:pt x="19" y="505"/>
                  <a:pt x="20" y="505"/>
                  <a:pt x="21" y="504"/>
                </a:cubicBezTo>
                <a:lnTo>
                  <a:pt x="21" y="513"/>
                </a:lnTo>
                <a:close/>
                <a:moveTo>
                  <a:pt x="19" y="500"/>
                </a:moveTo>
                <a:cubicBezTo>
                  <a:pt x="20" y="501"/>
                  <a:pt x="21" y="501"/>
                  <a:pt x="21" y="502"/>
                </a:cubicBezTo>
                <a:cubicBezTo>
                  <a:pt x="21" y="502"/>
                  <a:pt x="21" y="502"/>
                  <a:pt x="21" y="502"/>
                </a:cubicBezTo>
                <a:cubicBezTo>
                  <a:pt x="21" y="502"/>
                  <a:pt x="20" y="503"/>
                  <a:pt x="19" y="504"/>
                </a:cubicBezTo>
                <a:cubicBezTo>
                  <a:pt x="17" y="504"/>
                  <a:pt x="14" y="505"/>
                  <a:pt x="12" y="505"/>
                </a:cubicBezTo>
                <a:cubicBezTo>
                  <a:pt x="9" y="505"/>
                  <a:pt x="7" y="504"/>
                  <a:pt x="5" y="504"/>
                </a:cubicBezTo>
                <a:cubicBezTo>
                  <a:pt x="3" y="503"/>
                  <a:pt x="3" y="502"/>
                  <a:pt x="3" y="502"/>
                </a:cubicBezTo>
                <a:cubicBezTo>
                  <a:pt x="3" y="502"/>
                  <a:pt x="3" y="502"/>
                  <a:pt x="3" y="502"/>
                </a:cubicBezTo>
                <a:cubicBezTo>
                  <a:pt x="3" y="502"/>
                  <a:pt x="3" y="502"/>
                  <a:pt x="3" y="502"/>
                </a:cubicBezTo>
                <a:cubicBezTo>
                  <a:pt x="3" y="501"/>
                  <a:pt x="3" y="501"/>
                  <a:pt x="5" y="500"/>
                </a:cubicBezTo>
                <a:cubicBezTo>
                  <a:pt x="7" y="499"/>
                  <a:pt x="9" y="499"/>
                  <a:pt x="11" y="499"/>
                </a:cubicBezTo>
                <a:cubicBezTo>
                  <a:pt x="11" y="502"/>
                  <a:pt x="11" y="502"/>
                  <a:pt x="11" y="502"/>
                </a:cubicBezTo>
                <a:cubicBezTo>
                  <a:pt x="13" y="502"/>
                  <a:pt x="13" y="502"/>
                  <a:pt x="13" y="502"/>
                </a:cubicBezTo>
                <a:cubicBezTo>
                  <a:pt x="13" y="499"/>
                  <a:pt x="13" y="499"/>
                  <a:pt x="13" y="499"/>
                </a:cubicBezTo>
                <a:cubicBezTo>
                  <a:pt x="15" y="499"/>
                  <a:pt x="17" y="499"/>
                  <a:pt x="19" y="500"/>
                </a:cubicBezTo>
                <a:close/>
                <a:moveTo>
                  <a:pt x="15" y="277"/>
                </a:moveTo>
                <a:cubicBezTo>
                  <a:pt x="20" y="277"/>
                  <a:pt x="20" y="277"/>
                  <a:pt x="20" y="277"/>
                </a:cubicBezTo>
                <a:cubicBezTo>
                  <a:pt x="15" y="301"/>
                  <a:pt x="15" y="301"/>
                  <a:pt x="15" y="301"/>
                </a:cubicBezTo>
                <a:cubicBezTo>
                  <a:pt x="8" y="301"/>
                  <a:pt x="8" y="301"/>
                  <a:pt x="8" y="301"/>
                </a:cubicBezTo>
                <a:cubicBezTo>
                  <a:pt x="4" y="277"/>
                  <a:pt x="4" y="277"/>
                  <a:pt x="4" y="277"/>
                </a:cubicBezTo>
                <a:cubicBezTo>
                  <a:pt x="8" y="277"/>
                  <a:pt x="8" y="277"/>
                  <a:pt x="8" y="277"/>
                </a:cubicBezTo>
                <a:cubicBezTo>
                  <a:pt x="8" y="277"/>
                  <a:pt x="8" y="277"/>
                  <a:pt x="8" y="277"/>
                </a:cubicBezTo>
                <a:cubicBezTo>
                  <a:pt x="15" y="277"/>
                  <a:pt x="15" y="277"/>
                  <a:pt x="15" y="277"/>
                </a:cubicBezTo>
                <a:close/>
                <a:moveTo>
                  <a:pt x="15" y="270"/>
                </a:moveTo>
                <a:cubicBezTo>
                  <a:pt x="15" y="275"/>
                  <a:pt x="15" y="275"/>
                  <a:pt x="15" y="275"/>
                </a:cubicBezTo>
                <a:cubicBezTo>
                  <a:pt x="9" y="275"/>
                  <a:pt x="9" y="275"/>
                  <a:pt x="9" y="275"/>
                </a:cubicBezTo>
                <a:cubicBezTo>
                  <a:pt x="9" y="270"/>
                  <a:pt x="9" y="270"/>
                  <a:pt x="9" y="270"/>
                </a:cubicBezTo>
                <a:lnTo>
                  <a:pt x="15" y="270"/>
                </a:lnTo>
                <a:close/>
                <a:moveTo>
                  <a:pt x="486" y="486"/>
                </a:moveTo>
                <a:cubicBezTo>
                  <a:pt x="486" y="486"/>
                  <a:pt x="485" y="486"/>
                  <a:pt x="485" y="486"/>
                </a:cubicBezTo>
                <a:cubicBezTo>
                  <a:pt x="481" y="478"/>
                  <a:pt x="481" y="478"/>
                  <a:pt x="481" y="478"/>
                </a:cubicBezTo>
                <a:cubicBezTo>
                  <a:pt x="473" y="463"/>
                  <a:pt x="473" y="463"/>
                  <a:pt x="473" y="463"/>
                </a:cubicBezTo>
                <a:cubicBezTo>
                  <a:pt x="481" y="459"/>
                  <a:pt x="481" y="459"/>
                  <a:pt x="481" y="459"/>
                </a:cubicBezTo>
                <a:cubicBezTo>
                  <a:pt x="482" y="460"/>
                  <a:pt x="482" y="460"/>
                  <a:pt x="482" y="460"/>
                </a:cubicBezTo>
                <a:cubicBezTo>
                  <a:pt x="492" y="480"/>
                  <a:pt x="492" y="480"/>
                  <a:pt x="492" y="480"/>
                </a:cubicBezTo>
                <a:cubicBezTo>
                  <a:pt x="492" y="480"/>
                  <a:pt x="492" y="480"/>
                  <a:pt x="492" y="481"/>
                </a:cubicBezTo>
                <a:cubicBezTo>
                  <a:pt x="492" y="481"/>
                  <a:pt x="492" y="481"/>
                  <a:pt x="492" y="481"/>
                </a:cubicBezTo>
                <a:cubicBezTo>
                  <a:pt x="492" y="481"/>
                  <a:pt x="492" y="481"/>
                  <a:pt x="492" y="481"/>
                </a:cubicBezTo>
                <a:cubicBezTo>
                  <a:pt x="492" y="481"/>
                  <a:pt x="492" y="481"/>
                  <a:pt x="492" y="481"/>
                </a:cubicBezTo>
                <a:cubicBezTo>
                  <a:pt x="493" y="482"/>
                  <a:pt x="493" y="482"/>
                  <a:pt x="493" y="482"/>
                </a:cubicBezTo>
                <a:lnTo>
                  <a:pt x="486" y="486"/>
                </a:lnTo>
                <a:close/>
                <a:moveTo>
                  <a:pt x="534" y="434"/>
                </a:moveTo>
                <a:cubicBezTo>
                  <a:pt x="527" y="461"/>
                  <a:pt x="527" y="461"/>
                  <a:pt x="527" y="461"/>
                </a:cubicBezTo>
                <a:cubicBezTo>
                  <a:pt x="493" y="479"/>
                  <a:pt x="493" y="479"/>
                  <a:pt x="493" y="479"/>
                </a:cubicBezTo>
                <a:cubicBezTo>
                  <a:pt x="483" y="460"/>
                  <a:pt x="483" y="460"/>
                  <a:pt x="483" y="460"/>
                </a:cubicBezTo>
                <a:cubicBezTo>
                  <a:pt x="520" y="441"/>
                  <a:pt x="520" y="441"/>
                  <a:pt x="520" y="441"/>
                </a:cubicBezTo>
                <a:cubicBezTo>
                  <a:pt x="520" y="441"/>
                  <a:pt x="520" y="441"/>
                  <a:pt x="520" y="441"/>
                </a:cubicBezTo>
                <a:cubicBezTo>
                  <a:pt x="520" y="441"/>
                  <a:pt x="520" y="441"/>
                  <a:pt x="521" y="441"/>
                </a:cubicBezTo>
                <a:cubicBezTo>
                  <a:pt x="521" y="441"/>
                  <a:pt x="521" y="441"/>
                  <a:pt x="521" y="440"/>
                </a:cubicBezTo>
                <a:lnTo>
                  <a:pt x="534" y="434"/>
                </a:lnTo>
                <a:close/>
                <a:moveTo>
                  <a:pt x="529" y="418"/>
                </a:moveTo>
                <a:cubicBezTo>
                  <a:pt x="523" y="431"/>
                  <a:pt x="523" y="431"/>
                  <a:pt x="523" y="431"/>
                </a:cubicBezTo>
                <a:cubicBezTo>
                  <a:pt x="522" y="432"/>
                  <a:pt x="522" y="432"/>
                  <a:pt x="522" y="432"/>
                </a:cubicBezTo>
                <a:cubicBezTo>
                  <a:pt x="522" y="432"/>
                  <a:pt x="521" y="432"/>
                  <a:pt x="521" y="432"/>
                </a:cubicBezTo>
                <a:cubicBezTo>
                  <a:pt x="521" y="432"/>
                  <a:pt x="520" y="432"/>
                  <a:pt x="520" y="433"/>
                </a:cubicBezTo>
                <a:cubicBezTo>
                  <a:pt x="509" y="436"/>
                  <a:pt x="509" y="436"/>
                  <a:pt x="509" y="436"/>
                </a:cubicBezTo>
                <a:cubicBezTo>
                  <a:pt x="496" y="430"/>
                  <a:pt x="496" y="430"/>
                  <a:pt x="496" y="430"/>
                </a:cubicBezTo>
                <a:cubicBezTo>
                  <a:pt x="507" y="426"/>
                  <a:pt x="507" y="426"/>
                  <a:pt x="507" y="426"/>
                </a:cubicBezTo>
                <a:cubicBezTo>
                  <a:pt x="529" y="418"/>
                  <a:pt x="529" y="418"/>
                  <a:pt x="529" y="418"/>
                </a:cubicBezTo>
                <a:cubicBezTo>
                  <a:pt x="529" y="418"/>
                  <a:pt x="529" y="418"/>
                  <a:pt x="529" y="418"/>
                </a:cubicBezTo>
                <a:close/>
                <a:moveTo>
                  <a:pt x="528" y="417"/>
                </a:moveTo>
                <a:cubicBezTo>
                  <a:pt x="503" y="426"/>
                  <a:pt x="503" y="426"/>
                  <a:pt x="503" y="426"/>
                </a:cubicBezTo>
                <a:cubicBezTo>
                  <a:pt x="495" y="429"/>
                  <a:pt x="495" y="429"/>
                  <a:pt x="495" y="429"/>
                </a:cubicBezTo>
                <a:cubicBezTo>
                  <a:pt x="491" y="416"/>
                  <a:pt x="491" y="416"/>
                  <a:pt x="491" y="416"/>
                </a:cubicBezTo>
                <a:cubicBezTo>
                  <a:pt x="516" y="407"/>
                  <a:pt x="516" y="407"/>
                  <a:pt x="516" y="407"/>
                </a:cubicBezTo>
                <a:cubicBezTo>
                  <a:pt x="524" y="404"/>
                  <a:pt x="524" y="404"/>
                  <a:pt x="524" y="404"/>
                </a:cubicBezTo>
                <a:lnTo>
                  <a:pt x="528" y="417"/>
                </a:lnTo>
                <a:close/>
                <a:moveTo>
                  <a:pt x="491" y="415"/>
                </a:moveTo>
                <a:cubicBezTo>
                  <a:pt x="497" y="403"/>
                  <a:pt x="497" y="403"/>
                  <a:pt x="497" y="403"/>
                </a:cubicBezTo>
                <a:cubicBezTo>
                  <a:pt x="511" y="398"/>
                  <a:pt x="511" y="398"/>
                  <a:pt x="511" y="398"/>
                </a:cubicBezTo>
                <a:cubicBezTo>
                  <a:pt x="523" y="403"/>
                  <a:pt x="523" y="403"/>
                  <a:pt x="523" y="403"/>
                </a:cubicBezTo>
                <a:cubicBezTo>
                  <a:pt x="499" y="412"/>
                  <a:pt x="499" y="412"/>
                  <a:pt x="499" y="412"/>
                </a:cubicBezTo>
                <a:lnTo>
                  <a:pt x="491" y="415"/>
                </a:lnTo>
                <a:close/>
                <a:moveTo>
                  <a:pt x="522" y="387"/>
                </a:moveTo>
                <a:cubicBezTo>
                  <a:pt x="522" y="387"/>
                  <a:pt x="522" y="387"/>
                  <a:pt x="522" y="387"/>
                </a:cubicBezTo>
                <a:cubicBezTo>
                  <a:pt x="522" y="387"/>
                  <a:pt x="522" y="387"/>
                  <a:pt x="522" y="387"/>
                </a:cubicBezTo>
                <a:cubicBezTo>
                  <a:pt x="522" y="379"/>
                  <a:pt x="522" y="379"/>
                  <a:pt x="522" y="379"/>
                </a:cubicBezTo>
                <a:cubicBezTo>
                  <a:pt x="527" y="379"/>
                  <a:pt x="527" y="379"/>
                  <a:pt x="527" y="379"/>
                </a:cubicBezTo>
                <a:cubicBezTo>
                  <a:pt x="524" y="402"/>
                  <a:pt x="524" y="402"/>
                  <a:pt x="524" y="402"/>
                </a:cubicBezTo>
                <a:cubicBezTo>
                  <a:pt x="511" y="396"/>
                  <a:pt x="511" y="396"/>
                  <a:pt x="511" y="396"/>
                </a:cubicBezTo>
                <a:cubicBezTo>
                  <a:pt x="511" y="396"/>
                  <a:pt x="511" y="396"/>
                  <a:pt x="511" y="396"/>
                </a:cubicBezTo>
                <a:cubicBezTo>
                  <a:pt x="496" y="402"/>
                  <a:pt x="496" y="402"/>
                  <a:pt x="496" y="402"/>
                </a:cubicBezTo>
                <a:cubicBezTo>
                  <a:pt x="496" y="402"/>
                  <a:pt x="496" y="402"/>
                  <a:pt x="496" y="402"/>
                </a:cubicBezTo>
                <a:cubicBezTo>
                  <a:pt x="489" y="416"/>
                  <a:pt x="489" y="416"/>
                  <a:pt x="489" y="416"/>
                </a:cubicBezTo>
                <a:cubicBezTo>
                  <a:pt x="489" y="416"/>
                  <a:pt x="489" y="416"/>
                  <a:pt x="489" y="416"/>
                </a:cubicBezTo>
                <a:cubicBezTo>
                  <a:pt x="489" y="416"/>
                  <a:pt x="489" y="416"/>
                  <a:pt x="489" y="416"/>
                </a:cubicBezTo>
                <a:cubicBezTo>
                  <a:pt x="494" y="430"/>
                  <a:pt x="494" y="430"/>
                  <a:pt x="494" y="430"/>
                </a:cubicBezTo>
                <a:cubicBezTo>
                  <a:pt x="495" y="431"/>
                  <a:pt x="495" y="431"/>
                  <a:pt x="495" y="431"/>
                </a:cubicBezTo>
                <a:cubicBezTo>
                  <a:pt x="495" y="431"/>
                  <a:pt x="495" y="431"/>
                  <a:pt x="495" y="431"/>
                </a:cubicBezTo>
                <a:cubicBezTo>
                  <a:pt x="509" y="438"/>
                  <a:pt x="509" y="438"/>
                  <a:pt x="509" y="438"/>
                </a:cubicBezTo>
                <a:cubicBezTo>
                  <a:pt x="509" y="438"/>
                  <a:pt x="509" y="438"/>
                  <a:pt x="509" y="438"/>
                </a:cubicBezTo>
                <a:cubicBezTo>
                  <a:pt x="520" y="434"/>
                  <a:pt x="520" y="434"/>
                  <a:pt x="520" y="434"/>
                </a:cubicBezTo>
                <a:cubicBezTo>
                  <a:pt x="519" y="439"/>
                  <a:pt x="519" y="439"/>
                  <a:pt x="519" y="439"/>
                </a:cubicBezTo>
                <a:cubicBezTo>
                  <a:pt x="519" y="439"/>
                  <a:pt x="519" y="439"/>
                  <a:pt x="519" y="440"/>
                </a:cubicBezTo>
                <a:cubicBezTo>
                  <a:pt x="483" y="459"/>
                  <a:pt x="483" y="459"/>
                  <a:pt x="483" y="459"/>
                </a:cubicBezTo>
                <a:cubicBezTo>
                  <a:pt x="482" y="457"/>
                  <a:pt x="482" y="457"/>
                  <a:pt x="482" y="457"/>
                </a:cubicBezTo>
                <a:cubicBezTo>
                  <a:pt x="482" y="457"/>
                  <a:pt x="481" y="457"/>
                  <a:pt x="481" y="457"/>
                </a:cubicBezTo>
                <a:cubicBezTo>
                  <a:pt x="472" y="462"/>
                  <a:pt x="472" y="462"/>
                  <a:pt x="472" y="462"/>
                </a:cubicBezTo>
                <a:cubicBezTo>
                  <a:pt x="471" y="460"/>
                  <a:pt x="471" y="460"/>
                  <a:pt x="471" y="460"/>
                </a:cubicBezTo>
                <a:cubicBezTo>
                  <a:pt x="471" y="459"/>
                  <a:pt x="470" y="459"/>
                  <a:pt x="470" y="459"/>
                </a:cubicBezTo>
                <a:cubicBezTo>
                  <a:pt x="464" y="463"/>
                  <a:pt x="464" y="463"/>
                  <a:pt x="464" y="463"/>
                </a:cubicBezTo>
                <a:cubicBezTo>
                  <a:pt x="448" y="432"/>
                  <a:pt x="448" y="432"/>
                  <a:pt x="448" y="432"/>
                </a:cubicBezTo>
                <a:cubicBezTo>
                  <a:pt x="434" y="387"/>
                  <a:pt x="434" y="387"/>
                  <a:pt x="434" y="387"/>
                </a:cubicBezTo>
                <a:lnTo>
                  <a:pt x="522" y="387"/>
                </a:lnTo>
                <a:close/>
                <a:moveTo>
                  <a:pt x="462" y="463"/>
                </a:moveTo>
                <a:cubicBezTo>
                  <a:pt x="458" y="465"/>
                  <a:pt x="458" y="465"/>
                  <a:pt x="458" y="465"/>
                </a:cubicBezTo>
                <a:cubicBezTo>
                  <a:pt x="451" y="445"/>
                  <a:pt x="451" y="445"/>
                  <a:pt x="451" y="445"/>
                </a:cubicBezTo>
                <a:lnTo>
                  <a:pt x="462" y="463"/>
                </a:lnTo>
                <a:close/>
                <a:moveTo>
                  <a:pt x="521" y="386"/>
                </a:moveTo>
                <a:cubicBezTo>
                  <a:pt x="434" y="386"/>
                  <a:pt x="434" y="386"/>
                  <a:pt x="434" y="386"/>
                </a:cubicBezTo>
                <a:cubicBezTo>
                  <a:pt x="430" y="373"/>
                  <a:pt x="430" y="373"/>
                  <a:pt x="430" y="373"/>
                </a:cubicBezTo>
                <a:cubicBezTo>
                  <a:pt x="520" y="373"/>
                  <a:pt x="520" y="373"/>
                  <a:pt x="520" y="373"/>
                </a:cubicBezTo>
                <a:cubicBezTo>
                  <a:pt x="520" y="378"/>
                  <a:pt x="520" y="378"/>
                  <a:pt x="520" y="378"/>
                </a:cubicBezTo>
                <a:cubicBezTo>
                  <a:pt x="520" y="378"/>
                  <a:pt x="521" y="379"/>
                  <a:pt x="521" y="379"/>
                </a:cubicBezTo>
                <a:lnTo>
                  <a:pt x="521" y="386"/>
                </a:lnTo>
                <a:close/>
                <a:moveTo>
                  <a:pt x="520" y="365"/>
                </a:moveTo>
                <a:cubicBezTo>
                  <a:pt x="520" y="372"/>
                  <a:pt x="520" y="372"/>
                  <a:pt x="520" y="372"/>
                </a:cubicBezTo>
                <a:cubicBezTo>
                  <a:pt x="429" y="372"/>
                  <a:pt x="429" y="372"/>
                  <a:pt x="429" y="372"/>
                </a:cubicBezTo>
                <a:cubicBezTo>
                  <a:pt x="427" y="365"/>
                  <a:pt x="427" y="365"/>
                  <a:pt x="427" y="365"/>
                </a:cubicBezTo>
                <a:lnTo>
                  <a:pt x="520" y="365"/>
                </a:lnTo>
                <a:close/>
                <a:moveTo>
                  <a:pt x="463" y="490"/>
                </a:moveTo>
                <a:cubicBezTo>
                  <a:pt x="462" y="490"/>
                  <a:pt x="462" y="490"/>
                  <a:pt x="462" y="490"/>
                </a:cubicBezTo>
                <a:cubicBezTo>
                  <a:pt x="461" y="491"/>
                  <a:pt x="461" y="491"/>
                  <a:pt x="461" y="491"/>
                </a:cubicBezTo>
                <a:cubicBezTo>
                  <a:pt x="438" y="415"/>
                  <a:pt x="438" y="415"/>
                  <a:pt x="438" y="415"/>
                </a:cubicBezTo>
                <a:cubicBezTo>
                  <a:pt x="438" y="415"/>
                  <a:pt x="438" y="415"/>
                  <a:pt x="438" y="415"/>
                </a:cubicBezTo>
                <a:cubicBezTo>
                  <a:pt x="421" y="359"/>
                  <a:pt x="421" y="359"/>
                  <a:pt x="421" y="359"/>
                </a:cubicBezTo>
                <a:cubicBezTo>
                  <a:pt x="422" y="358"/>
                  <a:pt x="422" y="358"/>
                  <a:pt x="422" y="358"/>
                </a:cubicBezTo>
                <a:lnTo>
                  <a:pt x="463" y="490"/>
                </a:lnTo>
                <a:close/>
                <a:moveTo>
                  <a:pt x="384" y="380"/>
                </a:moveTo>
                <a:cubicBezTo>
                  <a:pt x="388" y="380"/>
                  <a:pt x="388" y="380"/>
                  <a:pt x="388" y="380"/>
                </a:cubicBezTo>
                <a:cubicBezTo>
                  <a:pt x="388" y="380"/>
                  <a:pt x="388" y="380"/>
                  <a:pt x="388" y="380"/>
                </a:cubicBezTo>
                <a:cubicBezTo>
                  <a:pt x="388" y="387"/>
                  <a:pt x="388" y="387"/>
                  <a:pt x="388" y="387"/>
                </a:cubicBezTo>
                <a:cubicBezTo>
                  <a:pt x="388" y="387"/>
                  <a:pt x="388" y="387"/>
                  <a:pt x="388" y="387"/>
                </a:cubicBezTo>
                <a:cubicBezTo>
                  <a:pt x="389" y="387"/>
                  <a:pt x="389" y="387"/>
                  <a:pt x="389" y="387"/>
                </a:cubicBezTo>
                <a:cubicBezTo>
                  <a:pt x="427" y="387"/>
                  <a:pt x="427" y="387"/>
                  <a:pt x="427" y="387"/>
                </a:cubicBezTo>
                <a:cubicBezTo>
                  <a:pt x="434" y="409"/>
                  <a:pt x="434" y="409"/>
                  <a:pt x="434" y="409"/>
                </a:cubicBezTo>
                <a:cubicBezTo>
                  <a:pt x="421" y="394"/>
                  <a:pt x="421" y="394"/>
                  <a:pt x="421" y="394"/>
                </a:cubicBezTo>
                <a:cubicBezTo>
                  <a:pt x="421" y="394"/>
                  <a:pt x="421" y="394"/>
                  <a:pt x="421" y="394"/>
                </a:cubicBezTo>
                <a:cubicBezTo>
                  <a:pt x="410" y="400"/>
                  <a:pt x="410" y="400"/>
                  <a:pt x="410" y="400"/>
                </a:cubicBezTo>
                <a:cubicBezTo>
                  <a:pt x="410" y="400"/>
                  <a:pt x="410" y="400"/>
                  <a:pt x="410" y="401"/>
                </a:cubicBezTo>
                <a:cubicBezTo>
                  <a:pt x="416" y="420"/>
                  <a:pt x="416" y="420"/>
                  <a:pt x="416" y="420"/>
                </a:cubicBezTo>
                <a:cubicBezTo>
                  <a:pt x="416" y="421"/>
                  <a:pt x="416" y="421"/>
                  <a:pt x="416" y="422"/>
                </a:cubicBezTo>
                <a:cubicBezTo>
                  <a:pt x="440" y="467"/>
                  <a:pt x="440" y="467"/>
                  <a:pt x="440" y="467"/>
                </a:cubicBezTo>
                <a:cubicBezTo>
                  <a:pt x="393" y="467"/>
                  <a:pt x="393" y="467"/>
                  <a:pt x="393" y="467"/>
                </a:cubicBezTo>
                <a:cubicBezTo>
                  <a:pt x="393" y="467"/>
                  <a:pt x="393" y="467"/>
                  <a:pt x="393" y="467"/>
                </a:cubicBezTo>
                <a:lnTo>
                  <a:pt x="384" y="380"/>
                </a:lnTo>
                <a:close/>
                <a:moveTo>
                  <a:pt x="422" y="372"/>
                </a:moveTo>
                <a:cubicBezTo>
                  <a:pt x="390" y="372"/>
                  <a:pt x="390" y="372"/>
                  <a:pt x="390" y="372"/>
                </a:cubicBezTo>
                <a:cubicBezTo>
                  <a:pt x="390" y="365"/>
                  <a:pt x="390" y="365"/>
                  <a:pt x="390" y="365"/>
                </a:cubicBezTo>
                <a:cubicBezTo>
                  <a:pt x="420" y="365"/>
                  <a:pt x="420" y="365"/>
                  <a:pt x="420" y="365"/>
                </a:cubicBezTo>
                <a:lnTo>
                  <a:pt x="422" y="372"/>
                </a:lnTo>
                <a:close/>
                <a:moveTo>
                  <a:pt x="415" y="340"/>
                </a:moveTo>
                <a:cubicBezTo>
                  <a:pt x="417" y="340"/>
                  <a:pt x="417" y="340"/>
                  <a:pt x="417" y="340"/>
                </a:cubicBezTo>
                <a:cubicBezTo>
                  <a:pt x="422" y="357"/>
                  <a:pt x="422" y="357"/>
                  <a:pt x="422" y="357"/>
                </a:cubicBezTo>
                <a:cubicBezTo>
                  <a:pt x="421" y="358"/>
                  <a:pt x="421" y="358"/>
                  <a:pt x="421" y="358"/>
                </a:cubicBezTo>
                <a:lnTo>
                  <a:pt x="415" y="340"/>
                </a:lnTo>
                <a:close/>
                <a:moveTo>
                  <a:pt x="423" y="373"/>
                </a:moveTo>
                <a:cubicBezTo>
                  <a:pt x="427" y="386"/>
                  <a:pt x="427" y="386"/>
                  <a:pt x="427" y="386"/>
                </a:cubicBezTo>
                <a:cubicBezTo>
                  <a:pt x="390" y="386"/>
                  <a:pt x="390" y="386"/>
                  <a:pt x="390" y="386"/>
                </a:cubicBezTo>
                <a:cubicBezTo>
                  <a:pt x="390" y="380"/>
                  <a:pt x="390" y="380"/>
                  <a:pt x="390" y="380"/>
                </a:cubicBezTo>
                <a:cubicBezTo>
                  <a:pt x="390" y="380"/>
                  <a:pt x="390" y="379"/>
                  <a:pt x="390" y="379"/>
                </a:cubicBezTo>
                <a:cubicBezTo>
                  <a:pt x="390" y="373"/>
                  <a:pt x="390" y="373"/>
                  <a:pt x="390" y="373"/>
                </a:cubicBezTo>
                <a:lnTo>
                  <a:pt x="423" y="373"/>
                </a:lnTo>
                <a:close/>
                <a:moveTo>
                  <a:pt x="433" y="411"/>
                </a:moveTo>
                <a:cubicBezTo>
                  <a:pt x="417" y="420"/>
                  <a:pt x="417" y="420"/>
                  <a:pt x="417" y="420"/>
                </a:cubicBezTo>
                <a:cubicBezTo>
                  <a:pt x="411" y="401"/>
                  <a:pt x="411" y="401"/>
                  <a:pt x="411" y="401"/>
                </a:cubicBezTo>
                <a:cubicBezTo>
                  <a:pt x="421" y="396"/>
                  <a:pt x="421" y="396"/>
                  <a:pt x="421" y="396"/>
                </a:cubicBezTo>
                <a:lnTo>
                  <a:pt x="433" y="411"/>
                </a:lnTo>
                <a:close/>
                <a:moveTo>
                  <a:pt x="419" y="422"/>
                </a:moveTo>
                <a:cubicBezTo>
                  <a:pt x="434" y="413"/>
                  <a:pt x="434" y="413"/>
                  <a:pt x="434" y="413"/>
                </a:cubicBezTo>
                <a:cubicBezTo>
                  <a:pt x="436" y="416"/>
                  <a:pt x="436" y="416"/>
                  <a:pt x="436" y="416"/>
                </a:cubicBezTo>
                <a:cubicBezTo>
                  <a:pt x="452" y="469"/>
                  <a:pt x="452" y="469"/>
                  <a:pt x="452" y="469"/>
                </a:cubicBezTo>
                <a:cubicBezTo>
                  <a:pt x="449" y="470"/>
                  <a:pt x="449" y="470"/>
                  <a:pt x="449" y="470"/>
                </a:cubicBezTo>
                <a:cubicBezTo>
                  <a:pt x="446" y="472"/>
                  <a:pt x="446" y="472"/>
                  <a:pt x="446" y="472"/>
                </a:cubicBezTo>
                <a:lnTo>
                  <a:pt x="419" y="422"/>
                </a:lnTo>
                <a:close/>
                <a:moveTo>
                  <a:pt x="446" y="475"/>
                </a:moveTo>
                <a:cubicBezTo>
                  <a:pt x="446" y="475"/>
                  <a:pt x="446" y="475"/>
                  <a:pt x="446" y="475"/>
                </a:cubicBezTo>
                <a:cubicBezTo>
                  <a:pt x="453" y="471"/>
                  <a:pt x="453" y="471"/>
                  <a:pt x="453" y="471"/>
                </a:cubicBezTo>
                <a:cubicBezTo>
                  <a:pt x="459" y="491"/>
                  <a:pt x="459" y="491"/>
                  <a:pt x="459" y="491"/>
                </a:cubicBezTo>
                <a:cubicBezTo>
                  <a:pt x="453" y="493"/>
                  <a:pt x="453" y="493"/>
                  <a:pt x="453" y="493"/>
                </a:cubicBezTo>
                <a:cubicBezTo>
                  <a:pt x="452" y="493"/>
                  <a:pt x="452" y="494"/>
                  <a:pt x="452" y="495"/>
                </a:cubicBezTo>
                <a:cubicBezTo>
                  <a:pt x="456" y="507"/>
                  <a:pt x="456" y="507"/>
                  <a:pt x="456" y="507"/>
                </a:cubicBezTo>
                <a:cubicBezTo>
                  <a:pt x="440" y="478"/>
                  <a:pt x="440" y="478"/>
                  <a:pt x="440" y="478"/>
                </a:cubicBezTo>
                <a:lnTo>
                  <a:pt x="446" y="475"/>
                </a:lnTo>
                <a:close/>
                <a:moveTo>
                  <a:pt x="455" y="495"/>
                </a:moveTo>
                <a:cubicBezTo>
                  <a:pt x="461" y="494"/>
                  <a:pt x="461" y="494"/>
                  <a:pt x="461" y="494"/>
                </a:cubicBezTo>
                <a:cubicBezTo>
                  <a:pt x="461" y="494"/>
                  <a:pt x="461" y="494"/>
                  <a:pt x="461" y="494"/>
                </a:cubicBezTo>
                <a:cubicBezTo>
                  <a:pt x="465" y="492"/>
                  <a:pt x="465" y="492"/>
                  <a:pt x="465" y="492"/>
                </a:cubicBezTo>
                <a:cubicBezTo>
                  <a:pt x="465" y="492"/>
                  <a:pt x="465" y="492"/>
                  <a:pt x="465" y="492"/>
                </a:cubicBezTo>
                <a:cubicBezTo>
                  <a:pt x="471" y="491"/>
                  <a:pt x="471" y="491"/>
                  <a:pt x="471" y="491"/>
                </a:cubicBezTo>
                <a:cubicBezTo>
                  <a:pt x="475" y="506"/>
                  <a:pt x="475" y="506"/>
                  <a:pt x="475" y="506"/>
                </a:cubicBezTo>
                <a:cubicBezTo>
                  <a:pt x="460" y="511"/>
                  <a:pt x="460" y="511"/>
                  <a:pt x="460" y="511"/>
                </a:cubicBezTo>
                <a:lnTo>
                  <a:pt x="455" y="495"/>
                </a:lnTo>
                <a:close/>
                <a:moveTo>
                  <a:pt x="422" y="349"/>
                </a:moveTo>
                <a:cubicBezTo>
                  <a:pt x="419" y="338"/>
                  <a:pt x="419" y="338"/>
                  <a:pt x="419" y="338"/>
                </a:cubicBezTo>
                <a:cubicBezTo>
                  <a:pt x="419" y="337"/>
                  <a:pt x="418" y="337"/>
                  <a:pt x="417" y="337"/>
                </a:cubicBezTo>
                <a:cubicBezTo>
                  <a:pt x="413" y="338"/>
                  <a:pt x="413" y="338"/>
                  <a:pt x="413" y="338"/>
                </a:cubicBezTo>
                <a:cubicBezTo>
                  <a:pt x="413" y="339"/>
                  <a:pt x="412" y="339"/>
                  <a:pt x="413" y="340"/>
                </a:cubicBezTo>
                <a:cubicBezTo>
                  <a:pt x="418" y="356"/>
                  <a:pt x="418" y="356"/>
                  <a:pt x="418" y="356"/>
                </a:cubicBezTo>
                <a:cubicBezTo>
                  <a:pt x="408" y="335"/>
                  <a:pt x="408" y="335"/>
                  <a:pt x="408" y="335"/>
                </a:cubicBezTo>
                <a:cubicBezTo>
                  <a:pt x="412" y="334"/>
                  <a:pt x="412" y="334"/>
                  <a:pt x="412" y="334"/>
                </a:cubicBezTo>
                <a:cubicBezTo>
                  <a:pt x="418" y="332"/>
                  <a:pt x="418" y="332"/>
                  <a:pt x="418" y="332"/>
                </a:cubicBezTo>
                <a:lnTo>
                  <a:pt x="422" y="349"/>
                </a:lnTo>
                <a:close/>
                <a:moveTo>
                  <a:pt x="417" y="331"/>
                </a:moveTo>
                <a:cubicBezTo>
                  <a:pt x="408" y="334"/>
                  <a:pt x="408" y="334"/>
                  <a:pt x="408" y="334"/>
                </a:cubicBezTo>
                <a:cubicBezTo>
                  <a:pt x="407" y="334"/>
                  <a:pt x="407" y="334"/>
                  <a:pt x="407" y="334"/>
                </a:cubicBezTo>
                <a:cubicBezTo>
                  <a:pt x="399" y="313"/>
                  <a:pt x="399" y="313"/>
                  <a:pt x="399" y="313"/>
                </a:cubicBezTo>
                <a:cubicBezTo>
                  <a:pt x="410" y="309"/>
                  <a:pt x="410" y="309"/>
                  <a:pt x="410" y="309"/>
                </a:cubicBezTo>
                <a:lnTo>
                  <a:pt x="417" y="331"/>
                </a:lnTo>
                <a:close/>
                <a:moveTo>
                  <a:pt x="400" y="282"/>
                </a:moveTo>
                <a:cubicBezTo>
                  <a:pt x="407" y="280"/>
                  <a:pt x="407" y="280"/>
                  <a:pt x="407" y="280"/>
                </a:cubicBezTo>
                <a:cubicBezTo>
                  <a:pt x="416" y="306"/>
                  <a:pt x="416" y="306"/>
                  <a:pt x="416" y="306"/>
                </a:cubicBezTo>
                <a:cubicBezTo>
                  <a:pt x="410" y="308"/>
                  <a:pt x="410" y="308"/>
                  <a:pt x="410" y="308"/>
                </a:cubicBezTo>
                <a:cubicBezTo>
                  <a:pt x="398" y="312"/>
                  <a:pt x="398" y="312"/>
                  <a:pt x="398" y="312"/>
                </a:cubicBezTo>
                <a:cubicBezTo>
                  <a:pt x="398" y="312"/>
                  <a:pt x="398" y="312"/>
                  <a:pt x="398" y="312"/>
                </a:cubicBezTo>
                <a:cubicBezTo>
                  <a:pt x="392" y="314"/>
                  <a:pt x="392" y="314"/>
                  <a:pt x="392" y="314"/>
                </a:cubicBezTo>
                <a:cubicBezTo>
                  <a:pt x="383" y="289"/>
                  <a:pt x="383" y="289"/>
                  <a:pt x="383" y="289"/>
                </a:cubicBezTo>
                <a:cubicBezTo>
                  <a:pt x="389" y="286"/>
                  <a:pt x="389" y="286"/>
                  <a:pt x="389" y="286"/>
                </a:cubicBezTo>
                <a:cubicBezTo>
                  <a:pt x="389" y="286"/>
                  <a:pt x="389" y="286"/>
                  <a:pt x="389" y="286"/>
                </a:cubicBezTo>
                <a:cubicBezTo>
                  <a:pt x="400" y="282"/>
                  <a:pt x="400" y="282"/>
                  <a:pt x="400" y="282"/>
                </a:cubicBezTo>
                <a:cubicBezTo>
                  <a:pt x="400" y="282"/>
                  <a:pt x="400" y="282"/>
                  <a:pt x="400" y="282"/>
                </a:cubicBezTo>
                <a:close/>
                <a:moveTo>
                  <a:pt x="399" y="281"/>
                </a:moveTo>
                <a:cubicBezTo>
                  <a:pt x="390" y="285"/>
                  <a:pt x="390" y="285"/>
                  <a:pt x="390" y="285"/>
                </a:cubicBezTo>
                <a:cubicBezTo>
                  <a:pt x="389" y="285"/>
                  <a:pt x="389" y="285"/>
                  <a:pt x="389" y="285"/>
                </a:cubicBezTo>
                <a:cubicBezTo>
                  <a:pt x="381" y="270"/>
                  <a:pt x="381" y="270"/>
                  <a:pt x="381" y="270"/>
                </a:cubicBezTo>
                <a:cubicBezTo>
                  <a:pt x="395" y="264"/>
                  <a:pt x="395" y="264"/>
                  <a:pt x="395" y="264"/>
                </a:cubicBezTo>
                <a:cubicBezTo>
                  <a:pt x="396" y="265"/>
                  <a:pt x="396" y="265"/>
                  <a:pt x="396" y="265"/>
                </a:cubicBezTo>
                <a:lnTo>
                  <a:pt x="399" y="281"/>
                </a:lnTo>
                <a:close/>
                <a:moveTo>
                  <a:pt x="19" y="169"/>
                </a:moveTo>
                <a:cubicBezTo>
                  <a:pt x="14" y="169"/>
                  <a:pt x="14" y="169"/>
                  <a:pt x="14" y="169"/>
                </a:cubicBezTo>
                <a:cubicBezTo>
                  <a:pt x="19" y="151"/>
                  <a:pt x="19" y="151"/>
                  <a:pt x="19" y="151"/>
                </a:cubicBezTo>
                <a:cubicBezTo>
                  <a:pt x="27" y="156"/>
                  <a:pt x="27" y="156"/>
                  <a:pt x="27" y="156"/>
                </a:cubicBezTo>
                <a:lnTo>
                  <a:pt x="19" y="169"/>
                </a:lnTo>
                <a:close/>
                <a:moveTo>
                  <a:pt x="33" y="146"/>
                </a:moveTo>
                <a:cubicBezTo>
                  <a:pt x="23" y="138"/>
                  <a:pt x="23" y="138"/>
                  <a:pt x="23" y="138"/>
                </a:cubicBezTo>
                <a:cubicBezTo>
                  <a:pt x="26" y="127"/>
                  <a:pt x="26" y="127"/>
                  <a:pt x="26" y="127"/>
                </a:cubicBezTo>
                <a:cubicBezTo>
                  <a:pt x="42" y="131"/>
                  <a:pt x="42" y="131"/>
                  <a:pt x="42" y="131"/>
                </a:cubicBezTo>
                <a:lnTo>
                  <a:pt x="33" y="146"/>
                </a:lnTo>
                <a:close/>
                <a:moveTo>
                  <a:pt x="49" y="119"/>
                </a:moveTo>
                <a:cubicBezTo>
                  <a:pt x="33" y="107"/>
                  <a:pt x="33" y="107"/>
                  <a:pt x="33" y="107"/>
                </a:cubicBezTo>
                <a:cubicBezTo>
                  <a:pt x="38" y="96"/>
                  <a:pt x="38" y="96"/>
                  <a:pt x="38" y="96"/>
                </a:cubicBezTo>
                <a:cubicBezTo>
                  <a:pt x="56" y="107"/>
                  <a:pt x="56" y="107"/>
                  <a:pt x="56" y="107"/>
                </a:cubicBezTo>
                <a:lnTo>
                  <a:pt x="49" y="119"/>
                </a:lnTo>
                <a:close/>
                <a:moveTo>
                  <a:pt x="60" y="96"/>
                </a:moveTo>
                <a:cubicBezTo>
                  <a:pt x="46" y="81"/>
                  <a:pt x="46" y="81"/>
                  <a:pt x="46" y="81"/>
                </a:cubicBezTo>
                <a:cubicBezTo>
                  <a:pt x="46" y="81"/>
                  <a:pt x="46" y="81"/>
                  <a:pt x="46" y="81"/>
                </a:cubicBezTo>
                <a:cubicBezTo>
                  <a:pt x="52" y="70"/>
                  <a:pt x="52" y="70"/>
                  <a:pt x="52" y="70"/>
                </a:cubicBezTo>
                <a:cubicBezTo>
                  <a:pt x="67" y="74"/>
                  <a:pt x="67" y="74"/>
                  <a:pt x="67" y="74"/>
                </a:cubicBezTo>
                <a:lnTo>
                  <a:pt x="60" y="96"/>
                </a:lnTo>
                <a:close/>
                <a:moveTo>
                  <a:pt x="71" y="62"/>
                </a:moveTo>
                <a:cubicBezTo>
                  <a:pt x="62" y="54"/>
                  <a:pt x="62" y="54"/>
                  <a:pt x="62" y="54"/>
                </a:cubicBezTo>
                <a:cubicBezTo>
                  <a:pt x="67" y="45"/>
                  <a:pt x="67" y="45"/>
                  <a:pt x="67" y="45"/>
                </a:cubicBezTo>
                <a:cubicBezTo>
                  <a:pt x="75" y="49"/>
                  <a:pt x="75" y="49"/>
                  <a:pt x="75" y="49"/>
                </a:cubicBezTo>
                <a:lnTo>
                  <a:pt x="71" y="62"/>
                </a:lnTo>
                <a:close/>
                <a:moveTo>
                  <a:pt x="228" y="222"/>
                </a:moveTo>
                <a:cubicBezTo>
                  <a:pt x="271" y="379"/>
                  <a:pt x="271" y="379"/>
                  <a:pt x="271" y="379"/>
                </a:cubicBezTo>
                <a:cubicBezTo>
                  <a:pt x="186" y="379"/>
                  <a:pt x="186" y="379"/>
                  <a:pt x="186" y="379"/>
                </a:cubicBezTo>
                <a:lnTo>
                  <a:pt x="228" y="222"/>
                </a:lnTo>
                <a:close/>
                <a:moveTo>
                  <a:pt x="127" y="594"/>
                </a:moveTo>
                <a:cubicBezTo>
                  <a:pt x="179" y="403"/>
                  <a:pt x="179" y="403"/>
                  <a:pt x="179" y="403"/>
                </a:cubicBezTo>
                <a:cubicBezTo>
                  <a:pt x="277" y="403"/>
                  <a:pt x="277" y="403"/>
                  <a:pt x="277" y="403"/>
                </a:cubicBezTo>
                <a:cubicBezTo>
                  <a:pt x="329" y="594"/>
                  <a:pt x="329" y="594"/>
                  <a:pt x="329" y="594"/>
                </a:cubicBezTo>
                <a:lnTo>
                  <a:pt x="127" y="594"/>
                </a:lnTo>
                <a:close/>
                <a:moveTo>
                  <a:pt x="390" y="594"/>
                </a:moveTo>
                <a:cubicBezTo>
                  <a:pt x="348" y="594"/>
                  <a:pt x="348" y="594"/>
                  <a:pt x="348" y="594"/>
                </a:cubicBezTo>
                <a:cubicBezTo>
                  <a:pt x="296" y="403"/>
                  <a:pt x="296" y="403"/>
                  <a:pt x="296" y="403"/>
                </a:cubicBezTo>
                <a:cubicBezTo>
                  <a:pt x="304" y="403"/>
                  <a:pt x="304" y="403"/>
                  <a:pt x="304" y="403"/>
                </a:cubicBezTo>
                <a:cubicBezTo>
                  <a:pt x="304" y="403"/>
                  <a:pt x="304" y="403"/>
                  <a:pt x="304" y="403"/>
                </a:cubicBezTo>
                <a:cubicBezTo>
                  <a:pt x="305" y="402"/>
                  <a:pt x="305" y="402"/>
                  <a:pt x="305" y="402"/>
                </a:cubicBezTo>
                <a:cubicBezTo>
                  <a:pt x="305" y="388"/>
                  <a:pt x="305" y="388"/>
                  <a:pt x="305" y="388"/>
                </a:cubicBezTo>
                <a:cubicBezTo>
                  <a:pt x="307" y="388"/>
                  <a:pt x="307" y="388"/>
                  <a:pt x="307" y="388"/>
                </a:cubicBezTo>
                <a:cubicBezTo>
                  <a:pt x="308" y="388"/>
                  <a:pt x="308" y="388"/>
                  <a:pt x="308" y="387"/>
                </a:cubicBezTo>
                <a:cubicBezTo>
                  <a:pt x="308" y="387"/>
                  <a:pt x="309" y="387"/>
                  <a:pt x="309" y="387"/>
                </a:cubicBezTo>
                <a:cubicBezTo>
                  <a:pt x="309" y="380"/>
                  <a:pt x="309" y="380"/>
                  <a:pt x="309" y="380"/>
                </a:cubicBezTo>
                <a:cubicBezTo>
                  <a:pt x="309" y="379"/>
                  <a:pt x="308" y="379"/>
                  <a:pt x="308" y="379"/>
                </a:cubicBezTo>
                <a:cubicBezTo>
                  <a:pt x="308" y="379"/>
                  <a:pt x="308" y="379"/>
                  <a:pt x="307" y="379"/>
                </a:cubicBezTo>
                <a:cubicBezTo>
                  <a:pt x="289" y="379"/>
                  <a:pt x="289" y="379"/>
                  <a:pt x="289" y="379"/>
                </a:cubicBezTo>
                <a:cubicBezTo>
                  <a:pt x="244" y="211"/>
                  <a:pt x="244" y="211"/>
                  <a:pt x="244" y="211"/>
                </a:cubicBezTo>
                <a:cubicBezTo>
                  <a:pt x="245" y="211"/>
                  <a:pt x="245" y="211"/>
                  <a:pt x="245" y="211"/>
                </a:cubicBezTo>
                <a:cubicBezTo>
                  <a:pt x="245" y="211"/>
                  <a:pt x="246" y="211"/>
                  <a:pt x="246" y="211"/>
                </a:cubicBezTo>
                <a:cubicBezTo>
                  <a:pt x="246" y="210"/>
                  <a:pt x="246" y="210"/>
                  <a:pt x="246" y="210"/>
                </a:cubicBezTo>
                <a:cubicBezTo>
                  <a:pt x="246" y="201"/>
                  <a:pt x="246" y="201"/>
                  <a:pt x="246" y="201"/>
                </a:cubicBezTo>
                <a:cubicBezTo>
                  <a:pt x="246" y="201"/>
                  <a:pt x="246" y="200"/>
                  <a:pt x="246" y="200"/>
                </a:cubicBezTo>
                <a:cubicBezTo>
                  <a:pt x="246" y="200"/>
                  <a:pt x="245" y="200"/>
                  <a:pt x="245" y="200"/>
                </a:cubicBezTo>
                <a:cubicBezTo>
                  <a:pt x="238" y="200"/>
                  <a:pt x="238" y="200"/>
                  <a:pt x="238" y="200"/>
                </a:cubicBezTo>
                <a:cubicBezTo>
                  <a:pt x="233" y="188"/>
                  <a:pt x="233" y="188"/>
                  <a:pt x="233" y="188"/>
                </a:cubicBezTo>
                <a:cubicBezTo>
                  <a:pt x="393" y="264"/>
                  <a:pt x="393" y="264"/>
                  <a:pt x="393" y="264"/>
                </a:cubicBezTo>
                <a:cubicBezTo>
                  <a:pt x="380" y="269"/>
                  <a:pt x="380" y="269"/>
                  <a:pt x="380" y="269"/>
                </a:cubicBezTo>
                <a:cubicBezTo>
                  <a:pt x="380" y="269"/>
                  <a:pt x="379" y="269"/>
                  <a:pt x="379" y="269"/>
                </a:cubicBezTo>
                <a:cubicBezTo>
                  <a:pt x="379" y="269"/>
                  <a:pt x="379" y="269"/>
                  <a:pt x="379" y="269"/>
                </a:cubicBezTo>
                <a:cubicBezTo>
                  <a:pt x="388" y="285"/>
                  <a:pt x="388" y="285"/>
                  <a:pt x="388" y="285"/>
                </a:cubicBezTo>
                <a:cubicBezTo>
                  <a:pt x="382" y="288"/>
                  <a:pt x="382" y="288"/>
                  <a:pt x="382" y="288"/>
                </a:cubicBezTo>
                <a:cubicBezTo>
                  <a:pt x="381" y="288"/>
                  <a:pt x="381" y="288"/>
                  <a:pt x="381" y="288"/>
                </a:cubicBezTo>
                <a:cubicBezTo>
                  <a:pt x="391" y="315"/>
                  <a:pt x="391" y="315"/>
                  <a:pt x="391" y="315"/>
                </a:cubicBezTo>
                <a:cubicBezTo>
                  <a:pt x="391" y="316"/>
                  <a:pt x="391" y="316"/>
                  <a:pt x="391" y="316"/>
                </a:cubicBezTo>
                <a:cubicBezTo>
                  <a:pt x="392" y="316"/>
                  <a:pt x="392" y="316"/>
                  <a:pt x="392" y="316"/>
                </a:cubicBezTo>
                <a:cubicBezTo>
                  <a:pt x="392" y="316"/>
                  <a:pt x="392" y="316"/>
                  <a:pt x="392" y="316"/>
                </a:cubicBezTo>
                <a:cubicBezTo>
                  <a:pt x="398" y="313"/>
                  <a:pt x="398" y="313"/>
                  <a:pt x="398" y="313"/>
                </a:cubicBezTo>
                <a:cubicBezTo>
                  <a:pt x="406" y="335"/>
                  <a:pt x="406" y="335"/>
                  <a:pt x="406" y="335"/>
                </a:cubicBezTo>
                <a:cubicBezTo>
                  <a:pt x="406" y="335"/>
                  <a:pt x="406" y="335"/>
                  <a:pt x="406" y="335"/>
                </a:cubicBezTo>
                <a:cubicBezTo>
                  <a:pt x="406" y="335"/>
                  <a:pt x="406" y="335"/>
                  <a:pt x="406" y="335"/>
                </a:cubicBezTo>
                <a:cubicBezTo>
                  <a:pt x="418" y="360"/>
                  <a:pt x="418" y="360"/>
                  <a:pt x="418" y="360"/>
                </a:cubicBezTo>
                <a:cubicBezTo>
                  <a:pt x="418" y="360"/>
                  <a:pt x="418" y="360"/>
                  <a:pt x="418" y="360"/>
                </a:cubicBezTo>
                <a:cubicBezTo>
                  <a:pt x="418" y="360"/>
                  <a:pt x="418" y="360"/>
                  <a:pt x="419" y="360"/>
                </a:cubicBezTo>
                <a:cubicBezTo>
                  <a:pt x="419" y="360"/>
                  <a:pt x="419" y="360"/>
                  <a:pt x="419" y="360"/>
                </a:cubicBezTo>
                <a:cubicBezTo>
                  <a:pt x="420" y="363"/>
                  <a:pt x="420" y="363"/>
                  <a:pt x="420" y="363"/>
                </a:cubicBezTo>
                <a:cubicBezTo>
                  <a:pt x="389" y="363"/>
                  <a:pt x="389" y="363"/>
                  <a:pt x="389" y="363"/>
                </a:cubicBezTo>
                <a:cubicBezTo>
                  <a:pt x="388" y="363"/>
                  <a:pt x="388" y="364"/>
                  <a:pt x="388" y="364"/>
                </a:cubicBezTo>
                <a:cubicBezTo>
                  <a:pt x="388" y="377"/>
                  <a:pt x="388" y="377"/>
                  <a:pt x="388" y="377"/>
                </a:cubicBezTo>
                <a:cubicBezTo>
                  <a:pt x="383" y="377"/>
                  <a:pt x="383" y="377"/>
                  <a:pt x="383" y="377"/>
                </a:cubicBezTo>
                <a:cubicBezTo>
                  <a:pt x="382" y="377"/>
                  <a:pt x="382" y="377"/>
                  <a:pt x="382" y="377"/>
                </a:cubicBezTo>
                <a:cubicBezTo>
                  <a:pt x="381" y="378"/>
                  <a:pt x="381" y="378"/>
                  <a:pt x="381" y="378"/>
                </a:cubicBezTo>
                <a:cubicBezTo>
                  <a:pt x="391" y="467"/>
                  <a:pt x="391" y="467"/>
                  <a:pt x="391" y="467"/>
                </a:cubicBezTo>
                <a:cubicBezTo>
                  <a:pt x="391" y="467"/>
                  <a:pt x="391" y="467"/>
                  <a:pt x="391" y="467"/>
                </a:cubicBezTo>
                <a:cubicBezTo>
                  <a:pt x="385" y="478"/>
                  <a:pt x="385" y="478"/>
                  <a:pt x="385" y="478"/>
                </a:cubicBezTo>
                <a:cubicBezTo>
                  <a:pt x="385" y="478"/>
                  <a:pt x="385" y="479"/>
                  <a:pt x="385" y="479"/>
                </a:cubicBezTo>
                <a:cubicBezTo>
                  <a:pt x="386" y="479"/>
                  <a:pt x="386" y="480"/>
                  <a:pt x="386" y="480"/>
                </a:cubicBezTo>
                <a:cubicBezTo>
                  <a:pt x="390" y="480"/>
                  <a:pt x="390" y="480"/>
                  <a:pt x="390" y="480"/>
                </a:cubicBezTo>
                <a:lnTo>
                  <a:pt x="390" y="594"/>
                </a:lnTo>
                <a:close/>
                <a:moveTo>
                  <a:pt x="392" y="477"/>
                </a:moveTo>
                <a:cubicBezTo>
                  <a:pt x="388" y="477"/>
                  <a:pt x="388" y="477"/>
                  <a:pt x="388" y="477"/>
                </a:cubicBezTo>
                <a:cubicBezTo>
                  <a:pt x="393" y="468"/>
                  <a:pt x="393" y="468"/>
                  <a:pt x="393" y="468"/>
                </a:cubicBezTo>
                <a:cubicBezTo>
                  <a:pt x="441" y="468"/>
                  <a:pt x="441" y="468"/>
                  <a:pt x="441" y="468"/>
                </a:cubicBezTo>
                <a:cubicBezTo>
                  <a:pt x="444" y="473"/>
                  <a:pt x="444" y="473"/>
                  <a:pt x="444" y="473"/>
                </a:cubicBezTo>
                <a:cubicBezTo>
                  <a:pt x="438" y="476"/>
                  <a:pt x="438" y="476"/>
                  <a:pt x="438" y="476"/>
                </a:cubicBezTo>
                <a:cubicBezTo>
                  <a:pt x="437" y="477"/>
                  <a:pt x="437" y="477"/>
                  <a:pt x="437" y="478"/>
                </a:cubicBezTo>
                <a:cubicBezTo>
                  <a:pt x="393" y="478"/>
                  <a:pt x="393" y="478"/>
                  <a:pt x="393" y="478"/>
                </a:cubicBezTo>
                <a:cubicBezTo>
                  <a:pt x="392" y="477"/>
                  <a:pt x="392" y="477"/>
                  <a:pt x="392" y="477"/>
                </a:cubicBezTo>
                <a:close/>
                <a:moveTo>
                  <a:pt x="462" y="524"/>
                </a:moveTo>
                <a:cubicBezTo>
                  <a:pt x="462" y="594"/>
                  <a:pt x="462" y="594"/>
                  <a:pt x="462" y="594"/>
                </a:cubicBezTo>
                <a:cubicBezTo>
                  <a:pt x="393" y="594"/>
                  <a:pt x="393" y="594"/>
                  <a:pt x="393" y="594"/>
                </a:cubicBezTo>
                <a:cubicBezTo>
                  <a:pt x="393" y="479"/>
                  <a:pt x="393" y="479"/>
                  <a:pt x="393" y="479"/>
                </a:cubicBezTo>
                <a:cubicBezTo>
                  <a:pt x="438" y="479"/>
                  <a:pt x="438" y="479"/>
                  <a:pt x="438" y="479"/>
                </a:cubicBezTo>
                <a:cubicBezTo>
                  <a:pt x="462" y="524"/>
                  <a:pt x="462" y="524"/>
                  <a:pt x="462" y="524"/>
                </a:cubicBezTo>
                <a:cubicBezTo>
                  <a:pt x="462" y="524"/>
                  <a:pt x="462" y="524"/>
                  <a:pt x="462" y="524"/>
                </a:cubicBezTo>
                <a:close/>
                <a:moveTo>
                  <a:pt x="465" y="594"/>
                </a:moveTo>
                <a:cubicBezTo>
                  <a:pt x="465" y="529"/>
                  <a:pt x="465" y="529"/>
                  <a:pt x="465" y="529"/>
                </a:cubicBezTo>
                <a:cubicBezTo>
                  <a:pt x="484" y="563"/>
                  <a:pt x="484" y="563"/>
                  <a:pt x="484" y="563"/>
                </a:cubicBezTo>
                <a:cubicBezTo>
                  <a:pt x="484" y="594"/>
                  <a:pt x="484" y="594"/>
                  <a:pt x="484" y="594"/>
                </a:cubicBezTo>
                <a:lnTo>
                  <a:pt x="465" y="594"/>
                </a:lnTo>
                <a:close/>
                <a:moveTo>
                  <a:pt x="465" y="524"/>
                </a:moveTo>
                <a:cubicBezTo>
                  <a:pt x="465" y="524"/>
                  <a:pt x="465" y="524"/>
                  <a:pt x="465" y="524"/>
                </a:cubicBezTo>
                <a:cubicBezTo>
                  <a:pt x="460" y="514"/>
                  <a:pt x="460" y="514"/>
                  <a:pt x="460" y="514"/>
                </a:cubicBezTo>
                <a:cubicBezTo>
                  <a:pt x="477" y="508"/>
                  <a:pt x="477" y="508"/>
                  <a:pt x="477" y="508"/>
                </a:cubicBezTo>
                <a:cubicBezTo>
                  <a:pt x="478" y="508"/>
                  <a:pt x="478" y="508"/>
                  <a:pt x="478" y="508"/>
                </a:cubicBezTo>
                <a:cubicBezTo>
                  <a:pt x="478" y="507"/>
                  <a:pt x="478" y="507"/>
                  <a:pt x="478" y="507"/>
                </a:cubicBezTo>
                <a:cubicBezTo>
                  <a:pt x="473" y="489"/>
                  <a:pt x="473" y="489"/>
                  <a:pt x="473" y="489"/>
                </a:cubicBezTo>
                <a:cubicBezTo>
                  <a:pt x="472" y="488"/>
                  <a:pt x="472" y="488"/>
                  <a:pt x="471" y="488"/>
                </a:cubicBezTo>
                <a:cubicBezTo>
                  <a:pt x="465" y="490"/>
                  <a:pt x="465" y="490"/>
                  <a:pt x="465" y="490"/>
                </a:cubicBezTo>
                <a:cubicBezTo>
                  <a:pt x="459" y="468"/>
                  <a:pt x="459" y="468"/>
                  <a:pt x="459" y="468"/>
                </a:cubicBezTo>
                <a:cubicBezTo>
                  <a:pt x="464" y="465"/>
                  <a:pt x="464" y="465"/>
                  <a:pt x="464" y="465"/>
                </a:cubicBezTo>
                <a:cubicBezTo>
                  <a:pt x="464" y="465"/>
                  <a:pt x="464" y="464"/>
                  <a:pt x="465" y="464"/>
                </a:cubicBezTo>
                <a:cubicBezTo>
                  <a:pt x="465" y="464"/>
                  <a:pt x="465" y="464"/>
                  <a:pt x="465" y="464"/>
                </a:cubicBezTo>
                <a:cubicBezTo>
                  <a:pt x="470" y="461"/>
                  <a:pt x="470" y="461"/>
                  <a:pt x="470" y="461"/>
                </a:cubicBezTo>
                <a:cubicBezTo>
                  <a:pt x="479" y="478"/>
                  <a:pt x="479" y="478"/>
                  <a:pt x="479" y="478"/>
                </a:cubicBezTo>
                <a:cubicBezTo>
                  <a:pt x="484" y="487"/>
                  <a:pt x="484" y="487"/>
                  <a:pt x="484" y="487"/>
                </a:cubicBezTo>
                <a:cubicBezTo>
                  <a:pt x="484" y="487"/>
                  <a:pt x="484" y="487"/>
                  <a:pt x="484" y="488"/>
                </a:cubicBezTo>
                <a:cubicBezTo>
                  <a:pt x="515" y="545"/>
                  <a:pt x="515" y="545"/>
                  <a:pt x="515" y="545"/>
                </a:cubicBezTo>
                <a:cubicBezTo>
                  <a:pt x="485" y="561"/>
                  <a:pt x="485" y="561"/>
                  <a:pt x="485" y="561"/>
                </a:cubicBezTo>
                <a:lnTo>
                  <a:pt x="465" y="524"/>
                </a:lnTo>
                <a:close/>
                <a:moveTo>
                  <a:pt x="516" y="594"/>
                </a:moveTo>
                <a:cubicBezTo>
                  <a:pt x="486" y="594"/>
                  <a:pt x="486" y="594"/>
                  <a:pt x="486" y="594"/>
                </a:cubicBezTo>
                <a:cubicBezTo>
                  <a:pt x="486" y="563"/>
                  <a:pt x="486" y="563"/>
                  <a:pt x="486" y="563"/>
                </a:cubicBezTo>
                <a:cubicBezTo>
                  <a:pt x="516" y="547"/>
                  <a:pt x="516" y="547"/>
                  <a:pt x="516" y="547"/>
                </a:cubicBezTo>
                <a:lnTo>
                  <a:pt x="516" y="594"/>
                </a:lnTo>
                <a:close/>
              </a:path>
            </a:pathLst>
          </a:custGeom>
          <a:solidFill>
            <a:schemeClr val="bg2">
              <a:lumMod val="2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5" name="Group 4"/>
          <p:cNvGrpSpPr/>
          <p:nvPr/>
        </p:nvGrpSpPr>
        <p:grpSpPr>
          <a:xfrm>
            <a:off x="838199" y="5002374"/>
            <a:ext cx="3242317" cy="1077218"/>
            <a:chOff x="838199" y="5002374"/>
            <a:chExt cx="3242317" cy="1077218"/>
          </a:xfrm>
        </p:grpSpPr>
        <p:sp>
          <p:nvSpPr>
            <p:cNvPr id="19" name="TextBox 18"/>
            <p:cNvSpPr txBox="1"/>
            <p:nvPr/>
          </p:nvSpPr>
          <p:spPr>
            <a:xfrm>
              <a:off x="2088433" y="5002374"/>
              <a:ext cx="1826141" cy="338554"/>
            </a:xfrm>
            <a:prstGeom prst="rect">
              <a:avLst/>
            </a:prstGeom>
            <a:noFill/>
          </p:spPr>
          <p:txBody>
            <a:bodyPr wrap="none" rtlCol="0">
              <a:spAutoFit/>
            </a:bodyPr>
            <a:lstStyle/>
            <a:p>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TextBox 19"/>
            <p:cNvSpPr txBox="1"/>
            <p:nvPr/>
          </p:nvSpPr>
          <p:spPr>
            <a:xfrm>
              <a:off x="838199" y="5340928"/>
              <a:ext cx="3242317" cy="738664"/>
            </a:xfrm>
            <a:prstGeom prst="rect">
              <a:avLst/>
            </a:prstGeom>
            <a:noFill/>
          </p:spPr>
          <p:txBody>
            <a:bodyPr wrap="square" rtlCol="0">
              <a:spAutoFit/>
            </a:bodyPr>
            <a:lstStyle/>
            <a:p>
              <a:pPr algn="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4" name="Group 3"/>
          <p:cNvGrpSpPr/>
          <p:nvPr/>
        </p:nvGrpSpPr>
        <p:grpSpPr>
          <a:xfrm>
            <a:off x="7034798" y="1363711"/>
            <a:ext cx="4319002" cy="1103199"/>
            <a:chOff x="7034798" y="1363711"/>
            <a:chExt cx="4319002" cy="1103199"/>
          </a:xfrm>
        </p:grpSpPr>
        <p:grpSp>
          <p:nvGrpSpPr>
            <p:cNvPr id="21" name="组合 30"/>
            <p:cNvGrpSpPr/>
            <p:nvPr/>
          </p:nvGrpSpPr>
          <p:grpSpPr>
            <a:xfrm>
              <a:off x="7124950" y="1363711"/>
              <a:ext cx="579027" cy="544139"/>
              <a:chOff x="6902450" y="1241425"/>
              <a:chExt cx="1633537" cy="1535113"/>
            </a:xfrm>
            <a:solidFill>
              <a:schemeClr val="accent3"/>
            </a:solidFill>
          </p:grpSpPr>
          <p:sp>
            <p:nvSpPr>
              <p:cNvPr id="22" name="Freeform 21"/>
              <p:cNvSpPr>
                <a:spLocks noEditPoints="1"/>
              </p:cNvSpPr>
              <p:nvPr/>
            </p:nvSpPr>
            <p:spPr bwMode="auto">
              <a:xfrm>
                <a:off x="6902450" y="1241425"/>
                <a:ext cx="1504950" cy="1316038"/>
              </a:xfrm>
              <a:custGeom>
                <a:avLst/>
                <a:gdLst>
                  <a:gd name="T0" fmla="*/ 719 w 948"/>
                  <a:gd name="T1" fmla="*/ 235 h 829"/>
                  <a:gd name="T2" fmla="*/ 694 w 948"/>
                  <a:gd name="T3" fmla="*/ 273 h 829"/>
                  <a:gd name="T4" fmla="*/ 948 w 948"/>
                  <a:gd name="T5" fmla="*/ 365 h 829"/>
                  <a:gd name="T6" fmla="*/ 375 w 948"/>
                  <a:gd name="T7" fmla="*/ 254 h 829"/>
                  <a:gd name="T8" fmla="*/ 496 w 948"/>
                  <a:gd name="T9" fmla="*/ 238 h 829"/>
                  <a:gd name="T10" fmla="*/ 617 w 948"/>
                  <a:gd name="T11" fmla="*/ 183 h 829"/>
                  <a:gd name="T12" fmla="*/ 513 w 948"/>
                  <a:gd name="T13" fmla="*/ 6 h 829"/>
                  <a:gd name="T14" fmla="*/ 419 w 948"/>
                  <a:gd name="T15" fmla="*/ 150 h 829"/>
                  <a:gd name="T16" fmla="*/ 375 w 948"/>
                  <a:gd name="T17" fmla="*/ 254 h 829"/>
                  <a:gd name="T18" fmla="*/ 673 w 948"/>
                  <a:gd name="T19" fmla="*/ 283 h 829"/>
                  <a:gd name="T20" fmla="*/ 632 w 948"/>
                  <a:gd name="T21" fmla="*/ 277 h 829"/>
                  <a:gd name="T22" fmla="*/ 602 w 948"/>
                  <a:gd name="T23" fmla="*/ 242 h 829"/>
                  <a:gd name="T24" fmla="*/ 407 w 948"/>
                  <a:gd name="T25" fmla="*/ 304 h 829"/>
                  <a:gd name="T26" fmla="*/ 382 w 948"/>
                  <a:gd name="T27" fmla="*/ 352 h 829"/>
                  <a:gd name="T28" fmla="*/ 346 w 948"/>
                  <a:gd name="T29" fmla="*/ 360 h 829"/>
                  <a:gd name="T30" fmla="*/ 346 w 948"/>
                  <a:gd name="T31" fmla="*/ 590 h 829"/>
                  <a:gd name="T32" fmla="*/ 388 w 948"/>
                  <a:gd name="T33" fmla="*/ 633 h 829"/>
                  <a:gd name="T34" fmla="*/ 509 w 948"/>
                  <a:gd name="T35" fmla="*/ 683 h 829"/>
                  <a:gd name="T36" fmla="*/ 669 w 948"/>
                  <a:gd name="T37" fmla="*/ 661 h 829"/>
                  <a:gd name="T38" fmla="*/ 357 w 948"/>
                  <a:gd name="T39" fmla="*/ 696 h 829"/>
                  <a:gd name="T40" fmla="*/ 477 w 948"/>
                  <a:gd name="T41" fmla="*/ 811 h 829"/>
                  <a:gd name="T42" fmla="*/ 627 w 948"/>
                  <a:gd name="T43" fmla="*/ 715 h 829"/>
                  <a:gd name="T44" fmla="*/ 421 w 948"/>
                  <a:gd name="T45" fmla="*/ 690 h 829"/>
                  <a:gd name="T46" fmla="*/ 307 w 948"/>
                  <a:gd name="T47" fmla="*/ 342 h 829"/>
                  <a:gd name="T48" fmla="*/ 144 w 948"/>
                  <a:gd name="T49" fmla="*/ 465 h 829"/>
                  <a:gd name="T50" fmla="*/ 155 w 948"/>
                  <a:gd name="T51" fmla="*/ 515 h 829"/>
                  <a:gd name="T52" fmla="*/ 284 w 948"/>
                  <a:gd name="T53" fmla="*/ 611 h 829"/>
                  <a:gd name="T54" fmla="*/ 313 w 948"/>
                  <a:gd name="T55" fmla="*/ 590 h 829"/>
                  <a:gd name="T56" fmla="*/ 315 w 948"/>
                  <a:gd name="T57" fmla="*/ 350 h 829"/>
                  <a:gd name="T58" fmla="*/ 48 w 948"/>
                  <a:gd name="T59" fmla="*/ 471 h 829"/>
                  <a:gd name="T60" fmla="*/ 2 w 948"/>
                  <a:gd name="T61" fmla="*/ 506 h 829"/>
                  <a:gd name="T62" fmla="*/ 52 w 948"/>
                  <a:gd name="T63" fmla="*/ 533 h 829"/>
                  <a:gd name="T64" fmla="*/ 661 w 948"/>
                  <a:gd name="T65" fmla="*/ 165 h 829"/>
                  <a:gd name="T66" fmla="*/ 705 w 948"/>
                  <a:gd name="T67" fmla="*/ 185 h 829"/>
                  <a:gd name="T68" fmla="*/ 807 w 948"/>
                  <a:gd name="T69" fmla="*/ 219 h 829"/>
                  <a:gd name="T70" fmla="*/ 819 w 948"/>
                  <a:gd name="T71" fmla="*/ 138 h 829"/>
                  <a:gd name="T72" fmla="*/ 642 w 948"/>
                  <a:gd name="T73" fmla="*/ 27 h 829"/>
                  <a:gd name="T74" fmla="*/ 571 w 948"/>
                  <a:gd name="T75" fmla="*/ 42 h 829"/>
                  <a:gd name="T76" fmla="*/ 661 w 948"/>
                  <a:gd name="T77" fmla="*/ 165 h 829"/>
                  <a:gd name="T78" fmla="*/ 290 w 948"/>
                  <a:gd name="T79" fmla="*/ 686 h 829"/>
                  <a:gd name="T80" fmla="*/ 275 w 948"/>
                  <a:gd name="T81" fmla="*/ 633 h 829"/>
                  <a:gd name="T82" fmla="*/ 134 w 948"/>
                  <a:gd name="T83" fmla="*/ 546 h 829"/>
                  <a:gd name="T84" fmla="*/ 84 w 948"/>
                  <a:gd name="T85" fmla="*/ 554 h 829"/>
                  <a:gd name="T86" fmla="*/ 36 w 948"/>
                  <a:gd name="T87" fmla="*/ 658 h 829"/>
                  <a:gd name="T88" fmla="*/ 167 w 948"/>
                  <a:gd name="T89" fmla="*/ 798 h 829"/>
                  <a:gd name="T90" fmla="*/ 342 w 948"/>
                  <a:gd name="T91" fmla="*/ 829 h 829"/>
                  <a:gd name="T92" fmla="*/ 332 w 948"/>
                  <a:gd name="T93" fmla="*/ 702 h 829"/>
                  <a:gd name="T94" fmla="*/ 127 w 948"/>
                  <a:gd name="T95" fmla="*/ 448 h 829"/>
                  <a:gd name="T96" fmla="*/ 292 w 948"/>
                  <a:gd name="T97" fmla="*/ 313 h 829"/>
                  <a:gd name="T98" fmla="*/ 309 w 948"/>
                  <a:gd name="T99" fmla="*/ 263 h 829"/>
                  <a:gd name="T100" fmla="*/ 352 w 948"/>
                  <a:gd name="T101" fmla="*/ 248 h 829"/>
                  <a:gd name="T102" fmla="*/ 396 w 948"/>
                  <a:gd name="T103" fmla="*/ 144 h 829"/>
                  <a:gd name="T104" fmla="*/ 490 w 948"/>
                  <a:gd name="T105" fmla="*/ 0 h 829"/>
                  <a:gd name="T106" fmla="*/ 273 w 948"/>
                  <a:gd name="T107" fmla="*/ 48 h 829"/>
                  <a:gd name="T108" fmla="*/ 102 w 948"/>
                  <a:gd name="T109" fmla="*/ 185 h 829"/>
                  <a:gd name="T110" fmla="*/ 17 w 948"/>
                  <a:gd name="T111" fmla="*/ 356 h 829"/>
                  <a:gd name="T112" fmla="*/ 71 w 948"/>
                  <a:gd name="T113" fmla="*/ 448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8" h="829">
                    <a:moveTo>
                      <a:pt x="909" y="263"/>
                    </a:moveTo>
                    <a:lnTo>
                      <a:pt x="909" y="263"/>
                    </a:lnTo>
                    <a:lnTo>
                      <a:pt x="863" y="252"/>
                    </a:lnTo>
                    <a:lnTo>
                      <a:pt x="815" y="244"/>
                    </a:lnTo>
                    <a:lnTo>
                      <a:pt x="767" y="238"/>
                    </a:lnTo>
                    <a:lnTo>
                      <a:pt x="719" y="235"/>
                    </a:lnTo>
                    <a:lnTo>
                      <a:pt x="719" y="235"/>
                    </a:lnTo>
                    <a:lnTo>
                      <a:pt x="715" y="246"/>
                    </a:lnTo>
                    <a:lnTo>
                      <a:pt x="711" y="256"/>
                    </a:lnTo>
                    <a:lnTo>
                      <a:pt x="702" y="267"/>
                    </a:lnTo>
                    <a:lnTo>
                      <a:pt x="694" y="273"/>
                    </a:lnTo>
                    <a:lnTo>
                      <a:pt x="694" y="273"/>
                    </a:lnTo>
                    <a:lnTo>
                      <a:pt x="705" y="310"/>
                    </a:lnTo>
                    <a:lnTo>
                      <a:pt x="715" y="348"/>
                    </a:lnTo>
                    <a:lnTo>
                      <a:pt x="723" y="385"/>
                    </a:lnTo>
                    <a:lnTo>
                      <a:pt x="730" y="425"/>
                    </a:lnTo>
                    <a:lnTo>
                      <a:pt x="948" y="365"/>
                    </a:lnTo>
                    <a:lnTo>
                      <a:pt x="948" y="365"/>
                    </a:lnTo>
                    <a:lnTo>
                      <a:pt x="940" y="338"/>
                    </a:lnTo>
                    <a:lnTo>
                      <a:pt x="932" y="313"/>
                    </a:lnTo>
                    <a:lnTo>
                      <a:pt x="921" y="288"/>
                    </a:lnTo>
                    <a:lnTo>
                      <a:pt x="909" y="263"/>
                    </a:lnTo>
                    <a:lnTo>
                      <a:pt x="909" y="263"/>
                    </a:lnTo>
                    <a:close/>
                    <a:moveTo>
                      <a:pt x="375" y="254"/>
                    </a:moveTo>
                    <a:lnTo>
                      <a:pt x="375" y="254"/>
                    </a:lnTo>
                    <a:lnTo>
                      <a:pt x="388" y="260"/>
                    </a:lnTo>
                    <a:lnTo>
                      <a:pt x="396" y="271"/>
                    </a:lnTo>
                    <a:lnTo>
                      <a:pt x="396" y="271"/>
                    </a:lnTo>
                    <a:lnTo>
                      <a:pt x="446" y="254"/>
                    </a:lnTo>
                    <a:lnTo>
                      <a:pt x="496" y="238"/>
                    </a:lnTo>
                    <a:lnTo>
                      <a:pt x="548" y="227"/>
                    </a:lnTo>
                    <a:lnTo>
                      <a:pt x="600" y="219"/>
                    </a:lnTo>
                    <a:lnTo>
                      <a:pt x="600" y="219"/>
                    </a:lnTo>
                    <a:lnTo>
                      <a:pt x="605" y="206"/>
                    </a:lnTo>
                    <a:lnTo>
                      <a:pt x="609" y="194"/>
                    </a:lnTo>
                    <a:lnTo>
                      <a:pt x="617" y="183"/>
                    </a:lnTo>
                    <a:lnTo>
                      <a:pt x="627" y="175"/>
                    </a:lnTo>
                    <a:lnTo>
                      <a:pt x="627" y="175"/>
                    </a:lnTo>
                    <a:lnTo>
                      <a:pt x="602" y="131"/>
                    </a:lnTo>
                    <a:lnTo>
                      <a:pt x="575" y="88"/>
                    </a:lnTo>
                    <a:lnTo>
                      <a:pt x="546" y="46"/>
                    </a:lnTo>
                    <a:lnTo>
                      <a:pt x="513" y="6"/>
                    </a:lnTo>
                    <a:lnTo>
                      <a:pt x="513" y="6"/>
                    </a:lnTo>
                    <a:lnTo>
                      <a:pt x="492" y="33"/>
                    </a:lnTo>
                    <a:lnTo>
                      <a:pt x="471" y="63"/>
                    </a:lnTo>
                    <a:lnTo>
                      <a:pt x="452" y="90"/>
                    </a:lnTo>
                    <a:lnTo>
                      <a:pt x="436" y="121"/>
                    </a:lnTo>
                    <a:lnTo>
                      <a:pt x="419" y="150"/>
                    </a:lnTo>
                    <a:lnTo>
                      <a:pt x="405" y="181"/>
                    </a:lnTo>
                    <a:lnTo>
                      <a:pt x="390" y="215"/>
                    </a:lnTo>
                    <a:lnTo>
                      <a:pt x="377" y="246"/>
                    </a:lnTo>
                    <a:lnTo>
                      <a:pt x="377" y="246"/>
                    </a:lnTo>
                    <a:lnTo>
                      <a:pt x="375" y="254"/>
                    </a:lnTo>
                    <a:lnTo>
                      <a:pt x="375" y="254"/>
                    </a:lnTo>
                    <a:close/>
                    <a:moveTo>
                      <a:pt x="707" y="429"/>
                    </a:moveTo>
                    <a:lnTo>
                      <a:pt x="707" y="429"/>
                    </a:lnTo>
                    <a:lnTo>
                      <a:pt x="700" y="394"/>
                    </a:lnTo>
                    <a:lnTo>
                      <a:pt x="694" y="356"/>
                    </a:lnTo>
                    <a:lnTo>
                      <a:pt x="684" y="319"/>
                    </a:lnTo>
                    <a:lnTo>
                      <a:pt x="673" y="283"/>
                    </a:lnTo>
                    <a:lnTo>
                      <a:pt x="673" y="283"/>
                    </a:lnTo>
                    <a:lnTo>
                      <a:pt x="661" y="285"/>
                    </a:lnTo>
                    <a:lnTo>
                      <a:pt x="661" y="285"/>
                    </a:lnTo>
                    <a:lnTo>
                      <a:pt x="650" y="283"/>
                    </a:lnTo>
                    <a:lnTo>
                      <a:pt x="640" y="281"/>
                    </a:lnTo>
                    <a:lnTo>
                      <a:pt x="632" y="277"/>
                    </a:lnTo>
                    <a:lnTo>
                      <a:pt x="623" y="273"/>
                    </a:lnTo>
                    <a:lnTo>
                      <a:pt x="617" y="267"/>
                    </a:lnTo>
                    <a:lnTo>
                      <a:pt x="611" y="258"/>
                    </a:lnTo>
                    <a:lnTo>
                      <a:pt x="607" y="250"/>
                    </a:lnTo>
                    <a:lnTo>
                      <a:pt x="602" y="242"/>
                    </a:lnTo>
                    <a:lnTo>
                      <a:pt x="602" y="242"/>
                    </a:lnTo>
                    <a:lnTo>
                      <a:pt x="552" y="250"/>
                    </a:lnTo>
                    <a:lnTo>
                      <a:pt x="502" y="260"/>
                    </a:lnTo>
                    <a:lnTo>
                      <a:pt x="455" y="275"/>
                    </a:lnTo>
                    <a:lnTo>
                      <a:pt x="407" y="294"/>
                    </a:lnTo>
                    <a:lnTo>
                      <a:pt x="407" y="294"/>
                    </a:lnTo>
                    <a:lnTo>
                      <a:pt x="407" y="304"/>
                    </a:lnTo>
                    <a:lnTo>
                      <a:pt x="407" y="304"/>
                    </a:lnTo>
                    <a:lnTo>
                      <a:pt x="407" y="317"/>
                    </a:lnTo>
                    <a:lnTo>
                      <a:pt x="402" y="327"/>
                    </a:lnTo>
                    <a:lnTo>
                      <a:pt x="396" y="335"/>
                    </a:lnTo>
                    <a:lnTo>
                      <a:pt x="390" y="344"/>
                    </a:lnTo>
                    <a:lnTo>
                      <a:pt x="382" y="352"/>
                    </a:lnTo>
                    <a:lnTo>
                      <a:pt x="371" y="356"/>
                    </a:lnTo>
                    <a:lnTo>
                      <a:pt x="361" y="360"/>
                    </a:lnTo>
                    <a:lnTo>
                      <a:pt x="350" y="363"/>
                    </a:lnTo>
                    <a:lnTo>
                      <a:pt x="350" y="363"/>
                    </a:lnTo>
                    <a:lnTo>
                      <a:pt x="346" y="360"/>
                    </a:lnTo>
                    <a:lnTo>
                      <a:pt x="346" y="360"/>
                    </a:lnTo>
                    <a:lnTo>
                      <a:pt x="338" y="417"/>
                    </a:lnTo>
                    <a:lnTo>
                      <a:pt x="334" y="473"/>
                    </a:lnTo>
                    <a:lnTo>
                      <a:pt x="332" y="531"/>
                    </a:lnTo>
                    <a:lnTo>
                      <a:pt x="336" y="588"/>
                    </a:lnTo>
                    <a:lnTo>
                      <a:pt x="336" y="588"/>
                    </a:lnTo>
                    <a:lnTo>
                      <a:pt x="346" y="590"/>
                    </a:lnTo>
                    <a:lnTo>
                      <a:pt x="357" y="592"/>
                    </a:lnTo>
                    <a:lnTo>
                      <a:pt x="365" y="598"/>
                    </a:lnTo>
                    <a:lnTo>
                      <a:pt x="373" y="604"/>
                    </a:lnTo>
                    <a:lnTo>
                      <a:pt x="380" y="613"/>
                    </a:lnTo>
                    <a:lnTo>
                      <a:pt x="384" y="623"/>
                    </a:lnTo>
                    <a:lnTo>
                      <a:pt x="388" y="633"/>
                    </a:lnTo>
                    <a:lnTo>
                      <a:pt x="388" y="644"/>
                    </a:lnTo>
                    <a:lnTo>
                      <a:pt x="388" y="644"/>
                    </a:lnTo>
                    <a:lnTo>
                      <a:pt x="388" y="654"/>
                    </a:lnTo>
                    <a:lnTo>
                      <a:pt x="388" y="654"/>
                    </a:lnTo>
                    <a:lnTo>
                      <a:pt x="448" y="671"/>
                    </a:lnTo>
                    <a:lnTo>
                      <a:pt x="509" y="683"/>
                    </a:lnTo>
                    <a:lnTo>
                      <a:pt x="571" y="690"/>
                    </a:lnTo>
                    <a:lnTo>
                      <a:pt x="634" y="694"/>
                    </a:lnTo>
                    <a:lnTo>
                      <a:pt x="634" y="694"/>
                    </a:lnTo>
                    <a:lnTo>
                      <a:pt x="646" y="692"/>
                    </a:lnTo>
                    <a:lnTo>
                      <a:pt x="646" y="692"/>
                    </a:lnTo>
                    <a:lnTo>
                      <a:pt x="669" y="661"/>
                    </a:lnTo>
                    <a:lnTo>
                      <a:pt x="688" y="629"/>
                    </a:lnTo>
                    <a:lnTo>
                      <a:pt x="700" y="600"/>
                    </a:lnTo>
                    <a:lnTo>
                      <a:pt x="711" y="575"/>
                    </a:lnTo>
                    <a:lnTo>
                      <a:pt x="523" y="481"/>
                    </a:lnTo>
                    <a:lnTo>
                      <a:pt x="707" y="429"/>
                    </a:lnTo>
                    <a:close/>
                    <a:moveTo>
                      <a:pt x="357" y="696"/>
                    </a:moveTo>
                    <a:lnTo>
                      <a:pt x="357" y="696"/>
                    </a:lnTo>
                    <a:lnTo>
                      <a:pt x="382" y="767"/>
                    </a:lnTo>
                    <a:lnTo>
                      <a:pt x="405" y="827"/>
                    </a:lnTo>
                    <a:lnTo>
                      <a:pt x="405" y="827"/>
                    </a:lnTo>
                    <a:lnTo>
                      <a:pt x="442" y="821"/>
                    </a:lnTo>
                    <a:lnTo>
                      <a:pt x="477" y="811"/>
                    </a:lnTo>
                    <a:lnTo>
                      <a:pt x="509" y="800"/>
                    </a:lnTo>
                    <a:lnTo>
                      <a:pt x="538" y="786"/>
                    </a:lnTo>
                    <a:lnTo>
                      <a:pt x="563" y="771"/>
                    </a:lnTo>
                    <a:lnTo>
                      <a:pt x="588" y="752"/>
                    </a:lnTo>
                    <a:lnTo>
                      <a:pt x="609" y="733"/>
                    </a:lnTo>
                    <a:lnTo>
                      <a:pt x="627" y="715"/>
                    </a:lnTo>
                    <a:lnTo>
                      <a:pt x="627" y="715"/>
                    </a:lnTo>
                    <a:lnTo>
                      <a:pt x="586" y="713"/>
                    </a:lnTo>
                    <a:lnTo>
                      <a:pt x="546" y="711"/>
                    </a:lnTo>
                    <a:lnTo>
                      <a:pt x="511" y="706"/>
                    </a:lnTo>
                    <a:lnTo>
                      <a:pt x="477" y="700"/>
                    </a:lnTo>
                    <a:lnTo>
                      <a:pt x="421" y="690"/>
                    </a:lnTo>
                    <a:lnTo>
                      <a:pt x="380" y="677"/>
                    </a:lnTo>
                    <a:lnTo>
                      <a:pt x="380" y="677"/>
                    </a:lnTo>
                    <a:lnTo>
                      <a:pt x="369" y="688"/>
                    </a:lnTo>
                    <a:lnTo>
                      <a:pt x="357" y="696"/>
                    </a:lnTo>
                    <a:lnTo>
                      <a:pt x="357" y="696"/>
                    </a:lnTo>
                    <a:close/>
                    <a:moveTo>
                      <a:pt x="307" y="342"/>
                    </a:moveTo>
                    <a:lnTo>
                      <a:pt x="307" y="342"/>
                    </a:lnTo>
                    <a:lnTo>
                      <a:pt x="263" y="369"/>
                    </a:lnTo>
                    <a:lnTo>
                      <a:pt x="221" y="398"/>
                    </a:lnTo>
                    <a:lnTo>
                      <a:pt x="182" y="429"/>
                    </a:lnTo>
                    <a:lnTo>
                      <a:pt x="144" y="465"/>
                    </a:lnTo>
                    <a:lnTo>
                      <a:pt x="144" y="465"/>
                    </a:lnTo>
                    <a:lnTo>
                      <a:pt x="150" y="471"/>
                    </a:lnTo>
                    <a:lnTo>
                      <a:pt x="155" y="479"/>
                    </a:lnTo>
                    <a:lnTo>
                      <a:pt x="157" y="490"/>
                    </a:lnTo>
                    <a:lnTo>
                      <a:pt x="157" y="498"/>
                    </a:lnTo>
                    <a:lnTo>
                      <a:pt x="157" y="498"/>
                    </a:lnTo>
                    <a:lnTo>
                      <a:pt x="155" y="515"/>
                    </a:lnTo>
                    <a:lnTo>
                      <a:pt x="148" y="527"/>
                    </a:lnTo>
                    <a:lnTo>
                      <a:pt x="148" y="527"/>
                    </a:lnTo>
                    <a:lnTo>
                      <a:pt x="182" y="550"/>
                    </a:lnTo>
                    <a:lnTo>
                      <a:pt x="215" y="573"/>
                    </a:lnTo>
                    <a:lnTo>
                      <a:pt x="248" y="594"/>
                    </a:lnTo>
                    <a:lnTo>
                      <a:pt x="284" y="611"/>
                    </a:lnTo>
                    <a:lnTo>
                      <a:pt x="284" y="611"/>
                    </a:lnTo>
                    <a:lnTo>
                      <a:pt x="290" y="604"/>
                    </a:lnTo>
                    <a:lnTo>
                      <a:pt x="296" y="598"/>
                    </a:lnTo>
                    <a:lnTo>
                      <a:pt x="305" y="594"/>
                    </a:lnTo>
                    <a:lnTo>
                      <a:pt x="313" y="590"/>
                    </a:lnTo>
                    <a:lnTo>
                      <a:pt x="313" y="590"/>
                    </a:lnTo>
                    <a:lnTo>
                      <a:pt x="309" y="531"/>
                    </a:lnTo>
                    <a:lnTo>
                      <a:pt x="311" y="473"/>
                    </a:lnTo>
                    <a:lnTo>
                      <a:pt x="315" y="415"/>
                    </a:lnTo>
                    <a:lnTo>
                      <a:pt x="323" y="356"/>
                    </a:lnTo>
                    <a:lnTo>
                      <a:pt x="323" y="356"/>
                    </a:lnTo>
                    <a:lnTo>
                      <a:pt x="315" y="350"/>
                    </a:lnTo>
                    <a:lnTo>
                      <a:pt x="307" y="342"/>
                    </a:lnTo>
                    <a:lnTo>
                      <a:pt x="307" y="342"/>
                    </a:lnTo>
                    <a:close/>
                    <a:moveTo>
                      <a:pt x="42" y="498"/>
                    </a:moveTo>
                    <a:lnTo>
                      <a:pt x="42" y="498"/>
                    </a:lnTo>
                    <a:lnTo>
                      <a:pt x="44" y="483"/>
                    </a:lnTo>
                    <a:lnTo>
                      <a:pt x="48" y="471"/>
                    </a:lnTo>
                    <a:lnTo>
                      <a:pt x="48" y="471"/>
                    </a:lnTo>
                    <a:lnTo>
                      <a:pt x="27" y="448"/>
                    </a:lnTo>
                    <a:lnTo>
                      <a:pt x="5" y="423"/>
                    </a:lnTo>
                    <a:lnTo>
                      <a:pt x="5" y="423"/>
                    </a:lnTo>
                    <a:lnTo>
                      <a:pt x="0" y="465"/>
                    </a:lnTo>
                    <a:lnTo>
                      <a:pt x="2" y="506"/>
                    </a:lnTo>
                    <a:lnTo>
                      <a:pt x="7" y="548"/>
                    </a:lnTo>
                    <a:lnTo>
                      <a:pt x="13" y="590"/>
                    </a:lnTo>
                    <a:lnTo>
                      <a:pt x="13" y="590"/>
                    </a:lnTo>
                    <a:lnTo>
                      <a:pt x="34" y="561"/>
                    </a:lnTo>
                    <a:lnTo>
                      <a:pt x="52" y="533"/>
                    </a:lnTo>
                    <a:lnTo>
                      <a:pt x="52" y="533"/>
                    </a:lnTo>
                    <a:lnTo>
                      <a:pt x="48" y="525"/>
                    </a:lnTo>
                    <a:lnTo>
                      <a:pt x="44" y="517"/>
                    </a:lnTo>
                    <a:lnTo>
                      <a:pt x="42" y="508"/>
                    </a:lnTo>
                    <a:lnTo>
                      <a:pt x="42" y="498"/>
                    </a:lnTo>
                    <a:lnTo>
                      <a:pt x="42" y="498"/>
                    </a:lnTo>
                    <a:close/>
                    <a:moveTo>
                      <a:pt x="661" y="165"/>
                    </a:moveTo>
                    <a:lnTo>
                      <a:pt x="661" y="165"/>
                    </a:lnTo>
                    <a:lnTo>
                      <a:pt x="671" y="167"/>
                    </a:lnTo>
                    <a:lnTo>
                      <a:pt x="680" y="169"/>
                    </a:lnTo>
                    <a:lnTo>
                      <a:pt x="690" y="173"/>
                    </a:lnTo>
                    <a:lnTo>
                      <a:pt x="698" y="179"/>
                    </a:lnTo>
                    <a:lnTo>
                      <a:pt x="705" y="185"/>
                    </a:lnTo>
                    <a:lnTo>
                      <a:pt x="711" y="194"/>
                    </a:lnTo>
                    <a:lnTo>
                      <a:pt x="715" y="202"/>
                    </a:lnTo>
                    <a:lnTo>
                      <a:pt x="717" y="213"/>
                    </a:lnTo>
                    <a:lnTo>
                      <a:pt x="717" y="213"/>
                    </a:lnTo>
                    <a:lnTo>
                      <a:pt x="763" y="215"/>
                    </a:lnTo>
                    <a:lnTo>
                      <a:pt x="807" y="219"/>
                    </a:lnTo>
                    <a:lnTo>
                      <a:pt x="850" y="225"/>
                    </a:lnTo>
                    <a:lnTo>
                      <a:pt x="894" y="235"/>
                    </a:lnTo>
                    <a:lnTo>
                      <a:pt x="894" y="235"/>
                    </a:lnTo>
                    <a:lnTo>
                      <a:pt x="871" y="200"/>
                    </a:lnTo>
                    <a:lnTo>
                      <a:pt x="846" y="169"/>
                    </a:lnTo>
                    <a:lnTo>
                      <a:pt x="819" y="138"/>
                    </a:lnTo>
                    <a:lnTo>
                      <a:pt x="788" y="110"/>
                    </a:lnTo>
                    <a:lnTo>
                      <a:pt x="757" y="85"/>
                    </a:lnTo>
                    <a:lnTo>
                      <a:pt x="721" y="63"/>
                    </a:lnTo>
                    <a:lnTo>
                      <a:pt x="682" y="44"/>
                    </a:lnTo>
                    <a:lnTo>
                      <a:pt x="642" y="27"/>
                    </a:lnTo>
                    <a:lnTo>
                      <a:pt x="642" y="27"/>
                    </a:lnTo>
                    <a:lnTo>
                      <a:pt x="617" y="19"/>
                    </a:lnTo>
                    <a:lnTo>
                      <a:pt x="592" y="13"/>
                    </a:lnTo>
                    <a:lnTo>
                      <a:pt x="567" y="8"/>
                    </a:lnTo>
                    <a:lnTo>
                      <a:pt x="540" y="4"/>
                    </a:lnTo>
                    <a:lnTo>
                      <a:pt x="540" y="4"/>
                    </a:lnTo>
                    <a:lnTo>
                      <a:pt x="571" y="42"/>
                    </a:lnTo>
                    <a:lnTo>
                      <a:pt x="600" y="83"/>
                    </a:lnTo>
                    <a:lnTo>
                      <a:pt x="625" y="123"/>
                    </a:lnTo>
                    <a:lnTo>
                      <a:pt x="648" y="167"/>
                    </a:lnTo>
                    <a:lnTo>
                      <a:pt x="648" y="167"/>
                    </a:lnTo>
                    <a:lnTo>
                      <a:pt x="661" y="165"/>
                    </a:lnTo>
                    <a:lnTo>
                      <a:pt x="661" y="165"/>
                    </a:lnTo>
                    <a:close/>
                    <a:moveTo>
                      <a:pt x="332" y="702"/>
                    </a:moveTo>
                    <a:lnTo>
                      <a:pt x="332" y="702"/>
                    </a:lnTo>
                    <a:lnTo>
                      <a:pt x="319" y="700"/>
                    </a:lnTo>
                    <a:lnTo>
                      <a:pt x="309" y="698"/>
                    </a:lnTo>
                    <a:lnTo>
                      <a:pt x="298" y="692"/>
                    </a:lnTo>
                    <a:lnTo>
                      <a:pt x="290" y="686"/>
                    </a:lnTo>
                    <a:lnTo>
                      <a:pt x="284" y="677"/>
                    </a:lnTo>
                    <a:lnTo>
                      <a:pt x="277" y="667"/>
                    </a:lnTo>
                    <a:lnTo>
                      <a:pt x="275" y="656"/>
                    </a:lnTo>
                    <a:lnTo>
                      <a:pt x="273" y="644"/>
                    </a:lnTo>
                    <a:lnTo>
                      <a:pt x="273" y="644"/>
                    </a:lnTo>
                    <a:lnTo>
                      <a:pt x="275" y="633"/>
                    </a:lnTo>
                    <a:lnTo>
                      <a:pt x="275" y="633"/>
                    </a:lnTo>
                    <a:lnTo>
                      <a:pt x="238" y="615"/>
                    </a:lnTo>
                    <a:lnTo>
                      <a:pt x="202" y="594"/>
                    </a:lnTo>
                    <a:lnTo>
                      <a:pt x="167" y="571"/>
                    </a:lnTo>
                    <a:lnTo>
                      <a:pt x="134" y="546"/>
                    </a:lnTo>
                    <a:lnTo>
                      <a:pt x="134" y="546"/>
                    </a:lnTo>
                    <a:lnTo>
                      <a:pt x="125" y="550"/>
                    </a:lnTo>
                    <a:lnTo>
                      <a:pt x="117" y="552"/>
                    </a:lnTo>
                    <a:lnTo>
                      <a:pt x="109" y="556"/>
                    </a:lnTo>
                    <a:lnTo>
                      <a:pt x="98" y="556"/>
                    </a:lnTo>
                    <a:lnTo>
                      <a:pt x="98" y="556"/>
                    </a:lnTo>
                    <a:lnTo>
                      <a:pt x="84" y="554"/>
                    </a:lnTo>
                    <a:lnTo>
                      <a:pt x="71" y="548"/>
                    </a:lnTo>
                    <a:lnTo>
                      <a:pt x="71" y="548"/>
                    </a:lnTo>
                    <a:lnTo>
                      <a:pt x="44" y="583"/>
                    </a:lnTo>
                    <a:lnTo>
                      <a:pt x="21" y="619"/>
                    </a:lnTo>
                    <a:lnTo>
                      <a:pt x="21" y="619"/>
                    </a:lnTo>
                    <a:lnTo>
                      <a:pt x="36" y="658"/>
                    </a:lnTo>
                    <a:lnTo>
                      <a:pt x="52" y="696"/>
                    </a:lnTo>
                    <a:lnTo>
                      <a:pt x="71" y="731"/>
                    </a:lnTo>
                    <a:lnTo>
                      <a:pt x="94" y="767"/>
                    </a:lnTo>
                    <a:lnTo>
                      <a:pt x="94" y="767"/>
                    </a:lnTo>
                    <a:lnTo>
                      <a:pt x="132" y="783"/>
                    </a:lnTo>
                    <a:lnTo>
                      <a:pt x="167" y="798"/>
                    </a:lnTo>
                    <a:lnTo>
                      <a:pt x="202" y="808"/>
                    </a:lnTo>
                    <a:lnTo>
                      <a:pt x="236" y="817"/>
                    </a:lnTo>
                    <a:lnTo>
                      <a:pt x="267" y="823"/>
                    </a:lnTo>
                    <a:lnTo>
                      <a:pt x="296" y="827"/>
                    </a:lnTo>
                    <a:lnTo>
                      <a:pt x="342" y="829"/>
                    </a:lnTo>
                    <a:lnTo>
                      <a:pt x="342" y="829"/>
                    </a:lnTo>
                    <a:lnTo>
                      <a:pt x="382" y="829"/>
                    </a:lnTo>
                    <a:lnTo>
                      <a:pt x="382" y="829"/>
                    </a:lnTo>
                    <a:lnTo>
                      <a:pt x="355" y="763"/>
                    </a:lnTo>
                    <a:lnTo>
                      <a:pt x="334" y="702"/>
                    </a:lnTo>
                    <a:lnTo>
                      <a:pt x="334" y="702"/>
                    </a:lnTo>
                    <a:lnTo>
                      <a:pt x="332" y="702"/>
                    </a:lnTo>
                    <a:lnTo>
                      <a:pt x="332" y="702"/>
                    </a:lnTo>
                    <a:close/>
                    <a:moveTo>
                      <a:pt x="98" y="442"/>
                    </a:moveTo>
                    <a:lnTo>
                      <a:pt x="98" y="442"/>
                    </a:lnTo>
                    <a:lnTo>
                      <a:pt x="113" y="444"/>
                    </a:lnTo>
                    <a:lnTo>
                      <a:pt x="127" y="448"/>
                    </a:lnTo>
                    <a:lnTo>
                      <a:pt x="127" y="448"/>
                    </a:lnTo>
                    <a:lnTo>
                      <a:pt x="165" y="413"/>
                    </a:lnTo>
                    <a:lnTo>
                      <a:pt x="207" y="379"/>
                    </a:lnTo>
                    <a:lnTo>
                      <a:pt x="250" y="348"/>
                    </a:lnTo>
                    <a:lnTo>
                      <a:pt x="294" y="321"/>
                    </a:lnTo>
                    <a:lnTo>
                      <a:pt x="294" y="321"/>
                    </a:lnTo>
                    <a:lnTo>
                      <a:pt x="292" y="313"/>
                    </a:lnTo>
                    <a:lnTo>
                      <a:pt x="292" y="304"/>
                    </a:lnTo>
                    <a:lnTo>
                      <a:pt x="292" y="304"/>
                    </a:lnTo>
                    <a:lnTo>
                      <a:pt x="294" y="292"/>
                    </a:lnTo>
                    <a:lnTo>
                      <a:pt x="296" y="281"/>
                    </a:lnTo>
                    <a:lnTo>
                      <a:pt x="302" y="273"/>
                    </a:lnTo>
                    <a:lnTo>
                      <a:pt x="309" y="263"/>
                    </a:lnTo>
                    <a:lnTo>
                      <a:pt x="317" y="256"/>
                    </a:lnTo>
                    <a:lnTo>
                      <a:pt x="327" y="252"/>
                    </a:lnTo>
                    <a:lnTo>
                      <a:pt x="338" y="248"/>
                    </a:lnTo>
                    <a:lnTo>
                      <a:pt x="350" y="246"/>
                    </a:lnTo>
                    <a:lnTo>
                      <a:pt x="350" y="246"/>
                    </a:lnTo>
                    <a:lnTo>
                      <a:pt x="352" y="248"/>
                    </a:lnTo>
                    <a:lnTo>
                      <a:pt x="352" y="248"/>
                    </a:lnTo>
                    <a:lnTo>
                      <a:pt x="357" y="240"/>
                    </a:lnTo>
                    <a:lnTo>
                      <a:pt x="357" y="240"/>
                    </a:lnTo>
                    <a:lnTo>
                      <a:pt x="369" y="206"/>
                    </a:lnTo>
                    <a:lnTo>
                      <a:pt x="382" y="175"/>
                    </a:lnTo>
                    <a:lnTo>
                      <a:pt x="396" y="144"/>
                    </a:lnTo>
                    <a:lnTo>
                      <a:pt x="413" y="115"/>
                    </a:lnTo>
                    <a:lnTo>
                      <a:pt x="430" y="83"/>
                    </a:lnTo>
                    <a:lnTo>
                      <a:pt x="448" y="56"/>
                    </a:lnTo>
                    <a:lnTo>
                      <a:pt x="469" y="27"/>
                    </a:lnTo>
                    <a:lnTo>
                      <a:pt x="490" y="0"/>
                    </a:lnTo>
                    <a:lnTo>
                      <a:pt x="490" y="0"/>
                    </a:lnTo>
                    <a:lnTo>
                      <a:pt x="452" y="0"/>
                    </a:lnTo>
                    <a:lnTo>
                      <a:pt x="415" y="4"/>
                    </a:lnTo>
                    <a:lnTo>
                      <a:pt x="377" y="10"/>
                    </a:lnTo>
                    <a:lnTo>
                      <a:pt x="342" y="21"/>
                    </a:lnTo>
                    <a:lnTo>
                      <a:pt x="307" y="33"/>
                    </a:lnTo>
                    <a:lnTo>
                      <a:pt x="273" y="48"/>
                    </a:lnTo>
                    <a:lnTo>
                      <a:pt x="242" y="65"/>
                    </a:lnTo>
                    <a:lnTo>
                      <a:pt x="211" y="83"/>
                    </a:lnTo>
                    <a:lnTo>
                      <a:pt x="180" y="106"/>
                    </a:lnTo>
                    <a:lnTo>
                      <a:pt x="152" y="129"/>
                    </a:lnTo>
                    <a:lnTo>
                      <a:pt x="125" y="156"/>
                    </a:lnTo>
                    <a:lnTo>
                      <a:pt x="102" y="185"/>
                    </a:lnTo>
                    <a:lnTo>
                      <a:pt x="80" y="217"/>
                    </a:lnTo>
                    <a:lnTo>
                      <a:pt x="61" y="248"/>
                    </a:lnTo>
                    <a:lnTo>
                      <a:pt x="42" y="283"/>
                    </a:lnTo>
                    <a:lnTo>
                      <a:pt x="27" y="321"/>
                    </a:lnTo>
                    <a:lnTo>
                      <a:pt x="27" y="321"/>
                    </a:lnTo>
                    <a:lnTo>
                      <a:pt x="17" y="356"/>
                    </a:lnTo>
                    <a:lnTo>
                      <a:pt x="9" y="392"/>
                    </a:lnTo>
                    <a:lnTo>
                      <a:pt x="9" y="392"/>
                    </a:lnTo>
                    <a:lnTo>
                      <a:pt x="36" y="423"/>
                    </a:lnTo>
                    <a:lnTo>
                      <a:pt x="65" y="454"/>
                    </a:lnTo>
                    <a:lnTo>
                      <a:pt x="65" y="454"/>
                    </a:lnTo>
                    <a:lnTo>
                      <a:pt x="71" y="448"/>
                    </a:lnTo>
                    <a:lnTo>
                      <a:pt x="80" y="444"/>
                    </a:lnTo>
                    <a:lnTo>
                      <a:pt x="90" y="442"/>
                    </a:lnTo>
                    <a:lnTo>
                      <a:pt x="98" y="442"/>
                    </a:lnTo>
                    <a:lnTo>
                      <a:pt x="98" y="4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 name="Freeform 22"/>
              <p:cNvSpPr/>
              <p:nvPr/>
            </p:nvSpPr>
            <p:spPr bwMode="auto">
              <a:xfrm>
                <a:off x="7131050" y="1906588"/>
                <a:ext cx="1404937" cy="869950"/>
              </a:xfrm>
              <a:custGeom>
                <a:avLst/>
                <a:gdLst>
                  <a:gd name="T0" fmla="*/ 0 w 885"/>
                  <a:gd name="T1" fmla="*/ 427 h 548"/>
                  <a:gd name="T2" fmla="*/ 73 w 885"/>
                  <a:gd name="T3" fmla="*/ 475 h 548"/>
                  <a:gd name="T4" fmla="*/ 144 w 885"/>
                  <a:gd name="T5" fmla="*/ 510 h 548"/>
                  <a:gd name="T6" fmla="*/ 215 w 885"/>
                  <a:gd name="T7" fmla="*/ 533 h 548"/>
                  <a:gd name="T8" fmla="*/ 281 w 885"/>
                  <a:gd name="T9" fmla="*/ 546 h 548"/>
                  <a:gd name="T10" fmla="*/ 346 w 885"/>
                  <a:gd name="T11" fmla="*/ 548 h 548"/>
                  <a:gd name="T12" fmla="*/ 406 w 885"/>
                  <a:gd name="T13" fmla="*/ 542 h 548"/>
                  <a:gd name="T14" fmla="*/ 465 w 885"/>
                  <a:gd name="T15" fmla="*/ 529 h 548"/>
                  <a:gd name="T16" fmla="*/ 517 w 885"/>
                  <a:gd name="T17" fmla="*/ 506 h 548"/>
                  <a:gd name="T18" fmla="*/ 567 w 885"/>
                  <a:gd name="T19" fmla="*/ 481 h 548"/>
                  <a:gd name="T20" fmla="*/ 613 w 885"/>
                  <a:gd name="T21" fmla="*/ 448 h 548"/>
                  <a:gd name="T22" fmla="*/ 654 w 885"/>
                  <a:gd name="T23" fmla="*/ 412 h 548"/>
                  <a:gd name="T24" fmla="*/ 690 w 885"/>
                  <a:gd name="T25" fmla="*/ 375 h 548"/>
                  <a:gd name="T26" fmla="*/ 721 w 885"/>
                  <a:gd name="T27" fmla="*/ 335 h 548"/>
                  <a:gd name="T28" fmla="*/ 746 w 885"/>
                  <a:gd name="T29" fmla="*/ 294 h 548"/>
                  <a:gd name="T30" fmla="*/ 767 w 885"/>
                  <a:gd name="T31" fmla="*/ 252 h 548"/>
                  <a:gd name="T32" fmla="*/ 779 w 885"/>
                  <a:gd name="T33" fmla="*/ 210 h 548"/>
                  <a:gd name="T34" fmla="*/ 885 w 885"/>
                  <a:gd name="T35" fmla="*/ 264 h 548"/>
                  <a:gd name="T36" fmla="*/ 508 w 885"/>
                  <a:gd name="T37" fmla="*/ 75 h 548"/>
                  <a:gd name="T38" fmla="*/ 623 w 885"/>
                  <a:gd name="T39" fmla="*/ 131 h 548"/>
                  <a:gd name="T40" fmla="*/ 610 w 885"/>
                  <a:gd name="T41" fmla="*/ 173 h 548"/>
                  <a:gd name="T42" fmla="*/ 586 w 885"/>
                  <a:gd name="T43" fmla="*/ 231 h 548"/>
                  <a:gd name="T44" fmla="*/ 542 w 885"/>
                  <a:gd name="T45" fmla="*/ 300 h 548"/>
                  <a:gd name="T46" fmla="*/ 513 w 885"/>
                  <a:gd name="T47" fmla="*/ 335 h 548"/>
                  <a:gd name="T48" fmla="*/ 475 w 885"/>
                  <a:gd name="T49" fmla="*/ 369 h 548"/>
                  <a:gd name="T50" fmla="*/ 431 w 885"/>
                  <a:gd name="T51" fmla="*/ 400 h 548"/>
                  <a:gd name="T52" fmla="*/ 381 w 885"/>
                  <a:gd name="T53" fmla="*/ 425 h 548"/>
                  <a:gd name="T54" fmla="*/ 323 w 885"/>
                  <a:gd name="T55" fmla="*/ 444 h 548"/>
                  <a:gd name="T56" fmla="*/ 256 w 885"/>
                  <a:gd name="T57" fmla="*/ 456 h 548"/>
                  <a:gd name="T58" fmla="*/ 181 w 885"/>
                  <a:gd name="T59" fmla="*/ 458 h 548"/>
                  <a:gd name="T60" fmla="*/ 96 w 885"/>
                  <a:gd name="T61" fmla="*/ 450 h 548"/>
                  <a:gd name="T62" fmla="*/ 0 w 885"/>
                  <a:gd name="T63" fmla="*/ 427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5" h="548">
                    <a:moveTo>
                      <a:pt x="0" y="427"/>
                    </a:moveTo>
                    <a:lnTo>
                      <a:pt x="0" y="427"/>
                    </a:lnTo>
                    <a:lnTo>
                      <a:pt x="38" y="454"/>
                    </a:lnTo>
                    <a:lnTo>
                      <a:pt x="73" y="475"/>
                    </a:lnTo>
                    <a:lnTo>
                      <a:pt x="108" y="494"/>
                    </a:lnTo>
                    <a:lnTo>
                      <a:pt x="144" y="510"/>
                    </a:lnTo>
                    <a:lnTo>
                      <a:pt x="179" y="523"/>
                    </a:lnTo>
                    <a:lnTo>
                      <a:pt x="215" y="533"/>
                    </a:lnTo>
                    <a:lnTo>
                      <a:pt x="248" y="542"/>
                    </a:lnTo>
                    <a:lnTo>
                      <a:pt x="281" y="546"/>
                    </a:lnTo>
                    <a:lnTo>
                      <a:pt x="313" y="548"/>
                    </a:lnTo>
                    <a:lnTo>
                      <a:pt x="346" y="548"/>
                    </a:lnTo>
                    <a:lnTo>
                      <a:pt x="375" y="546"/>
                    </a:lnTo>
                    <a:lnTo>
                      <a:pt x="406" y="542"/>
                    </a:lnTo>
                    <a:lnTo>
                      <a:pt x="436" y="535"/>
                    </a:lnTo>
                    <a:lnTo>
                      <a:pt x="465" y="529"/>
                    </a:lnTo>
                    <a:lnTo>
                      <a:pt x="492" y="519"/>
                    </a:lnTo>
                    <a:lnTo>
                      <a:pt x="517" y="506"/>
                    </a:lnTo>
                    <a:lnTo>
                      <a:pt x="544" y="494"/>
                    </a:lnTo>
                    <a:lnTo>
                      <a:pt x="567" y="481"/>
                    </a:lnTo>
                    <a:lnTo>
                      <a:pt x="592" y="464"/>
                    </a:lnTo>
                    <a:lnTo>
                      <a:pt x="613" y="448"/>
                    </a:lnTo>
                    <a:lnTo>
                      <a:pt x="635" y="431"/>
                    </a:lnTo>
                    <a:lnTo>
                      <a:pt x="654" y="412"/>
                    </a:lnTo>
                    <a:lnTo>
                      <a:pt x="673" y="394"/>
                    </a:lnTo>
                    <a:lnTo>
                      <a:pt x="690" y="375"/>
                    </a:lnTo>
                    <a:lnTo>
                      <a:pt x="706" y="354"/>
                    </a:lnTo>
                    <a:lnTo>
                      <a:pt x="721" y="335"/>
                    </a:lnTo>
                    <a:lnTo>
                      <a:pt x="735" y="314"/>
                    </a:lnTo>
                    <a:lnTo>
                      <a:pt x="746" y="294"/>
                    </a:lnTo>
                    <a:lnTo>
                      <a:pt x="756" y="273"/>
                    </a:lnTo>
                    <a:lnTo>
                      <a:pt x="767" y="252"/>
                    </a:lnTo>
                    <a:lnTo>
                      <a:pt x="773" y="231"/>
                    </a:lnTo>
                    <a:lnTo>
                      <a:pt x="779" y="210"/>
                    </a:lnTo>
                    <a:lnTo>
                      <a:pt x="779" y="210"/>
                    </a:lnTo>
                    <a:lnTo>
                      <a:pt x="885" y="264"/>
                    </a:lnTo>
                    <a:lnTo>
                      <a:pt x="777" y="0"/>
                    </a:lnTo>
                    <a:lnTo>
                      <a:pt x="508" y="75"/>
                    </a:lnTo>
                    <a:lnTo>
                      <a:pt x="623" y="131"/>
                    </a:lnTo>
                    <a:lnTo>
                      <a:pt x="623" y="131"/>
                    </a:lnTo>
                    <a:lnTo>
                      <a:pt x="619" y="152"/>
                    </a:lnTo>
                    <a:lnTo>
                      <a:pt x="610" y="173"/>
                    </a:lnTo>
                    <a:lnTo>
                      <a:pt x="600" y="200"/>
                    </a:lnTo>
                    <a:lnTo>
                      <a:pt x="586" y="231"/>
                    </a:lnTo>
                    <a:lnTo>
                      <a:pt x="567" y="264"/>
                    </a:lnTo>
                    <a:lnTo>
                      <a:pt x="542" y="300"/>
                    </a:lnTo>
                    <a:lnTo>
                      <a:pt x="527" y="319"/>
                    </a:lnTo>
                    <a:lnTo>
                      <a:pt x="513" y="335"/>
                    </a:lnTo>
                    <a:lnTo>
                      <a:pt x="494" y="352"/>
                    </a:lnTo>
                    <a:lnTo>
                      <a:pt x="475" y="369"/>
                    </a:lnTo>
                    <a:lnTo>
                      <a:pt x="454" y="385"/>
                    </a:lnTo>
                    <a:lnTo>
                      <a:pt x="431" y="400"/>
                    </a:lnTo>
                    <a:lnTo>
                      <a:pt x="408" y="412"/>
                    </a:lnTo>
                    <a:lnTo>
                      <a:pt x="381" y="425"/>
                    </a:lnTo>
                    <a:lnTo>
                      <a:pt x="354" y="435"/>
                    </a:lnTo>
                    <a:lnTo>
                      <a:pt x="323" y="444"/>
                    </a:lnTo>
                    <a:lnTo>
                      <a:pt x="290" y="452"/>
                    </a:lnTo>
                    <a:lnTo>
                      <a:pt x="256" y="456"/>
                    </a:lnTo>
                    <a:lnTo>
                      <a:pt x="219" y="458"/>
                    </a:lnTo>
                    <a:lnTo>
                      <a:pt x="181" y="458"/>
                    </a:lnTo>
                    <a:lnTo>
                      <a:pt x="140" y="454"/>
                    </a:lnTo>
                    <a:lnTo>
                      <a:pt x="96" y="450"/>
                    </a:lnTo>
                    <a:lnTo>
                      <a:pt x="50" y="439"/>
                    </a:lnTo>
                    <a:lnTo>
                      <a:pt x="0" y="427"/>
                    </a:lnTo>
                    <a:lnTo>
                      <a:pt x="0" y="4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4" name="TextBox 23"/>
            <p:cNvSpPr txBox="1"/>
            <p:nvPr/>
          </p:nvSpPr>
          <p:spPr>
            <a:xfrm>
              <a:off x="7848780" y="1538518"/>
              <a:ext cx="2031325" cy="369332"/>
            </a:xfrm>
            <a:prstGeom prst="rect">
              <a:avLst/>
            </a:prstGeom>
            <a:noFill/>
          </p:spPr>
          <p:txBody>
            <a:bodyPr wrap="none" rtlCol="0">
              <a:spAutoFit/>
            </a:bodyPr>
            <a:lstStyle/>
            <a:p>
              <a:r>
                <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25" name="Straight Connector 24"/>
            <p:cNvCxnSpPr/>
            <p:nvPr/>
          </p:nvCxnSpPr>
          <p:spPr>
            <a:xfrm>
              <a:off x="7948599" y="1907850"/>
              <a:ext cx="1339982"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034798" y="1943690"/>
              <a:ext cx="4319002" cy="523220"/>
            </a:xfrm>
            <a:prstGeom prst="rect">
              <a:avLst/>
            </a:prstGeom>
            <a:noFill/>
          </p:spPr>
          <p:txBody>
            <a:bodyPr wrap="square" rtlCol="0">
              <a:spAutoFit/>
            </a:bodyPr>
            <a:lstStyle/>
            <a:p>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7" name="Group 26"/>
          <p:cNvGrpSpPr/>
          <p:nvPr/>
        </p:nvGrpSpPr>
        <p:grpSpPr>
          <a:xfrm>
            <a:off x="8697275" y="3262461"/>
            <a:ext cx="3186348" cy="2680820"/>
            <a:chOff x="6851561" y="1607926"/>
            <a:chExt cx="3186348" cy="2680820"/>
          </a:xfrm>
        </p:grpSpPr>
        <p:sp>
          <p:nvSpPr>
            <p:cNvPr id="28" name="TextBox 27"/>
            <p:cNvSpPr txBox="1"/>
            <p:nvPr/>
          </p:nvSpPr>
          <p:spPr>
            <a:xfrm>
              <a:off x="6851561" y="1607926"/>
              <a:ext cx="184731" cy="400110"/>
            </a:xfrm>
            <a:prstGeom prst="rect">
              <a:avLst/>
            </a:prstGeom>
            <a:noFill/>
          </p:spPr>
          <p:txBody>
            <a:bodyPr wrap="none" rtlCol="0">
              <a:spAutoFit/>
            </a:bodyPr>
            <a:lstStyle/>
            <a:p>
              <a:endParaRPr lang="en-US" sz="20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Rectangle 28"/>
            <p:cNvSpPr/>
            <p:nvPr/>
          </p:nvSpPr>
          <p:spPr>
            <a:xfrm>
              <a:off x="6851561" y="1922273"/>
              <a:ext cx="3186348" cy="338554"/>
            </a:xfrm>
            <a:prstGeom prst="rect">
              <a:avLst/>
            </a:prstGeom>
          </p:spPr>
          <p:txBody>
            <a:bodyPr wrap="square">
              <a:spAutoFit/>
            </a:bodyPr>
            <a:lstStyle/>
            <a:p>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 name="TextBox 29"/>
            <p:cNvSpPr txBox="1"/>
            <p:nvPr/>
          </p:nvSpPr>
          <p:spPr>
            <a:xfrm>
              <a:off x="6851561" y="2206895"/>
              <a:ext cx="2656525" cy="2031325"/>
            </a:xfrm>
            <a:prstGeom prst="rect">
              <a:avLst/>
            </a:prstGeom>
            <a:noFill/>
          </p:spPr>
          <p:txBody>
            <a:bodyPr wrap="square" rtlCol="0">
              <a:spAutoFit/>
            </a:bodyPr>
            <a:lstStyle/>
            <a:p>
              <a:pPr>
                <a:lnSpc>
                  <a:spcPct val="150000"/>
                </a:lnSpc>
              </a:pP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点击这里，输入合适的内容。点击这里，输入合适的内容。点击这里，输入合适的内容。点击这里，输入合适的内容。点击这里，输入合适的内容。点击这里，输入合适的内容。</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31" name="Straight Connector 30"/>
            <p:cNvCxnSpPr/>
            <p:nvPr/>
          </p:nvCxnSpPr>
          <p:spPr>
            <a:xfrm>
              <a:off x="6943210" y="4288746"/>
              <a:ext cx="256487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936510" y="1286910"/>
            <a:ext cx="2656525" cy="2680820"/>
            <a:chOff x="6851561" y="1607926"/>
            <a:chExt cx="2656525" cy="2680820"/>
          </a:xfrm>
        </p:grpSpPr>
        <p:sp>
          <p:nvSpPr>
            <p:cNvPr id="35" name="TextBox 34"/>
            <p:cNvSpPr txBox="1"/>
            <p:nvPr/>
          </p:nvSpPr>
          <p:spPr>
            <a:xfrm>
              <a:off x="9321820" y="1607926"/>
              <a:ext cx="184731" cy="400110"/>
            </a:xfrm>
            <a:prstGeom prst="rect">
              <a:avLst/>
            </a:prstGeom>
            <a:noFill/>
          </p:spPr>
          <p:txBody>
            <a:bodyPr wrap="none" rtlCol="0">
              <a:spAutoFit/>
            </a:bodyPr>
            <a:lstStyle/>
            <a:p>
              <a:pPr algn="r"/>
              <a:endParaRPr lang="en-US" sz="20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 name="Rectangle 35"/>
            <p:cNvSpPr/>
            <p:nvPr/>
          </p:nvSpPr>
          <p:spPr>
            <a:xfrm>
              <a:off x="6851561" y="1922273"/>
              <a:ext cx="2656525" cy="338554"/>
            </a:xfrm>
            <a:prstGeom prst="rect">
              <a:avLst/>
            </a:prstGeom>
          </p:spPr>
          <p:txBody>
            <a:bodyPr wrap="square">
              <a:spAutoFit/>
            </a:bodyPr>
            <a:lstStyle/>
            <a:p>
              <a:pPr algn="r"/>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TextBox 36"/>
            <p:cNvSpPr txBox="1"/>
            <p:nvPr/>
          </p:nvSpPr>
          <p:spPr>
            <a:xfrm>
              <a:off x="6851561" y="2206895"/>
              <a:ext cx="2656525" cy="2031325"/>
            </a:xfrm>
            <a:prstGeom prst="rect">
              <a:avLst/>
            </a:prstGeom>
            <a:noFill/>
          </p:spPr>
          <p:txBody>
            <a:bodyPr wrap="square" rtlCol="0">
              <a:spAutoFit/>
            </a:bodyPr>
            <a:lstStyle/>
            <a:p>
              <a:pPr algn="r">
                <a:lnSpc>
                  <a:spcPct val="150000"/>
                </a:lnSpc>
              </a:pP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点击这里，输入合适的内容。点击这里，输入合适的内容。点击这里，输入合适的内容。点击这里，输入合适的内容。点击这里，输入合适的内容。点击这里，输入合适的内容。</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38" name="Straight Connector 37"/>
            <p:cNvCxnSpPr/>
            <p:nvPr/>
          </p:nvCxnSpPr>
          <p:spPr>
            <a:xfrm>
              <a:off x="6943210" y="4288746"/>
              <a:ext cx="2487817"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166361647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3" presetClass="entr" presetSubtype="0"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
                                        <p:tgtEl>
                                          <p:spTgt spid="27"/>
                                        </p:tgtEl>
                                      </p:cBhvr>
                                    </p:animEffect>
                                    <p:anim calcmode="lin" valueType="num">
                                      <p:cBhvr>
                                        <p:cTn id="14" dur="400" fill="hold"/>
                                        <p:tgtEl>
                                          <p:spTgt spid="27"/>
                                        </p:tgtEl>
                                        <p:attrNameLst>
                                          <p:attrName>ppt_x</p:attrName>
                                        </p:attrNameLst>
                                      </p:cBhvr>
                                      <p:tavLst>
                                        <p:tav tm="0">
                                          <p:val>
                                            <p:strVal val="#ppt_x"/>
                                          </p:val>
                                        </p:tav>
                                        <p:tav tm="100000">
                                          <p:val>
                                            <p:strVal val="#ppt_x"/>
                                          </p:val>
                                        </p:tav>
                                      </p:tavLst>
                                    </p:anim>
                                    <p:anim calcmode="lin" valueType="num">
                                      <p:cBhvr>
                                        <p:cTn id="15" dur="400" fill="hold"/>
                                        <p:tgtEl>
                                          <p:spTgt spid="27"/>
                                        </p:tgtEl>
                                        <p:attrNameLst>
                                          <p:attrName>ppt_y</p:attrName>
                                        </p:attrNameLst>
                                      </p:cBhvr>
                                      <p:tavLst>
                                        <p:tav tm="0">
                                          <p:val>
                                            <p:strVal val="#ppt_y+0.31"/>
                                          </p:val>
                                        </p:tav>
                                        <p:tav tm="100000">
                                          <p:val>
                                            <p:strVal val="#ppt_y+0.31"/>
                                          </p:val>
                                        </p:tav>
                                      </p:tavLst>
                                    </p:anim>
                                    <p:anim calcmode="lin" valueType="num">
                                      <p:cBhvr>
                                        <p:cTn id="16" dur="600" decel="50000" fill="hold">
                                          <p:stCondLst>
                                            <p:cond delay="400"/>
                                          </p:stCondLst>
                                        </p:cTn>
                                        <p:tgtEl>
                                          <p:spTgt spid="2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7" dur="600" decel="50000" fill="hold">
                                          <p:stCondLst>
                                            <p:cond delay="400"/>
                                          </p:stCondLst>
                                        </p:cTn>
                                        <p:tgtEl>
                                          <p:spTgt spid="2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par>
                          <p:cTn id="18" fill="hold">
                            <p:stCondLst>
                              <p:cond delay="1500"/>
                            </p:stCondLst>
                            <p:childTnLst>
                              <p:par>
                                <p:cTn id="19" presetID="43" presetClass="entr" presetSubtype="0" fill="hold" nodeType="after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
                                        <p:tgtEl>
                                          <p:spTgt spid="34"/>
                                        </p:tgtEl>
                                      </p:cBhvr>
                                    </p:animEffect>
                                    <p:anim calcmode="lin" valueType="num">
                                      <p:cBhvr>
                                        <p:cTn id="22" dur="400" fill="hold"/>
                                        <p:tgtEl>
                                          <p:spTgt spid="34"/>
                                        </p:tgtEl>
                                        <p:attrNameLst>
                                          <p:attrName>ppt_x</p:attrName>
                                        </p:attrNameLst>
                                      </p:cBhvr>
                                      <p:tavLst>
                                        <p:tav tm="0">
                                          <p:val>
                                            <p:strVal val="#ppt_x"/>
                                          </p:val>
                                        </p:tav>
                                        <p:tav tm="100000">
                                          <p:val>
                                            <p:strVal val="#ppt_x"/>
                                          </p:val>
                                        </p:tav>
                                      </p:tavLst>
                                    </p:anim>
                                    <p:anim calcmode="lin" valueType="num">
                                      <p:cBhvr>
                                        <p:cTn id="23" dur="400" fill="hold"/>
                                        <p:tgtEl>
                                          <p:spTgt spid="34"/>
                                        </p:tgtEl>
                                        <p:attrNameLst>
                                          <p:attrName>ppt_y</p:attrName>
                                        </p:attrNameLst>
                                      </p:cBhvr>
                                      <p:tavLst>
                                        <p:tav tm="0">
                                          <p:val>
                                            <p:strVal val="#ppt_y+0.31"/>
                                          </p:val>
                                        </p:tav>
                                        <p:tav tm="100000">
                                          <p:val>
                                            <p:strVal val="#ppt_y+0.31"/>
                                          </p:val>
                                        </p:tav>
                                      </p:tavLst>
                                    </p:anim>
                                    <p:anim calcmode="lin" valueType="num">
                                      <p:cBhvr>
                                        <p:cTn id="24" dur="600" decel="50000" fill="hold">
                                          <p:stCondLst>
                                            <p:cond delay="400"/>
                                          </p:stCondLst>
                                        </p:cTn>
                                        <p:tgtEl>
                                          <p:spTgt spid="34"/>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5" dur="600" decel="50000" fill="hold">
                                          <p:stCondLst>
                                            <p:cond delay="400"/>
                                          </p:stCondLst>
                                        </p:cTn>
                                        <p:tgtEl>
                                          <p:spTgt spid="34"/>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par>
                          <p:cTn id="26" fill="hold">
                            <p:stCondLst>
                              <p:cond delay="2500"/>
                            </p:stCondLst>
                            <p:childTnLst>
                              <p:par>
                                <p:cTn id="27" presetID="49" presetClass="entr" presetSubtype="0" decel="10000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 calcmode="lin" valueType="num">
                                      <p:cBhvr>
                                        <p:cTn id="31" dur="500" fill="hold"/>
                                        <p:tgtEl>
                                          <p:spTgt spid="4"/>
                                        </p:tgtEl>
                                        <p:attrNameLst>
                                          <p:attrName>style.rotation</p:attrName>
                                        </p:attrNameLst>
                                      </p:cBhvr>
                                      <p:tavLst>
                                        <p:tav tm="0">
                                          <p:val>
                                            <p:fltVal val="360"/>
                                          </p:val>
                                        </p:tav>
                                        <p:tav tm="100000">
                                          <p:val>
                                            <p:fltVal val="0"/>
                                          </p:val>
                                        </p:tav>
                                      </p:tavLst>
                                    </p:anim>
                                    <p:animEffect transition="in" filter="fade">
                                      <p:cBhvr>
                                        <p:cTn id="32" dur="500"/>
                                        <p:tgtEl>
                                          <p:spTgt spid="4"/>
                                        </p:tgtEl>
                                      </p:cBhvr>
                                    </p:animEffect>
                                  </p:childTnLst>
                                </p:cTn>
                              </p:par>
                            </p:childTnLst>
                          </p:cTn>
                        </p:par>
                        <p:par>
                          <p:cTn id="33" fill="hold">
                            <p:stCondLst>
                              <p:cond delay="3000"/>
                            </p:stCondLst>
                            <p:childTnLst>
                              <p:par>
                                <p:cTn id="34" presetID="49" presetClass="entr" presetSubtype="0" decel="100000" fill="hold" nodeType="after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 calcmode="lin" valueType="num">
                                      <p:cBhvr>
                                        <p:cTn id="38" dur="500" fill="hold"/>
                                        <p:tgtEl>
                                          <p:spTgt spid="5"/>
                                        </p:tgtEl>
                                        <p:attrNameLst>
                                          <p:attrName>style.rotation</p:attrName>
                                        </p:attrNameLst>
                                      </p:cBhvr>
                                      <p:tavLst>
                                        <p:tav tm="0">
                                          <p:val>
                                            <p:fltVal val="360"/>
                                          </p:val>
                                        </p:tav>
                                        <p:tav tm="100000">
                                          <p:val>
                                            <p:fltVal val="0"/>
                                          </p:val>
                                        </p:tav>
                                      </p:tavLst>
                                    </p:anim>
                                    <p:animEffect transition="in" filter="fade">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xmlns="" id="{86C77DEE-15F5-7E40-93C9-CB6C139701D4}"/>
              </a:ext>
            </a:extLst>
          </p:cNvPr>
          <p:cNvSpPr txBox="1">
            <a:spLocks/>
          </p:cNvSpPr>
          <p:nvPr/>
        </p:nvSpPr>
        <p:spPr>
          <a:xfrm>
            <a:off x="2661203" y="0"/>
            <a:ext cx="3295650" cy="4057650"/>
          </a:xfrm>
          <a:prstGeom prst="rect">
            <a:avLst/>
          </a:prstGeom>
          <a:blipFill>
            <a:blip r:embed="rId3"/>
            <a:stretch>
              <a:fillRect/>
            </a:stretch>
          </a:blipFill>
        </p:spPr>
        <p:txBody>
          <a:bodyPr/>
          <a:lstStyle/>
          <a:p>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Picture Placeholder 1">
            <a:extLst>
              <a:ext uri="{FF2B5EF4-FFF2-40B4-BE49-F238E27FC236}">
                <a16:creationId xmlns:a16="http://schemas.microsoft.com/office/drawing/2014/main" xmlns="" id="{F4A41E3A-9727-1C47-AB5C-A4DD1424F996}"/>
              </a:ext>
            </a:extLst>
          </p:cNvPr>
          <p:cNvSpPr txBox="1">
            <a:spLocks/>
          </p:cNvSpPr>
          <p:nvPr/>
        </p:nvSpPr>
        <p:spPr>
          <a:xfrm>
            <a:off x="7385602" y="2800350"/>
            <a:ext cx="3030607" cy="4057650"/>
          </a:xfrm>
          <a:prstGeom prst="rect">
            <a:avLst/>
          </a:prstGeom>
          <a:blipFill>
            <a:blip r:embed="rId4"/>
            <a:stretch>
              <a:fillRect/>
            </a:stretch>
          </a:blipFill>
        </p:spPr>
        <p:txBody>
          <a:bodyPr/>
          <a:lstStyle/>
          <a:p>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Rectangle 22">
            <a:extLst>
              <a:ext uri="{FF2B5EF4-FFF2-40B4-BE49-F238E27FC236}">
                <a16:creationId xmlns:a16="http://schemas.microsoft.com/office/drawing/2014/main" xmlns="" id="{D38A2F40-5CBF-B34F-B533-85EDA82E45A6}"/>
              </a:ext>
            </a:extLst>
          </p:cNvPr>
          <p:cNvSpPr/>
          <p:nvPr/>
        </p:nvSpPr>
        <p:spPr>
          <a:xfrm>
            <a:off x="1138462" y="3438801"/>
            <a:ext cx="2460812" cy="263478"/>
          </a:xfrm>
          <a:prstGeom prst="rect">
            <a:avLst/>
          </a:prstGeom>
          <a:solidFill>
            <a:srgbClr val="164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TextBox 7">
            <a:extLst>
              <a:ext uri="{FF2B5EF4-FFF2-40B4-BE49-F238E27FC236}">
                <a16:creationId xmlns:a16="http://schemas.microsoft.com/office/drawing/2014/main" xmlns="" id="{25AA4ABB-C57C-824D-8804-16FBD2AA3BFC}"/>
              </a:ext>
            </a:extLst>
          </p:cNvPr>
          <p:cNvSpPr txBox="1"/>
          <p:nvPr/>
        </p:nvSpPr>
        <p:spPr>
          <a:xfrm>
            <a:off x="1816952" y="4869414"/>
            <a:ext cx="3467616" cy="584775"/>
          </a:xfrm>
          <a:prstGeom prst="rect">
            <a:avLst/>
          </a:prstGeom>
          <a:noFill/>
        </p:spPr>
        <p:txBody>
          <a:bodyPr wrap="none" rtlCol="0">
            <a:spAutoFit/>
          </a:bodyPr>
          <a:lstStyle/>
          <a:p>
            <a:pPr algn="l"/>
            <a:r>
              <a:rPr lang="zh-CN" altLang="en-US" sz="32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添加页面标题内容</a:t>
            </a:r>
          </a:p>
        </p:txBody>
      </p:sp>
      <p:sp>
        <p:nvSpPr>
          <p:cNvPr id="9" name="矩形 8">
            <a:extLst>
              <a:ext uri="{FF2B5EF4-FFF2-40B4-BE49-F238E27FC236}">
                <a16:creationId xmlns:a16="http://schemas.microsoft.com/office/drawing/2014/main" xmlns="" id="{0C9C2F32-514D-7E43-8FDA-06454FCFBB49}"/>
              </a:ext>
            </a:extLst>
          </p:cNvPr>
          <p:cNvSpPr/>
          <p:nvPr/>
        </p:nvSpPr>
        <p:spPr>
          <a:xfrm>
            <a:off x="1816952" y="5400828"/>
            <a:ext cx="4279048" cy="613822"/>
          </a:xfrm>
          <a:prstGeom prst="rect">
            <a:avLst/>
          </a:prstGeom>
        </p:spPr>
        <p:txBody>
          <a:bodyPr wrap="square">
            <a:spAutoFit/>
          </a:bodyPr>
          <a:lstStyle/>
          <a:p>
            <a:pPr algn="l">
              <a:lnSpc>
                <a:spcPct val="150000"/>
              </a:lnSpc>
            </a:pPr>
            <a:r>
              <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单击此处添加文字阐述，添加简短问题说明文字，具体添加文字在此处添加单击</a:t>
            </a:r>
          </a:p>
        </p:txBody>
      </p:sp>
      <p:sp>
        <p:nvSpPr>
          <p:cNvPr id="10" name="TextBox 24">
            <a:extLst>
              <a:ext uri="{FF2B5EF4-FFF2-40B4-BE49-F238E27FC236}">
                <a16:creationId xmlns:a16="http://schemas.microsoft.com/office/drawing/2014/main" xmlns="" id="{46364B07-AAFF-2340-B23A-38D85DC6C664}"/>
              </a:ext>
            </a:extLst>
          </p:cNvPr>
          <p:cNvSpPr txBox="1"/>
          <p:nvPr/>
        </p:nvSpPr>
        <p:spPr>
          <a:xfrm>
            <a:off x="7385602" y="1188355"/>
            <a:ext cx="3730928" cy="1023854"/>
          </a:xfrm>
          <a:prstGeom prst="rect">
            <a:avLst/>
          </a:prstGeom>
          <a:noFill/>
        </p:spPr>
        <p:txBody>
          <a:bodyPr wrap="square" lIns="91423" tIns="45712" rIns="91423" bIns="45712" rtlCol="0">
            <a:spAutoFit/>
          </a:bodyPr>
          <a:lstStyle/>
          <a:p>
            <a:pPr marL="0" marR="0" lvl="0" indent="0" algn="l" defTabSz="1217930" rtl="0" eaLnBrk="1" fontAlgn="auto" latinLnBrk="0" hangingPunct="1">
              <a:lnSpc>
                <a:spcPct val="150000"/>
              </a:lnSpc>
              <a:spcBef>
                <a:spcPts val="0"/>
              </a:spcBef>
              <a:spcAft>
                <a:spcPts val="0"/>
              </a:spcAft>
              <a:buClrTx/>
              <a:buSzTx/>
              <a:buFontTx/>
              <a:buNone/>
              <a:tabLst/>
              <a:defRPr/>
            </a:pPr>
            <a:r>
              <a:rPr lang="zh-CN" altLang="en-US"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请在此处添加具体内容，文字尽量言简意赅，简单说明即可，不必过于繁琐，注意板面美观度。请在此处添加具体内容。</a:t>
            </a:r>
            <a:endParaRPr kumimoji="0" lang="zh-CN" altLang="en-US" sz="14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50995571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75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bwMode="auto">
          <a:xfrm>
            <a:off x="2836478" y="3416106"/>
            <a:ext cx="2319011" cy="1794521"/>
          </a:xfrm>
          <a:custGeom>
            <a:avLst/>
            <a:gdLst>
              <a:gd name="T0" fmla="*/ 714 w 714"/>
              <a:gd name="T1" fmla="*/ 395 h 552"/>
              <a:gd name="T2" fmla="*/ 526 w 714"/>
              <a:gd name="T3" fmla="*/ 301 h 552"/>
              <a:gd name="T4" fmla="*/ 373 w 714"/>
              <a:gd name="T5" fmla="*/ 51 h 552"/>
              <a:gd name="T6" fmla="*/ 51 w 714"/>
              <a:gd name="T7" fmla="*/ 188 h 552"/>
              <a:gd name="T8" fmla="*/ 187 w 714"/>
              <a:gd name="T9" fmla="*/ 509 h 552"/>
              <a:gd name="T10" fmla="*/ 477 w 714"/>
              <a:gd name="T11" fmla="*/ 429 h 552"/>
              <a:gd name="T12" fmla="*/ 673 w 714"/>
              <a:gd name="T13" fmla="*/ 495 h 552"/>
              <a:gd name="T14" fmla="*/ 714 w 714"/>
              <a:gd name="T15" fmla="*/ 395 h 5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4" h="552">
                <a:moveTo>
                  <a:pt x="714" y="395"/>
                </a:moveTo>
                <a:cubicBezTo>
                  <a:pt x="645" y="440"/>
                  <a:pt x="526" y="383"/>
                  <a:pt x="526" y="301"/>
                </a:cubicBezTo>
                <a:cubicBezTo>
                  <a:pt x="535" y="196"/>
                  <a:pt x="475" y="93"/>
                  <a:pt x="373" y="51"/>
                </a:cubicBezTo>
                <a:cubicBezTo>
                  <a:pt x="246" y="0"/>
                  <a:pt x="102" y="61"/>
                  <a:pt x="51" y="188"/>
                </a:cubicBezTo>
                <a:cubicBezTo>
                  <a:pt x="0" y="314"/>
                  <a:pt x="61" y="458"/>
                  <a:pt x="187" y="509"/>
                </a:cubicBezTo>
                <a:cubicBezTo>
                  <a:pt x="293" y="552"/>
                  <a:pt x="412" y="516"/>
                  <a:pt x="477" y="429"/>
                </a:cubicBezTo>
                <a:cubicBezTo>
                  <a:pt x="535" y="376"/>
                  <a:pt x="654" y="418"/>
                  <a:pt x="673" y="495"/>
                </a:cubicBezTo>
                <a:cubicBezTo>
                  <a:pt x="682" y="459"/>
                  <a:pt x="696" y="426"/>
                  <a:pt x="714" y="395"/>
                </a:cubicBezTo>
                <a:close/>
              </a:path>
            </a:pathLst>
          </a:custGeom>
          <a:solidFill>
            <a:schemeClr val="accent1"/>
          </a:solidFill>
          <a:ln>
            <a:noFill/>
          </a:ln>
        </p:spPr>
        <p:txBody>
          <a:bodyPr vert="horz" wrap="square" lIns="91440" tIns="45720" rIns="91440" bIns="45720" numCol="1" anchor="t" anchorCtr="0" compatLnSpc="1"/>
          <a:lstStyle/>
          <a:p>
            <a:endParaRPr 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Freeform 6"/>
          <p:cNvSpPr/>
          <p:nvPr/>
        </p:nvSpPr>
        <p:spPr bwMode="auto">
          <a:xfrm>
            <a:off x="4175161" y="2044471"/>
            <a:ext cx="1790403" cy="2287431"/>
          </a:xfrm>
          <a:custGeom>
            <a:avLst/>
            <a:gdLst>
              <a:gd name="T0" fmla="*/ 509 w 551"/>
              <a:gd name="T1" fmla="*/ 666 h 704"/>
              <a:gd name="T2" fmla="*/ 443 w 551"/>
              <a:gd name="T3" fmla="*/ 467 h 704"/>
              <a:gd name="T4" fmla="*/ 507 w 551"/>
              <a:gd name="T5" fmla="*/ 182 h 704"/>
              <a:gd name="T6" fmla="*/ 181 w 551"/>
              <a:gd name="T7" fmla="*/ 56 h 704"/>
              <a:gd name="T8" fmla="*/ 55 w 551"/>
              <a:gd name="T9" fmla="*/ 381 h 704"/>
              <a:gd name="T10" fmla="*/ 319 w 551"/>
              <a:gd name="T11" fmla="*/ 525 h 704"/>
              <a:gd name="T12" fmla="*/ 416 w 551"/>
              <a:gd name="T13" fmla="*/ 704 h 704"/>
              <a:gd name="T14" fmla="*/ 509 w 551"/>
              <a:gd name="T15" fmla="*/ 666 h 7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1" h="704">
                <a:moveTo>
                  <a:pt x="509" y="666"/>
                </a:moveTo>
                <a:cubicBezTo>
                  <a:pt x="430" y="646"/>
                  <a:pt x="387" y="526"/>
                  <a:pt x="443" y="467"/>
                </a:cubicBezTo>
                <a:cubicBezTo>
                  <a:pt x="522" y="398"/>
                  <a:pt x="551" y="283"/>
                  <a:pt x="507" y="182"/>
                </a:cubicBezTo>
                <a:cubicBezTo>
                  <a:pt x="452" y="57"/>
                  <a:pt x="306" y="0"/>
                  <a:pt x="181" y="56"/>
                </a:cubicBezTo>
                <a:cubicBezTo>
                  <a:pt x="56" y="111"/>
                  <a:pt x="0" y="256"/>
                  <a:pt x="55" y="381"/>
                </a:cubicBezTo>
                <a:cubicBezTo>
                  <a:pt x="101" y="486"/>
                  <a:pt x="211" y="542"/>
                  <a:pt x="319" y="525"/>
                </a:cubicBezTo>
                <a:cubicBezTo>
                  <a:pt x="395" y="528"/>
                  <a:pt x="450" y="635"/>
                  <a:pt x="416" y="704"/>
                </a:cubicBezTo>
                <a:cubicBezTo>
                  <a:pt x="445" y="687"/>
                  <a:pt x="476" y="674"/>
                  <a:pt x="509" y="666"/>
                </a:cubicBezTo>
                <a:close/>
              </a:path>
            </a:pathLst>
          </a:custGeom>
          <a:solidFill>
            <a:schemeClr val="accent2"/>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Freeform 7"/>
          <p:cNvSpPr/>
          <p:nvPr/>
        </p:nvSpPr>
        <p:spPr bwMode="auto">
          <a:xfrm>
            <a:off x="7014543" y="3406495"/>
            <a:ext cx="2340979" cy="1793148"/>
          </a:xfrm>
          <a:custGeom>
            <a:avLst/>
            <a:gdLst>
              <a:gd name="T0" fmla="*/ 0 w 721"/>
              <a:gd name="T1" fmla="*/ 391 h 552"/>
              <a:gd name="T2" fmla="*/ 195 w 721"/>
              <a:gd name="T3" fmla="*/ 301 h 552"/>
              <a:gd name="T4" fmla="*/ 349 w 721"/>
              <a:gd name="T5" fmla="*/ 51 h 552"/>
              <a:gd name="T6" fmla="*/ 670 w 721"/>
              <a:gd name="T7" fmla="*/ 187 h 552"/>
              <a:gd name="T8" fmla="*/ 534 w 721"/>
              <a:gd name="T9" fmla="*/ 509 h 552"/>
              <a:gd name="T10" fmla="*/ 244 w 721"/>
              <a:gd name="T11" fmla="*/ 428 h 552"/>
              <a:gd name="T12" fmla="*/ 47 w 721"/>
              <a:gd name="T13" fmla="*/ 500 h 552"/>
              <a:gd name="T14" fmla="*/ 0 w 721"/>
              <a:gd name="T15" fmla="*/ 391 h 5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552">
                <a:moveTo>
                  <a:pt x="0" y="391"/>
                </a:moveTo>
                <a:cubicBezTo>
                  <a:pt x="69" y="443"/>
                  <a:pt x="195" y="386"/>
                  <a:pt x="195" y="301"/>
                </a:cubicBezTo>
                <a:cubicBezTo>
                  <a:pt x="187" y="196"/>
                  <a:pt x="246" y="93"/>
                  <a:pt x="349" y="51"/>
                </a:cubicBezTo>
                <a:cubicBezTo>
                  <a:pt x="475" y="0"/>
                  <a:pt x="619" y="61"/>
                  <a:pt x="670" y="187"/>
                </a:cubicBezTo>
                <a:cubicBezTo>
                  <a:pt x="721" y="314"/>
                  <a:pt x="660" y="458"/>
                  <a:pt x="534" y="509"/>
                </a:cubicBezTo>
                <a:cubicBezTo>
                  <a:pt x="428" y="552"/>
                  <a:pt x="310" y="516"/>
                  <a:pt x="244" y="428"/>
                </a:cubicBezTo>
                <a:cubicBezTo>
                  <a:pt x="185" y="375"/>
                  <a:pt x="63" y="419"/>
                  <a:pt x="47" y="500"/>
                </a:cubicBezTo>
                <a:cubicBezTo>
                  <a:pt x="38" y="460"/>
                  <a:pt x="22" y="424"/>
                  <a:pt x="0" y="391"/>
                </a:cubicBezTo>
                <a:close/>
              </a:path>
            </a:pathLst>
          </a:custGeom>
          <a:solidFill>
            <a:srgbClr val="164C8C"/>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8"/>
          <p:cNvSpPr/>
          <p:nvPr/>
        </p:nvSpPr>
        <p:spPr bwMode="auto">
          <a:xfrm>
            <a:off x="6227808" y="2034860"/>
            <a:ext cx="1790403" cy="2308026"/>
          </a:xfrm>
          <a:custGeom>
            <a:avLst/>
            <a:gdLst>
              <a:gd name="T0" fmla="*/ 34 w 551"/>
              <a:gd name="T1" fmla="*/ 667 h 710"/>
              <a:gd name="T2" fmla="*/ 108 w 551"/>
              <a:gd name="T3" fmla="*/ 467 h 710"/>
              <a:gd name="T4" fmla="*/ 45 w 551"/>
              <a:gd name="T5" fmla="*/ 181 h 710"/>
              <a:gd name="T6" fmla="*/ 370 w 551"/>
              <a:gd name="T7" fmla="*/ 55 h 710"/>
              <a:gd name="T8" fmla="*/ 496 w 551"/>
              <a:gd name="T9" fmla="*/ 381 h 710"/>
              <a:gd name="T10" fmla="*/ 232 w 551"/>
              <a:gd name="T11" fmla="*/ 525 h 710"/>
              <a:gd name="T12" fmla="*/ 139 w 551"/>
              <a:gd name="T13" fmla="*/ 710 h 710"/>
              <a:gd name="T14" fmla="*/ 34 w 551"/>
              <a:gd name="T15" fmla="*/ 667 h 7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1" h="710">
                <a:moveTo>
                  <a:pt x="34" y="667"/>
                </a:moveTo>
                <a:cubicBezTo>
                  <a:pt x="118" y="654"/>
                  <a:pt x="167" y="528"/>
                  <a:pt x="108" y="467"/>
                </a:cubicBezTo>
                <a:cubicBezTo>
                  <a:pt x="29" y="398"/>
                  <a:pt x="0" y="283"/>
                  <a:pt x="45" y="181"/>
                </a:cubicBezTo>
                <a:cubicBezTo>
                  <a:pt x="100" y="57"/>
                  <a:pt x="246" y="0"/>
                  <a:pt x="370" y="55"/>
                </a:cubicBezTo>
                <a:cubicBezTo>
                  <a:pt x="495" y="110"/>
                  <a:pt x="551" y="256"/>
                  <a:pt x="496" y="381"/>
                </a:cubicBezTo>
                <a:cubicBezTo>
                  <a:pt x="450" y="485"/>
                  <a:pt x="340" y="542"/>
                  <a:pt x="232" y="525"/>
                </a:cubicBezTo>
                <a:cubicBezTo>
                  <a:pt x="154" y="528"/>
                  <a:pt x="98" y="641"/>
                  <a:pt x="139" y="710"/>
                </a:cubicBezTo>
                <a:cubicBezTo>
                  <a:pt x="107" y="690"/>
                  <a:pt x="71" y="676"/>
                  <a:pt x="34" y="667"/>
                </a:cubicBezTo>
                <a:close/>
              </a:path>
            </a:pathLst>
          </a:custGeom>
          <a:solidFill>
            <a:schemeClr val="accent3"/>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7" name="Group 46"/>
          <p:cNvGrpSpPr/>
          <p:nvPr/>
        </p:nvGrpSpPr>
        <p:grpSpPr>
          <a:xfrm>
            <a:off x="4997593" y="4176752"/>
            <a:ext cx="2195441" cy="2196812"/>
            <a:chOff x="4997593" y="4176752"/>
            <a:chExt cx="2195441" cy="2196812"/>
          </a:xfrm>
        </p:grpSpPr>
        <p:sp>
          <p:nvSpPr>
            <p:cNvPr id="9" name="Oval 9"/>
            <p:cNvSpPr>
              <a:spLocks noChangeArrowheads="1"/>
            </p:cNvSpPr>
            <p:nvPr/>
          </p:nvSpPr>
          <p:spPr bwMode="auto">
            <a:xfrm>
              <a:off x="4997593" y="4176752"/>
              <a:ext cx="2195441" cy="2196812"/>
            </a:xfrm>
            <a:prstGeom prst="ellipse">
              <a:avLst/>
            </a:prstGeom>
            <a:solidFill>
              <a:schemeClr val="bg1">
                <a:lumMod val="9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2" name="Group 41"/>
            <p:cNvGrpSpPr/>
            <p:nvPr/>
          </p:nvGrpSpPr>
          <p:grpSpPr>
            <a:xfrm>
              <a:off x="5133521" y="4312680"/>
              <a:ext cx="1919466" cy="1924957"/>
              <a:chOff x="5133521" y="4312680"/>
              <a:chExt cx="1919466" cy="1924957"/>
            </a:xfrm>
          </p:grpSpPr>
          <p:sp>
            <p:nvSpPr>
              <p:cNvPr id="10" name="Freeform 10"/>
              <p:cNvSpPr/>
              <p:nvPr/>
            </p:nvSpPr>
            <p:spPr bwMode="auto">
              <a:xfrm>
                <a:off x="5133521" y="5336944"/>
                <a:ext cx="418768" cy="558815"/>
              </a:xfrm>
              <a:custGeom>
                <a:avLst/>
                <a:gdLst>
                  <a:gd name="T0" fmla="*/ 69 w 129"/>
                  <a:gd name="T1" fmla="*/ 172 h 172"/>
                  <a:gd name="T2" fmla="*/ 0 w 129"/>
                  <a:gd name="T3" fmla="*/ 7 h 172"/>
                  <a:gd name="T4" fmla="*/ 79 w 129"/>
                  <a:gd name="T5" fmla="*/ 0 h 172"/>
                  <a:gd name="T6" fmla="*/ 129 w 129"/>
                  <a:gd name="T7" fmla="*/ 121 h 172"/>
                  <a:gd name="T8" fmla="*/ 69 w 129"/>
                  <a:gd name="T9" fmla="*/ 172 h 172"/>
                </a:gdLst>
                <a:ahLst/>
                <a:cxnLst>
                  <a:cxn ang="0">
                    <a:pos x="T0" y="T1"/>
                  </a:cxn>
                  <a:cxn ang="0">
                    <a:pos x="T2" y="T3"/>
                  </a:cxn>
                  <a:cxn ang="0">
                    <a:pos x="T4" y="T5"/>
                  </a:cxn>
                  <a:cxn ang="0">
                    <a:pos x="T6" y="T7"/>
                  </a:cxn>
                  <a:cxn ang="0">
                    <a:pos x="T8" y="T9"/>
                  </a:cxn>
                </a:cxnLst>
                <a:rect l="0" t="0" r="r" b="b"/>
                <a:pathLst>
                  <a:path w="129" h="172">
                    <a:moveTo>
                      <a:pt x="69" y="172"/>
                    </a:moveTo>
                    <a:cubicBezTo>
                      <a:pt x="30" y="126"/>
                      <a:pt x="6" y="67"/>
                      <a:pt x="0" y="7"/>
                    </a:cubicBezTo>
                    <a:cubicBezTo>
                      <a:pt x="79" y="0"/>
                      <a:pt x="79" y="0"/>
                      <a:pt x="79" y="0"/>
                    </a:cubicBezTo>
                    <a:cubicBezTo>
                      <a:pt x="83" y="45"/>
                      <a:pt x="100" y="87"/>
                      <a:pt x="129" y="121"/>
                    </a:cubicBezTo>
                    <a:cubicBezTo>
                      <a:pt x="69" y="172"/>
                      <a:pt x="69" y="172"/>
                      <a:pt x="69" y="172"/>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Freeform 11"/>
              <p:cNvSpPr/>
              <p:nvPr/>
            </p:nvSpPr>
            <p:spPr bwMode="auto">
              <a:xfrm>
                <a:off x="5478146" y="5821615"/>
                <a:ext cx="554695" cy="416022"/>
              </a:xfrm>
              <a:custGeom>
                <a:avLst/>
                <a:gdLst>
                  <a:gd name="T0" fmla="*/ 164 w 171"/>
                  <a:gd name="T1" fmla="*/ 128 h 128"/>
                  <a:gd name="T2" fmla="*/ 0 w 171"/>
                  <a:gd name="T3" fmla="*/ 60 h 128"/>
                  <a:gd name="T4" fmla="*/ 51 w 171"/>
                  <a:gd name="T5" fmla="*/ 0 h 128"/>
                  <a:gd name="T6" fmla="*/ 171 w 171"/>
                  <a:gd name="T7" fmla="*/ 49 h 128"/>
                  <a:gd name="T8" fmla="*/ 164 w 171"/>
                  <a:gd name="T9" fmla="*/ 128 h 128"/>
                </a:gdLst>
                <a:ahLst/>
                <a:cxnLst>
                  <a:cxn ang="0">
                    <a:pos x="T0" y="T1"/>
                  </a:cxn>
                  <a:cxn ang="0">
                    <a:pos x="T2" y="T3"/>
                  </a:cxn>
                  <a:cxn ang="0">
                    <a:pos x="T4" y="T5"/>
                  </a:cxn>
                  <a:cxn ang="0">
                    <a:pos x="T6" y="T7"/>
                  </a:cxn>
                  <a:cxn ang="0">
                    <a:pos x="T8" y="T9"/>
                  </a:cxn>
                </a:cxnLst>
                <a:rect l="0" t="0" r="r" b="b"/>
                <a:pathLst>
                  <a:path w="171" h="128">
                    <a:moveTo>
                      <a:pt x="164" y="128"/>
                    </a:moveTo>
                    <a:cubicBezTo>
                      <a:pt x="104" y="123"/>
                      <a:pt x="47" y="99"/>
                      <a:pt x="0" y="60"/>
                    </a:cubicBezTo>
                    <a:cubicBezTo>
                      <a:pt x="51" y="0"/>
                      <a:pt x="51" y="0"/>
                      <a:pt x="51" y="0"/>
                    </a:cubicBezTo>
                    <a:cubicBezTo>
                      <a:pt x="85" y="28"/>
                      <a:pt x="127" y="46"/>
                      <a:pt x="171" y="49"/>
                    </a:cubicBezTo>
                    <a:cubicBezTo>
                      <a:pt x="164" y="128"/>
                      <a:pt x="164" y="128"/>
                      <a:pt x="164" y="128"/>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Freeform 12"/>
              <p:cNvSpPr/>
              <p:nvPr/>
            </p:nvSpPr>
            <p:spPr bwMode="auto">
              <a:xfrm>
                <a:off x="5133521" y="4654558"/>
                <a:ext cx="418768" cy="558815"/>
              </a:xfrm>
              <a:custGeom>
                <a:avLst/>
                <a:gdLst>
                  <a:gd name="T0" fmla="*/ 129 w 129"/>
                  <a:gd name="T1" fmla="*/ 51 h 172"/>
                  <a:gd name="T2" fmla="*/ 79 w 129"/>
                  <a:gd name="T3" fmla="*/ 172 h 172"/>
                  <a:gd name="T4" fmla="*/ 0 w 129"/>
                  <a:gd name="T5" fmla="*/ 165 h 172"/>
                  <a:gd name="T6" fmla="*/ 69 w 129"/>
                  <a:gd name="T7" fmla="*/ 0 h 172"/>
                  <a:gd name="T8" fmla="*/ 129 w 129"/>
                  <a:gd name="T9" fmla="*/ 51 h 172"/>
                </a:gdLst>
                <a:ahLst/>
                <a:cxnLst>
                  <a:cxn ang="0">
                    <a:pos x="T0" y="T1"/>
                  </a:cxn>
                  <a:cxn ang="0">
                    <a:pos x="T2" y="T3"/>
                  </a:cxn>
                  <a:cxn ang="0">
                    <a:pos x="T4" y="T5"/>
                  </a:cxn>
                  <a:cxn ang="0">
                    <a:pos x="T6" y="T7"/>
                  </a:cxn>
                  <a:cxn ang="0">
                    <a:pos x="T8" y="T9"/>
                  </a:cxn>
                </a:cxnLst>
                <a:rect l="0" t="0" r="r" b="b"/>
                <a:pathLst>
                  <a:path w="129" h="172">
                    <a:moveTo>
                      <a:pt x="129" y="51"/>
                    </a:moveTo>
                    <a:cubicBezTo>
                      <a:pt x="100" y="86"/>
                      <a:pt x="83" y="127"/>
                      <a:pt x="79" y="172"/>
                    </a:cubicBezTo>
                    <a:cubicBezTo>
                      <a:pt x="0" y="165"/>
                      <a:pt x="0" y="165"/>
                      <a:pt x="0" y="165"/>
                    </a:cubicBezTo>
                    <a:cubicBezTo>
                      <a:pt x="6" y="105"/>
                      <a:pt x="30" y="47"/>
                      <a:pt x="69" y="0"/>
                    </a:cubicBezTo>
                    <a:cubicBezTo>
                      <a:pt x="129" y="51"/>
                      <a:pt x="129" y="51"/>
                      <a:pt x="129" y="51"/>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Freeform 13"/>
              <p:cNvSpPr/>
              <p:nvPr/>
            </p:nvSpPr>
            <p:spPr bwMode="auto">
              <a:xfrm>
                <a:off x="5478146" y="4312680"/>
                <a:ext cx="554695" cy="416022"/>
              </a:xfrm>
              <a:custGeom>
                <a:avLst/>
                <a:gdLst>
                  <a:gd name="T0" fmla="*/ 171 w 171"/>
                  <a:gd name="T1" fmla="*/ 79 h 128"/>
                  <a:gd name="T2" fmla="*/ 51 w 171"/>
                  <a:gd name="T3" fmla="*/ 128 h 128"/>
                  <a:gd name="T4" fmla="*/ 0 w 171"/>
                  <a:gd name="T5" fmla="*/ 68 h 128"/>
                  <a:gd name="T6" fmla="*/ 164 w 171"/>
                  <a:gd name="T7" fmla="*/ 0 h 128"/>
                  <a:gd name="T8" fmla="*/ 171 w 171"/>
                  <a:gd name="T9" fmla="*/ 79 h 128"/>
                </a:gdLst>
                <a:ahLst/>
                <a:cxnLst>
                  <a:cxn ang="0">
                    <a:pos x="T0" y="T1"/>
                  </a:cxn>
                  <a:cxn ang="0">
                    <a:pos x="T2" y="T3"/>
                  </a:cxn>
                  <a:cxn ang="0">
                    <a:pos x="T4" y="T5"/>
                  </a:cxn>
                  <a:cxn ang="0">
                    <a:pos x="T6" y="T7"/>
                  </a:cxn>
                  <a:cxn ang="0">
                    <a:pos x="T8" y="T9"/>
                  </a:cxn>
                </a:cxnLst>
                <a:rect l="0" t="0" r="r" b="b"/>
                <a:pathLst>
                  <a:path w="171" h="128">
                    <a:moveTo>
                      <a:pt x="171" y="79"/>
                    </a:moveTo>
                    <a:cubicBezTo>
                      <a:pt x="127" y="83"/>
                      <a:pt x="85" y="100"/>
                      <a:pt x="51" y="128"/>
                    </a:cubicBezTo>
                    <a:cubicBezTo>
                      <a:pt x="0" y="68"/>
                      <a:pt x="0" y="68"/>
                      <a:pt x="0" y="68"/>
                    </a:cubicBezTo>
                    <a:cubicBezTo>
                      <a:pt x="47" y="29"/>
                      <a:pt x="104" y="6"/>
                      <a:pt x="164" y="0"/>
                    </a:cubicBezTo>
                    <a:cubicBezTo>
                      <a:pt x="171" y="79"/>
                      <a:pt x="171" y="79"/>
                      <a:pt x="171" y="79"/>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Freeform 14"/>
              <p:cNvSpPr/>
              <p:nvPr/>
            </p:nvSpPr>
            <p:spPr bwMode="auto">
              <a:xfrm>
                <a:off x="6636965" y="5336944"/>
                <a:ext cx="416022" cy="558815"/>
              </a:xfrm>
              <a:custGeom>
                <a:avLst/>
                <a:gdLst>
                  <a:gd name="T0" fmla="*/ 0 w 128"/>
                  <a:gd name="T1" fmla="*/ 121 h 172"/>
                  <a:gd name="T2" fmla="*/ 50 w 128"/>
                  <a:gd name="T3" fmla="*/ 0 h 172"/>
                  <a:gd name="T4" fmla="*/ 128 w 128"/>
                  <a:gd name="T5" fmla="*/ 7 h 172"/>
                  <a:gd name="T6" fmla="*/ 60 w 128"/>
                  <a:gd name="T7" fmla="*/ 172 h 172"/>
                  <a:gd name="T8" fmla="*/ 0 w 128"/>
                  <a:gd name="T9" fmla="*/ 121 h 172"/>
                </a:gdLst>
                <a:ahLst/>
                <a:cxnLst>
                  <a:cxn ang="0">
                    <a:pos x="T0" y="T1"/>
                  </a:cxn>
                  <a:cxn ang="0">
                    <a:pos x="T2" y="T3"/>
                  </a:cxn>
                  <a:cxn ang="0">
                    <a:pos x="T4" y="T5"/>
                  </a:cxn>
                  <a:cxn ang="0">
                    <a:pos x="T6" y="T7"/>
                  </a:cxn>
                  <a:cxn ang="0">
                    <a:pos x="T8" y="T9"/>
                  </a:cxn>
                </a:cxnLst>
                <a:rect l="0" t="0" r="r" b="b"/>
                <a:pathLst>
                  <a:path w="128" h="172">
                    <a:moveTo>
                      <a:pt x="0" y="121"/>
                    </a:moveTo>
                    <a:cubicBezTo>
                      <a:pt x="28" y="87"/>
                      <a:pt x="46" y="45"/>
                      <a:pt x="50" y="0"/>
                    </a:cubicBezTo>
                    <a:cubicBezTo>
                      <a:pt x="128" y="7"/>
                      <a:pt x="128" y="7"/>
                      <a:pt x="128" y="7"/>
                    </a:cubicBezTo>
                    <a:cubicBezTo>
                      <a:pt x="123" y="67"/>
                      <a:pt x="99" y="126"/>
                      <a:pt x="60" y="172"/>
                    </a:cubicBezTo>
                    <a:cubicBezTo>
                      <a:pt x="0" y="121"/>
                      <a:pt x="0" y="121"/>
                      <a:pt x="0" y="121"/>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Freeform 15"/>
              <p:cNvSpPr/>
              <p:nvPr/>
            </p:nvSpPr>
            <p:spPr bwMode="auto">
              <a:xfrm>
                <a:off x="6156412" y="5821615"/>
                <a:ext cx="551949" cy="416022"/>
              </a:xfrm>
              <a:custGeom>
                <a:avLst/>
                <a:gdLst>
                  <a:gd name="T0" fmla="*/ 0 w 170"/>
                  <a:gd name="T1" fmla="*/ 49 h 128"/>
                  <a:gd name="T2" fmla="*/ 120 w 170"/>
                  <a:gd name="T3" fmla="*/ 0 h 128"/>
                  <a:gd name="T4" fmla="*/ 170 w 170"/>
                  <a:gd name="T5" fmla="*/ 60 h 128"/>
                  <a:gd name="T6" fmla="*/ 7 w 170"/>
                  <a:gd name="T7" fmla="*/ 128 h 128"/>
                  <a:gd name="T8" fmla="*/ 0 w 170"/>
                  <a:gd name="T9" fmla="*/ 49 h 128"/>
                </a:gdLst>
                <a:ahLst/>
                <a:cxnLst>
                  <a:cxn ang="0">
                    <a:pos x="T0" y="T1"/>
                  </a:cxn>
                  <a:cxn ang="0">
                    <a:pos x="T2" y="T3"/>
                  </a:cxn>
                  <a:cxn ang="0">
                    <a:pos x="T4" y="T5"/>
                  </a:cxn>
                  <a:cxn ang="0">
                    <a:pos x="T6" y="T7"/>
                  </a:cxn>
                  <a:cxn ang="0">
                    <a:pos x="T8" y="T9"/>
                  </a:cxn>
                </a:cxnLst>
                <a:rect l="0" t="0" r="r" b="b"/>
                <a:pathLst>
                  <a:path w="170" h="128">
                    <a:moveTo>
                      <a:pt x="0" y="49"/>
                    </a:moveTo>
                    <a:cubicBezTo>
                      <a:pt x="44" y="46"/>
                      <a:pt x="86" y="28"/>
                      <a:pt x="120" y="0"/>
                    </a:cubicBezTo>
                    <a:cubicBezTo>
                      <a:pt x="170" y="60"/>
                      <a:pt x="170" y="60"/>
                      <a:pt x="170" y="60"/>
                    </a:cubicBezTo>
                    <a:cubicBezTo>
                      <a:pt x="124" y="99"/>
                      <a:pt x="67" y="123"/>
                      <a:pt x="7" y="128"/>
                    </a:cubicBezTo>
                    <a:cubicBezTo>
                      <a:pt x="0" y="49"/>
                      <a:pt x="0" y="49"/>
                      <a:pt x="0" y="49"/>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Freeform 16"/>
              <p:cNvSpPr/>
              <p:nvPr/>
            </p:nvSpPr>
            <p:spPr bwMode="auto">
              <a:xfrm>
                <a:off x="6636965" y="4654558"/>
                <a:ext cx="416022" cy="558815"/>
              </a:xfrm>
              <a:custGeom>
                <a:avLst/>
                <a:gdLst>
                  <a:gd name="T0" fmla="*/ 60 w 128"/>
                  <a:gd name="T1" fmla="*/ 0 h 172"/>
                  <a:gd name="T2" fmla="*/ 128 w 128"/>
                  <a:gd name="T3" fmla="*/ 165 h 172"/>
                  <a:gd name="T4" fmla="*/ 50 w 128"/>
                  <a:gd name="T5" fmla="*/ 172 h 172"/>
                  <a:gd name="T6" fmla="*/ 0 w 128"/>
                  <a:gd name="T7" fmla="*/ 51 h 172"/>
                  <a:gd name="T8" fmla="*/ 60 w 128"/>
                  <a:gd name="T9" fmla="*/ 0 h 172"/>
                </a:gdLst>
                <a:ahLst/>
                <a:cxnLst>
                  <a:cxn ang="0">
                    <a:pos x="T0" y="T1"/>
                  </a:cxn>
                  <a:cxn ang="0">
                    <a:pos x="T2" y="T3"/>
                  </a:cxn>
                  <a:cxn ang="0">
                    <a:pos x="T4" y="T5"/>
                  </a:cxn>
                  <a:cxn ang="0">
                    <a:pos x="T6" y="T7"/>
                  </a:cxn>
                  <a:cxn ang="0">
                    <a:pos x="T8" y="T9"/>
                  </a:cxn>
                </a:cxnLst>
                <a:rect l="0" t="0" r="r" b="b"/>
                <a:pathLst>
                  <a:path w="128" h="172">
                    <a:moveTo>
                      <a:pt x="60" y="0"/>
                    </a:moveTo>
                    <a:cubicBezTo>
                      <a:pt x="99" y="47"/>
                      <a:pt x="123" y="105"/>
                      <a:pt x="128" y="165"/>
                    </a:cubicBezTo>
                    <a:cubicBezTo>
                      <a:pt x="50" y="172"/>
                      <a:pt x="50" y="172"/>
                      <a:pt x="50" y="172"/>
                    </a:cubicBezTo>
                    <a:cubicBezTo>
                      <a:pt x="46" y="127"/>
                      <a:pt x="28" y="86"/>
                      <a:pt x="0" y="51"/>
                    </a:cubicBezTo>
                    <a:cubicBezTo>
                      <a:pt x="60" y="0"/>
                      <a:pt x="60" y="0"/>
                      <a:pt x="60" y="0"/>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Freeform 17"/>
              <p:cNvSpPr/>
              <p:nvPr/>
            </p:nvSpPr>
            <p:spPr bwMode="auto">
              <a:xfrm>
                <a:off x="6156412" y="4312680"/>
                <a:ext cx="551949" cy="416022"/>
              </a:xfrm>
              <a:custGeom>
                <a:avLst/>
                <a:gdLst>
                  <a:gd name="T0" fmla="*/ 7 w 170"/>
                  <a:gd name="T1" fmla="*/ 0 h 128"/>
                  <a:gd name="T2" fmla="*/ 170 w 170"/>
                  <a:gd name="T3" fmla="*/ 68 h 128"/>
                  <a:gd name="T4" fmla="*/ 120 w 170"/>
                  <a:gd name="T5" fmla="*/ 128 h 128"/>
                  <a:gd name="T6" fmla="*/ 0 w 170"/>
                  <a:gd name="T7" fmla="*/ 79 h 128"/>
                  <a:gd name="T8" fmla="*/ 7 w 170"/>
                  <a:gd name="T9" fmla="*/ 0 h 128"/>
                </a:gdLst>
                <a:ahLst/>
                <a:cxnLst>
                  <a:cxn ang="0">
                    <a:pos x="T0" y="T1"/>
                  </a:cxn>
                  <a:cxn ang="0">
                    <a:pos x="T2" y="T3"/>
                  </a:cxn>
                  <a:cxn ang="0">
                    <a:pos x="T4" y="T5"/>
                  </a:cxn>
                  <a:cxn ang="0">
                    <a:pos x="T6" y="T7"/>
                  </a:cxn>
                  <a:cxn ang="0">
                    <a:pos x="T8" y="T9"/>
                  </a:cxn>
                </a:cxnLst>
                <a:rect l="0" t="0" r="r" b="b"/>
                <a:pathLst>
                  <a:path w="170" h="128">
                    <a:moveTo>
                      <a:pt x="7" y="0"/>
                    </a:moveTo>
                    <a:cubicBezTo>
                      <a:pt x="67" y="6"/>
                      <a:pt x="124" y="29"/>
                      <a:pt x="170" y="68"/>
                    </a:cubicBezTo>
                    <a:cubicBezTo>
                      <a:pt x="120" y="128"/>
                      <a:pt x="120" y="128"/>
                      <a:pt x="120" y="128"/>
                    </a:cubicBezTo>
                    <a:cubicBezTo>
                      <a:pt x="86" y="100"/>
                      <a:pt x="44" y="83"/>
                      <a:pt x="0" y="79"/>
                    </a:cubicBezTo>
                    <a:cubicBezTo>
                      <a:pt x="7" y="0"/>
                      <a:pt x="7" y="0"/>
                      <a:pt x="7" y="0"/>
                    </a:cubicBezTo>
                    <a:close/>
                  </a:path>
                </a:pathLst>
              </a:custGeom>
              <a:solidFill>
                <a:schemeClr val="bg1">
                  <a:lumMod val="8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sp>
        <p:nvSpPr>
          <p:cNvPr id="18" name="Inhaltsplatzhalter 4"/>
          <p:cNvSpPr txBox="1"/>
          <p:nvPr/>
        </p:nvSpPr>
        <p:spPr>
          <a:xfrm>
            <a:off x="838418" y="2262123"/>
            <a:ext cx="3239259" cy="877163"/>
          </a:xfrm>
          <a:prstGeom prst="rect">
            <a:avLst/>
          </a:prstGeom>
        </p:spPr>
        <p:txBody>
          <a:bodyPr wrap="square" lIns="0" tIns="0" rIns="0" bIns="0">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zh-CN" altLang="en-US" sz="1400" b="1" dirty="0" smtClean="0">
                <a:solidFill>
                  <a:schemeClr val="accent2"/>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en-US" altLang="zh-CN" sz="1400" b="1" dirty="0" smtClean="0">
              <a:solidFill>
                <a:schemeClr val="accent2"/>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L="0" indent="0" algn="r">
              <a:lnSpc>
                <a:spcPct val="100000"/>
              </a:lnSpc>
              <a:spcAft>
                <a:spcPts val="1200"/>
              </a:spcAft>
              <a:buNone/>
            </a:pPr>
            <a:r>
              <a:rPr lang="zh-CN" altLang="en-US" sz="1100" dirty="0" smtClean="0">
                <a:solidFill>
                  <a:schemeClr val="bg1">
                    <a:lumMod val="6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点击这里，输入合适的内容。点击这里，输入合适的内容。点击这里，输入合适的内容。点击这里，输入合适的内容。</a:t>
            </a:r>
            <a:endParaRPr lang="en-US" sz="1100" dirty="0">
              <a:solidFill>
                <a:schemeClr val="bg1">
                  <a:lumMod val="6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Inhaltsplatzhalter 4"/>
          <p:cNvSpPr txBox="1"/>
          <p:nvPr/>
        </p:nvSpPr>
        <p:spPr>
          <a:xfrm>
            <a:off x="1351836" y="5437955"/>
            <a:ext cx="3239259" cy="938719"/>
          </a:xfrm>
          <a:prstGeom prst="rect">
            <a:avLst/>
          </a:prstGeom>
        </p:spPr>
        <p:txBody>
          <a:bodyPr wrap="square" lIns="0" tIns="0" rIns="0" bIns="0">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zh-CN" altLang="en-US" sz="1400" b="1" dirty="0" smtClean="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r>
              <a:rPr lang="en-US" sz="1400" b="1" dirty="0">
                <a:solidFill>
                  <a:schemeClr val="accent4"/>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r>
            <a:br>
              <a:rPr lang="en-US" sz="1400" b="1" dirty="0">
                <a:solidFill>
                  <a:schemeClr val="accent4"/>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br>
            <a:r>
              <a:rPr lang="en-US" sz="1400" b="1" dirty="0">
                <a:solidFill>
                  <a:schemeClr val="accent4"/>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r>
            <a:br>
              <a:rPr lang="en-US" sz="1400" b="1" dirty="0">
                <a:solidFill>
                  <a:schemeClr val="accent4"/>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br>
            <a:r>
              <a:rPr lang="zh-CN" altLang="en-US" sz="1100" dirty="0" smtClean="0">
                <a:solidFill>
                  <a:schemeClr val="bg1">
                    <a:lumMod val="6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点击这里，输入合适的内容。点击这里，输入合适的内容。点击这里，输入合适的内容。点击这里，输入合适的内容。</a:t>
            </a:r>
            <a:endParaRPr lang="en-US" sz="1100" dirty="0">
              <a:solidFill>
                <a:schemeClr val="bg1">
                  <a:lumMod val="6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Inhaltsplatzhalter 4"/>
          <p:cNvSpPr txBox="1"/>
          <p:nvPr/>
        </p:nvSpPr>
        <p:spPr>
          <a:xfrm>
            <a:off x="8137663" y="2270424"/>
            <a:ext cx="3239259" cy="938719"/>
          </a:xfrm>
          <a:prstGeom prst="rect">
            <a:avLst/>
          </a:prstGeom>
        </p:spPr>
        <p:txBody>
          <a:bodyPr wrap="square" lIns="0" tIns="0" rIns="0" bIns="0">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zh-CN" altLang="en-US" sz="1400" b="1" dirty="0" smtClean="0">
                <a:solidFill>
                  <a:schemeClr val="accent3"/>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r>
              <a:rPr lang="en-US" sz="1400" b="1" dirty="0">
                <a:solidFill>
                  <a:schemeClr val="accent2"/>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r>
            <a:br>
              <a:rPr lang="en-US" sz="1400" b="1" dirty="0">
                <a:solidFill>
                  <a:schemeClr val="accent2"/>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br>
            <a:r>
              <a:rPr lang="en-US" sz="1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r>
            <a:br>
              <a:rPr lang="en-US" sz="1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br>
            <a:r>
              <a:rPr lang="zh-CN" altLang="en-US" sz="1100" dirty="0" smtClean="0">
                <a:solidFill>
                  <a:schemeClr val="bg1">
                    <a:lumMod val="6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点击这里，输入合适的内容。点击这里，输入合适的内容。点击这里，输入合适的内容。点击这里，输入合适的内容。</a:t>
            </a:r>
            <a:endParaRPr lang="en-US" sz="1100" dirty="0">
              <a:solidFill>
                <a:schemeClr val="bg1">
                  <a:lumMod val="6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Inhaltsplatzhalter 4"/>
          <p:cNvSpPr txBox="1"/>
          <p:nvPr/>
        </p:nvSpPr>
        <p:spPr>
          <a:xfrm>
            <a:off x="7599532" y="5437955"/>
            <a:ext cx="3239259" cy="938719"/>
          </a:xfrm>
          <a:prstGeom prst="rect">
            <a:avLst/>
          </a:prstGeom>
        </p:spPr>
        <p:txBody>
          <a:bodyPr wrap="square" lIns="0" tIns="0" rIns="0" bIns="0">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zh-CN" altLang="en-US" sz="1400" b="1" dirty="0" smtClean="0">
                <a:solidFill>
                  <a:srgbClr val="164C8C"/>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r>
              <a:rPr lang="en-US" sz="1400" b="1" dirty="0">
                <a:solidFill>
                  <a:schemeClr val="accent3"/>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r>
            <a:br>
              <a:rPr lang="en-US" sz="1400" b="1" dirty="0">
                <a:solidFill>
                  <a:schemeClr val="accent3"/>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br>
            <a:r>
              <a:rPr lang="en-US" sz="1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r>
            <a:br>
              <a:rPr lang="en-US" sz="1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br>
            <a:r>
              <a:rPr lang="zh-CN" altLang="en-US" sz="1100" dirty="0" smtClean="0">
                <a:solidFill>
                  <a:schemeClr val="bg1">
                    <a:lumMod val="6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点击这里，输入合适的内容。点击这里，输入合适的内容。点击这里，输入合适的内容。点击这里，输入合适的内容。</a:t>
            </a:r>
            <a:endParaRPr lang="en-US" sz="1100" dirty="0">
              <a:solidFill>
                <a:schemeClr val="bg1">
                  <a:lumMod val="6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22" name="Group 21"/>
          <p:cNvGrpSpPr/>
          <p:nvPr/>
        </p:nvGrpSpPr>
        <p:grpSpPr>
          <a:xfrm>
            <a:off x="4743928" y="2531816"/>
            <a:ext cx="672742" cy="753035"/>
            <a:chOff x="3471863" y="1916113"/>
            <a:chExt cx="492125" cy="550863"/>
          </a:xfrm>
          <a:solidFill>
            <a:schemeClr val="bg1"/>
          </a:solidFill>
        </p:grpSpPr>
        <p:sp>
          <p:nvSpPr>
            <p:cNvPr id="23" name="Freeform 70"/>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Freeform 71"/>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Freeform 72"/>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6" name="Group 25"/>
          <p:cNvGrpSpPr/>
          <p:nvPr/>
        </p:nvGrpSpPr>
        <p:grpSpPr>
          <a:xfrm>
            <a:off x="3399246" y="3914857"/>
            <a:ext cx="726996" cy="757373"/>
            <a:chOff x="708025" y="1916113"/>
            <a:chExt cx="531813" cy="554037"/>
          </a:xfrm>
          <a:solidFill>
            <a:schemeClr val="bg1"/>
          </a:solidFill>
        </p:grpSpPr>
        <p:sp>
          <p:nvSpPr>
            <p:cNvPr id="27" name="Freeform 93"/>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Freeform 94"/>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9" name="Freeform 95"/>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0" name="Freeform 96"/>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31" name="Group 30"/>
          <p:cNvGrpSpPr/>
          <p:nvPr/>
        </p:nvGrpSpPr>
        <p:grpSpPr>
          <a:xfrm>
            <a:off x="8169669" y="3897254"/>
            <a:ext cx="657551" cy="753033"/>
            <a:chOff x="9990138" y="2690813"/>
            <a:chExt cx="481013" cy="550863"/>
          </a:xfrm>
          <a:solidFill>
            <a:schemeClr val="bg1"/>
          </a:solidFill>
        </p:grpSpPr>
        <p:sp>
          <p:nvSpPr>
            <p:cNvPr id="32" name="Freeform 107"/>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3" name="Freeform 108"/>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Freeform 109"/>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Freeform 110"/>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Freeform 111"/>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37" name="Group 36"/>
          <p:cNvGrpSpPr/>
          <p:nvPr/>
        </p:nvGrpSpPr>
        <p:grpSpPr>
          <a:xfrm>
            <a:off x="6765210" y="2568036"/>
            <a:ext cx="755206" cy="746525"/>
            <a:chOff x="4356100" y="3465513"/>
            <a:chExt cx="552450" cy="546100"/>
          </a:xfrm>
          <a:solidFill>
            <a:schemeClr val="bg1"/>
          </a:solidFill>
        </p:grpSpPr>
        <p:sp>
          <p:nvSpPr>
            <p:cNvPr id="38" name="Freeform 242"/>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Freeform 243"/>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0" name="Freeform 244"/>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1" name="Freeform 245"/>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3" name="Freeform 12"/>
          <p:cNvSpPr/>
          <p:nvPr/>
        </p:nvSpPr>
        <p:spPr bwMode="auto">
          <a:xfrm>
            <a:off x="5133521" y="4649286"/>
            <a:ext cx="418768" cy="558815"/>
          </a:xfrm>
          <a:custGeom>
            <a:avLst/>
            <a:gdLst>
              <a:gd name="T0" fmla="*/ 129 w 129"/>
              <a:gd name="T1" fmla="*/ 51 h 172"/>
              <a:gd name="T2" fmla="*/ 79 w 129"/>
              <a:gd name="T3" fmla="*/ 172 h 172"/>
              <a:gd name="T4" fmla="*/ 0 w 129"/>
              <a:gd name="T5" fmla="*/ 165 h 172"/>
              <a:gd name="T6" fmla="*/ 69 w 129"/>
              <a:gd name="T7" fmla="*/ 0 h 172"/>
              <a:gd name="T8" fmla="*/ 129 w 129"/>
              <a:gd name="T9" fmla="*/ 51 h 172"/>
            </a:gdLst>
            <a:ahLst/>
            <a:cxnLst>
              <a:cxn ang="0">
                <a:pos x="T0" y="T1"/>
              </a:cxn>
              <a:cxn ang="0">
                <a:pos x="T2" y="T3"/>
              </a:cxn>
              <a:cxn ang="0">
                <a:pos x="T4" y="T5"/>
              </a:cxn>
              <a:cxn ang="0">
                <a:pos x="T6" y="T7"/>
              </a:cxn>
              <a:cxn ang="0">
                <a:pos x="T8" y="T9"/>
              </a:cxn>
            </a:cxnLst>
            <a:rect l="0" t="0" r="r" b="b"/>
            <a:pathLst>
              <a:path w="129" h="172">
                <a:moveTo>
                  <a:pt x="129" y="51"/>
                </a:moveTo>
                <a:cubicBezTo>
                  <a:pt x="100" y="86"/>
                  <a:pt x="83" y="127"/>
                  <a:pt x="79" y="172"/>
                </a:cubicBezTo>
                <a:cubicBezTo>
                  <a:pt x="0" y="165"/>
                  <a:pt x="0" y="165"/>
                  <a:pt x="0" y="165"/>
                </a:cubicBezTo>
                <a:cubicBezTo>
                  <a:pt x="6" y="105"/>
                  <a:pt x="30" y="47"/>
                  <a:pt x="69" y="0"/>
                </a:cubicBezTo>
                <a:cubicBezTo>
                  <a:pt x="129" y="51"/>
                  <a:pt x="129" y="51"/>
                  <a:pt x="129" y="51"/>
                </a:cubicBezTo>
                <a:close/>
              </a:path>
            </a:pathLst>
          </a:custGeom>
          <a:solidFill>
            <a:schemeClr val="accent1"/>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4" name="Freeform 13"/>
          <p:cNvSpPr/>
          <p:nvPr/>
        </p:nvSpPr>
        <p:spPr bwMode="auto">
          <a:xfrm>
            <a:off x="5478146" y="4307408"/>
            <a:ext cx="554695" cy="416022"/>
          </a:xfrm>
          <a:custGeom>
            <a:avLst/>
            <a:gdLst>
              <a:gd name="T0" fmla="*/ 171 w 171"/>
              <a:gd name="T1" fmla="*/ 79 h 128"/>
              <a:gd name="T2" fmla="*/ 51 w 171"/>
              <a:gd name="T3" fmla="*/ 128 h 128"/>
              <a:gd name="T4" fmla="*/ 0 w 171"/>
              <a:gd name="T5" fmla="*/ 68 h 128"/>
              <a:gd name="T6" fmla="*/ 164 w 171"/>
              <a:gd name="T7" fmla="*/ 0 h 128"/>
              <a:gd name="T8" fmla="*/ 171 w 171"/>
              <a:gd name="T9" fmla="*/ 79 h 128"/>
            </a:gdLst>
            <a:ahLst/>
            <a:cxnLst>
              <a:cxn ang="0">
                <a:pos x="T0" y="T1"/>
              </a:cxn>
              <a:cxn ang="0">
                <a:pos x="T2" y="T3"/>
              </a:cxn>
              <a:cxn ang="0">
                <a:pos x="T4" y="T5"/>
              </a:cxn>
              <a:cxn ang="0">
                <a:pos x="T6" y="T7"/>
              </a:cxn>
              <a:cxn ang="0">
                <a:pos x="T8" y="T9"/>
              </a:cxn>
            </a:cxnLst>
            <a:rect l="0" t="0" r="r" b="b"/>
            <a:pathLst>
              <a:path w="171" h="128">
                <a:moveTo>
                  <a:pt x="171" y="79"/>
                </a:moveTo>
                <a:cubicBezTo>
                  <a:pt x="127" y="83"/>
                  <a:pt x="85" y="100"/>
                  <a:pt x="51" y="128"/>
                </a:cubicBezTo>
                <a:cubicBezTo>
                  <a:pt x="0" y="68"/>
                  <a:pt x="0" y="68"/>
                  <a:pt x="0" y="68"/>
                </a:cubicBezTo>
                <a:cubicBezTo>
                  <a:pt x="47" y="29"/>
                  <a:pt x="104" y="6"/>
                  <a:pt x="164" y="0"/>
                </a:cubicBezTo>
                <a:cubicBezTo>
                  <a:pt x="171" y="79"/>
                  <a:pt x="171" y="79"/>
                  <a:pt x="171" y="79"/>
                </a:cubicBezTo>
                <a:close/>
              </a:path>
            </a:pathLst>
          </a:custGeom>
          <a:solidFill>
            <a:schemeClr val="accent2"/>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5" name="Freeform 16"/>
          <p:cNvSpPr/>
          <p:nvPr/>
        </p:nvSpPr>
        <p:spPr bwMode="auto">
          <a:xfrm>
            <a:off x="6636965" y="4649286"/>
            <a:ext cx="416022" cy="558815"/>
          </a:xfrm>
          <a:custGeom>
            <a:avLst/>
            <a:gdLst>
              <a:gd name="T0" fmla="*/ 60 w 128"/>
              <a:gd name="T1" fmla="*/ 0 h 172"/>
              <a:gd name="T2" fmla="*/ 128 w 128"/>
              <a:gd name="T3" fmla="*/ 165 h 172"/>
              <a:gd name="T4" fmla="*/ 50 w 128"/>
              <a:gd name="T5" fmla="*/ 172 h 172"/>
              <a:gd name="T6" fmla="*/ 0 w 128"/>
              <a:gd name="T7" fmla="*/ 51 h 172"/>
              <a:gd name="T8" fmla="*/ 60 w 128"/>
              <a:gd name="T9" fmla="*/ 0 h 172"/>
            </a:gdLst>
            <a:ahLst/>
            <a:cxnLst>
              <a:cxn ang="0">
                <a:pos x="T0" y="T1"/>
              </a:cxn>
              <a:cxn ang="0">
                <a:pos x="T2" y="T3"/>
              </a:cxn>
              <a:cxn ang="0">
                <a:pos x="T4" y="T5"/>
              </a:cxn>
              <a:cxn ang="0">
                <a:pos x="T6" y="T7"/>
              </a:cxn>
              <a:cxn ang="0">
                <a:pos x="T8" y="T9"/>
              </a:cxn>
            </a:cxnLst>
            <a:rect l="0" t="0" r="r" b="b"/>
            <a:pathLst>
              <a:path w="128" h="172">
                <a:moveTo>
                  <a:pt x="60" y="0"/>
                </a:moveTo>
                <a:cubicBezTo>
                  <a:pt x="99" y="47"/>
                  <a:pt x="123" y="105"/>
                  <a:pt x="128" y="165"/>
                </a:cubicBezTo>
                <a:cubicBezTo>
                  <a:pt x="50" y="172"/>
                  <a:pt x="50" y="172"/>
                  <a:pt x="50" y="172"/>
                </a:cubicBezTo>
                <a:cubicBezTo>
                  <a:pt x="46" y="127"/>
                  <a:pt x="28" y="86"/>
                  <a:pt x="0" y="51"/>
                </a:cubicBezTo>
                <a:cubicBezTo>
                  <a:pt x="60" y="0"/>
                  <a:pt x="60" y="0"/>
                  <a:pt x="60" y="0"/>
                </a:cubicBezTo>
                <a:close/>
              </a:path>
            </a:pathLst>
          </a:custGeom>
          <a:solidFill>
            <a:srgbClr val="164C8C"/>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Freeform 17"/>
          <p:cNvSpPr/>
          <p:nvPr/>
        </p:nvSpPr>
        <p:spPr bwMode="auto">
          <a:xfrm>
            <a:off x="6156412" y="4307408"/>
            <a:ext cx="551949" cy="416022"/>
          </a:xfrm>
          <a:custGeom>
            <a:avLst/>
            <a:gdLst>
              <a:gd name="T0" fmla="*/ 7 w 170"/>
              <a:gd name="T1" fmla="*/ 0 h 128"/>
              <a:gd name="T2" fmla="*/ 170 w 170"/>
              <a:gd name="T3" fmla="*/ 68 h 128"/>
              <a:gd name="T4" fmla="*/ 120 w 170"/>
              <a:gd name="T5" fmla="*/ 128 h 128"/>
              <a:gd name="T6" fmla="*/ 0 w 170"/>
              <a:gd name="T7" fmla="*/ 79 h 128"/>
              <a:gd name="T8" fmla="*/ 7 w 170"/>
              <a:gd name="T9" fmla="*/ 0 h 128"/>
            </a:gdLst>
            <a:ahLst/>
            <a:cxnLst>
              <a:cxn ang="0">
                <a:pos x="T0" y="T1"/>
              </a:cxn>
              <a:cxn ang="0">
                <a:pos x="T2" y="T3"/>
              </a:cxn>
              <a:cxn ang="0">
                <a:pos x="T4" y="T5"/>
              </a:cxn>
              <a:cxn ang="0">
                <a:pos x="T6" y="T7"/>
              </a:cxn>
              <a:cxn ang="0">
                <a:pos x="T8" y="T9"/>
              </a:cxn>
            </a:cxnLst>
            <a:rect l="0" t="0" r="r" b="b"/>
            <a:pathLst>
              <a:path w="170" h="128">
                <a:moveTo>
                  <a:pt x="7" y="0"/>
                </a:moveTo>
                <a:cubicBezTo>
                  <a:pt x="67" y="6"/>
                  <a:pt x="124" y="29"/>
                  <a:pt x="170" y="68"/>
                </a:cubicBezTo>
                <a:cubicBezTo>
                  <a:pt x="120" y="128"/>
                  <a:pt x="120" y="128"/>
                  <a:pt x="120" y="128"/>
                </a:cubicBezTo>
                <a:cubicBezTo>
                  <a:pt x="86" y="100"/>
                  <a:pt x="44" y="83"/>
                  <a:pt x="0" y="79"/>
                </a:cubicBezTo>
                <a:cubicBezTo>
                  <a:pt x="7" y="0"/>
                  <a:pt x="7" y="0"/>
                  <a:pt x="7" y="0"/>
                </a:cubicBezTo>
                <a:close/>
              </a:path>
            </a:pathLst>
          </a:custGeom>
          <a:solidFill>
            <a:schemeClr val="accent3"/>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8" name="Group 47"/>
          <p:cNvGrpSpPr/>
          <p:nvPr/>
        </p:nvGrpSpPr>
        <p:grpSpPr>
          <a:xfrm>
            <a:off x="5676064" y="4884484"/>
            <a:ext cx="781348" cy="781348"/>
            <a:chOff x="9059863" y="1887538"/>
            <a:chExt cx="612775" cy="612775"/>
          </a:xfrm>
          <a:solidFill>
            <a:schemeClr val="bg1">
              <a:lumMod val="50000"/>
            </a:schemeClr>
          </a:solidFill>
        </p:grpSpPr>
        <p:sp>
          <p:nvSpPr>
            <p:cNvPr id="49" name="Freeform 189"/>
            <p:cNvSpPr>
              <a:spLocks noEditPoints="1"/>
            </p:cNvSpPr>
            <p:nvPr/>
          </p:nvSpPr>
          <p:spPr bwMode="auto">
            <a:xfrm>
              <a:off x="9059863" y="1887538"/>
              <a:ext cx="612775" cy="477838"/>
            </a:xfrm>
            <a:custGeom>
              <a:avLst/>
              <a:gdLst>
                <a:gd name="T0" fmla="*/ 3007 w 3475"/>
                <a:gd name="T1" fmla="*/ 1076 h 2711"/>
                <a:gd name="T2" fmla="*/ 2771 w 3475"/>
                <a:gd name="T3" fmla="*/ 1151 h 2711"/>
                <a:gd name="T4" fmla="*/ 2885 w 3475"/>
                <a:gd name="T5" fmla="*/ 1361 h 2711"/>
                <a:gd name="T6" fmla="*/ 2682 w 3475"/>
                <a:gd name="T7" fmla="*/ 1606 h 2711"/>
                <a:gd name="T8" fmla="*/ 2596 w 3475"/>
                <a:gd name="T9" fmla="*/ 1626 h 2711"/>
                <a:gd name="T10" fmla="*/ 2353 w 3475"/>
                <a:gd name="T11" fmla="*/ 1535 h 2711"/>
                <a:gd name="T12" fmla="*/ 2311 w 3475"/>
                <a:gd name="T13" fmla="*/ 1766 h 2711"/>
                <a:gd name="T14" fmla="*/ 1975 w 3475"/>
                <a:gd name="T15" fmla="*/ 1766 h 2711"/>
                <a:gd name="T16" fmla="*/ 1932 w 3475"/>
                <a:gd name="T17" fmla="*/ 1535 h 2711"/>
                <a:gd name="T18" fmla="*/ 1690 w 3475"/>
                <a:gd name="T19" fmla="*/ 1626 h 2711"/>
                <a:gd name="T20" fmla="*/ 1603 w 3475"/>
                <a:gd name="T21" fmla="*/ 1606 h 2711"/>
                <a:gd name="T22" fmla="*/ 1400 w 3475"/>
                <a:gd name="T23" fmla="*/ 1361 h 2711"/>
                <a:gd name="T24" fmla="*/ 1514 w 3475"/>
                <a:gd name="T25" fmla="*/ 1151 h 2711"/>
                <a:gd name="T26" fmla="*/ 1278 w 3475"/>
                <a:gd name="T27" fmla="*/ 1076 h 2711"/>
                <a:gd name="T28" fmla="*/ 957 w 3475"/>
                <a:gd name="T29" fmla="*/ 949 h 2711"/>
                <a:gd name="T30" fmla="*/ 2081 w 3475"/>
                <a:gd name="T31" fmla="*/ 152 h 2711"/>
                <a:gd name="T32" fmla="*/ 1892 w 3475"/>
                <a:gd name="T33" fmla="*/ 420 h 2711"/>
                <a:gd name="T34" fmla="*/ 1725 w 3475"/>
                <a:gd name="T35" fmla="*/ 559 h 2711"/>
                <a:gd name="T36" fmla="*/ 1621 w 3475"/>
                <a:gd name="T37" fmla="*/ 780 h 2711"/>
                <a:gd name="T38" fmla="*/ 1621 w 3475"/>
                <a:gd name="T39" fmla="*/ 1002 h 2711"/>
                <a:gd name="T40" fmla="*/ 1726 w 3475"/>
                <a:gd name="T41" fmla="*/ 1222 h 2711"/>
                <a:gd name="T42" fmla="*/ 1893 w 3475"/>
                <a:gd name="T43" fmla="*/ 1362 h 2711"/>
                <a:gd name="T44" fmla="*/ 2082 w 3475"/>
                <a:gd name="T45" fmla="*/ 1630 h 2711"/>
                <a:gd name="T46" fmla="*/ 2349 w 3475"/>
                <a:gd name="T47" fmla="*/ 1383 h 2711"/>
                <a:gd name="T48" fmla="*/ 2709 w 3475"/>
                <a:gd name="T49" fmla="*/ 1371 h 2711"/>
                <a:gd name="T50" fmla="*/ 2652 w 3475"/>
                <a:gd name="T51" fmla="*/ 1051 h 2711"/>
                <a:gd name="T52" fmla="*/ 2673 w 3475"/>
                <a:gd name="T53" fmla="*/ 830 h 2711"/>
                <a:gd name="T54" fmla="*/ 2589 w 3475"/>
                <a:gd name="T55" fmla="*/ 600 h 2711"/>
                <a:gd name="T56" fmla="*/ 2435 w 3475"/>
                <a:gd name="T57" fmla="*/ 445 h 2711"/>
                <a:gd name="T58" fmla="*/ 2204 w 3475"/>
                <a:gd name="T59" fmla="*/ 361 h 2711"/>
                <a:gd name="T60" fmla="*/ 919 w 3475"/>
                <a:gd name="T61" fmla="*/ 801 h 2711"/>
                <a:gd name="T62" fmla="*/ 1278 w 3475"/>
                <a:gd name="T63" fmla="*/ 705 h 2711"/>
                <a:gd name="T64" fmla="*/ 1514 w 3475"/>
                <a:gd name="T65" fmla="*/ 630 h 2711"/>
                <a:gd name="T66" fmla="*/ 1401 w 3475"/>
                <a:gd name="T67" fmla="*/ 421 h 2711"/>
                <a:gd name="T68" fmla="*/ 1603 w 3475"/>
                <a:gd name="T69" fmla="*/ 175 h 2711"/>
                <a:gd name="T70" fmla="*/ 1691 w 3475"/>
                <a:gd name="T71" fmla="*/ 155 h 2711"/>
                <a:gd name="T72" fmla="*/ 1933 w 3475"/>
                <a:gd name="T73" fmla="*/ 245 h 2711"/>
                <a:gd name="T74" fmla="*/ 1975 w 3475"/>
                <a:gd name="T75" fmla="*/ 15 h 2711"/>
                <a:gd name="T76" fmla="*/ 2311 w 3475"/>
                <a:gd name="T77" fmla="*/ 15 h 2711"/>
                <a:gd name="T78" fmla="*/ 2353 w 3475"/>
                <a:gd name="T79" fmla="*/ 246 h 2711"/>
                <a:gd name="T80" fmla="*/ 2596 w 3475"/>
                <a:gd name="T81" fmla="*/ 155 h 2711"/>
                <a:gd name="T82" fmla="*/ 2682 w 3475"/>
                <a:gd name="T83" fmla="*/ 175 h 2711"/>
                <a:gd name="T84" fmla="*/ 2885 w 3475"/>
                <a:gd name="T85" fmla="*/ 421 h 2711"/>
                <a:gd name="T86" fmla="*/ 2771 w 3475"/>
                <a:gd name="T87" fmla="*/ 631 h 2711"/>
                <a:gd name="T88" fmla="*/ 3007 w 3475"/>
                <a:gd name="T89" fmla="*/ 705 h 2711"/>
                <a:gd name="T90" fmla="*/ 3475 w 3475"/>
                <a:gd name="T91" fmla="*/ 801 h 2711"/>
                <a:gd name="T92" fmla="*/ 3233 w 3475"/>
                <a:gd name="T93" fmla="*/ 2091 h 2711"/>
                <a:gd name="T94" fmla="*/ 3313 w 3475"/>
                <a:gd name="T95" fmla="*/ 2195 h 2711"/>
                <a:gd name="T96" fmla="*/ 3378 w 3475"/>
                <a:gd name="T97" fmla="*/ 2347 h 2711"/>
                <a:gd name="T98" fmla="*/ 3356 w 3475"/>
                <a:gd name="T99" fmla="*/ 2521 h 2711"/>
                <a:gd name="T100" fmla="*/ 3203 w 3475"/>
                <a:gd name="T101" fmla="*/ 2671 h 2711"/>
                <a:gd name="T102" fmla="*/ 1001 w 3475"/>
                <a:gd name="T103" fmla="*/ 2711 h 2711"/>
                <a:gd name="T104" fmla="*/ 3127 w 3475"/>
                <a:gd name="T105" fmla="*/ 2544 h 2711"/>
                <a:gd name="T106" fmla="*/ 3217 w 3475"/>
                <a:gd name="T107" fmla="*/ 2455 h 2711"/>
                <a:gd name="T108" fmla="*/ 3217 w 3475"/>
                <a:gd name="T109" fmla="*/ 2326 h 2711"/>
                <a:gd name="T110" fmla="*/ 3149 w 3475"/>
                <a:gd name="T111" fmla="*/ 2222 h 2711"/>
                <a:gd name="T112" fmla="*/ 3095 w 3475"/>
                <a:gd name="T113" fmla="*/ 2170 h 2711"/>
                <a:gd name="T114" fmla="*/ 66 w 3475"/>
                <a:gd name="T115" fmla="*/ 0 h 2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475" h="2711">
                  <a:moveTo>
                    <a:pt x="3032" y="948"/>
                  </a:moveTo>
                  <a:lnTo>
                    <a:pt x="3032" y="1016"/>
                  </a:lnTo>
                  <a:lnTo>
                    <a:pt x="3030" y="1038"/>
                  </a:lnTo>
                  <a:lnTo>
                    <a:pt x="3021" y="1059"/>
                  </a:lnTo>
                  <a:lnTo>
                    <a:pt x="3007" y="1076"/>
                  </a:lnTo>
                  <a:lnTo>
                    <a:pt x="2990" y="1089"/>
                  </a:lnTo>
                  <a:lnTo>
                    <a:pt x="2970" y="1097"/>
                  </a:lnTo>
                  <a:lnTo>
                    <a:pt x="2948" y="1100"/>
                  </a:lnTo>
                  <a:lnTo>
                    <a:pt x="2790" y="1100"/>
                  </a:lnTo>
                  <a:lnTo>
                    <a:pt x="2771" y="1151"/>
                  </a:lnTo>
                  <a:lnTo>
                    <a:pt x="2749" y="1199"/>
                  </a:lnTo>
                  <a:lnTo>
                    <a:pt x="2860" y="1310"/>
                  </a:lnTo>
                  <a:lnTo>
                    <a:pt x="2873" y="1326"/>
                  </a:lnTo>
                  <a:lnTo>
                    <a:pt x="2881" y="1343"/>
                  </a:lnTo>
                  <a:lnTo>
                    <a:pt x="2885" y="1361"/>
                  </a:lnTo>
                  <a:lnTo>
                    <a:pt x="2885" y="1379"/>
                  </a:lnTo>
                  <a:lnTo>
                    <a:pt x="2881" y="1397"/>
                  </a:lnTo>
                  <a:lnTo>
                    <a:pt x="2873" y="1415"/>
                  </a:lnTo>
                  <a:lnTo>
                    <a:pt x="2860" y="1429"/>
                  </a:lnTo>
                  <a:lnTo>
                    <a:pt x="2682" y="1606"/>
                  </a:lnTo>
                  <a:lnTo>
                    <a:pt x="2668" y="1619"/>
                  </a:lnTo>
                  <a:lnTo>
                    <a:pt x="2650" y="1626"/>
                  </a:lnTo>
                  <a:lnTo>
                    <a:pt x="2632" y="1631"/>
                  </a:lnTo>
                  <a:lnTo>
                    <a:pt x="2614" y="1631"/>
                  </a:lnTo>
                  <a:lnTo>
                    <a:pt x="2596" y="1626"/>
                  </a:lnTo>
                  <a:lnTo>
                    <a:pt x="2578" y="1619"/>
                  </a:lnTo>
                  <a:lnTo>
                    <a:pt x="2563" y="1606"/>
                  </a:lnTo>
                  <a:lnTo>
                    <a:pt x="2452" y="1495"/>
                  </a:lnTo>
                  <a:lnTo>
                    <a:pt x="2403" y="1517"/>
                  </a:lnTo>
                  <a:lnTo>
                    <a:pt x="2353" y="1535"/>
                  </a:lnTo>
                  <a:lnTo>
                    <a:pt x="2353" y="1693"/>
                  </a:lnTo>
                  <a:lnTo>
                    <a:pt x="2350" y="1715"/>
                  </a:lnTo>
                  <a:lnTo>
                    <a:pt x="2342" y="1735"/>
                  </a:lnTo>
                  <a:lnTo>
                    <a:pt x="2328" y="1753"/>
                  </a:lnTo>
                  <a:lnTo>
                    <a:pt x="2311" y="1766"/>
                  </a:lnTo>
                  <a:lnTo>
                    <a:pt x="2291" y="1775"/>
                  </a:lnTo>
                  <a:lnTo>
                    <a:pt x="2269" y="1778"/>
                  </a:lnTo>
                  <a:lnTo>
                    <a:pt x="2017" y="1778"/>
                  </a:lnTo>
                  <a:lnTo>
                    <a:pt x="1995" y="1775"/>
                  </a:lnTo>
                  <a:lnTo>
                    <a:pt x="1975" y="1766"/>
                  </a:lnTo>
                  <a:lnTo>
                    <a:pt x="1958" y="1753"/>
                  </a:lnTo>
                  <a:lnTo>
                    <a:pt x="1944" y="1735"/>
                  </a:lnTo>
                  <a:lnTo>
                    <a:pt x="1935" y="1715"/>
                  </a:lnTo>
                  <a:lnTo>
                    <a:pt x="1932" y="1693"/>
                  </a:lnTo>
                  <a:lnTo>
                    <a:pt x="1932" y="1535"/>
                  </a:lnTo>
                  <a:lnTo>
                    <a:pt x="1882" y="1517"/>
                  </a:lnTo>
                  <a:lnTo>
                    <a:pt x="1834" y="1495"/>
                  </a:lnTo>
                  <a:lnTo>
                    <a:pt x="1723" y="1606"/>
                  </a:lnTo>
                  <a:lnTo>
                    <a:pt x="1707" y="1619"/>
                  </a:lnTo>
                  <a:lnTo>
                    <a:pt x="1690" y="1626"/>
                  </a:lnTo>
                  <a:lnTo>
                    <a:pt x="1672" y="1631"/>
                  </a:lnTo>
                  <a:lnTo>
                    <a:pt x="1654" y="1631"/>
                  </a:lnTo>
                  <a:lnTo>
                    <a:pt x="1635" y="1626"/>
                  </a:lnTo>
                  <a:lnTo>
                    <a:pt x="1618" y="1619"/>
                  </a:lnTo>
                  <a:lnTo>
                    <a:pt x="1603" y="1606"/>
                  </a:lnTo>
                  <a:lnTo>
                    <a:pt x="1424" y="1429"/>
                  </a:lnTo>
                  <a:lnTo>
                    <a:pt x="1413" y="1415"/>
                  </a:lnTo>
                  <a:lnTo>
                    <a:pt x="1404" y="1397"/>
                  </a:lnTo>
                  <a:lnTo>
                    <a:pt x="1400" y="1379"/>
                  </a:lnTo>
                  <a:lnTo>
                    <a:pt x="1400" y="1361"/>
                  </a:lnTo>
                  <a:lnTo>
                    <a:pt x="1404" y="1343"/>
                  </a:lnTo>
                  <a:lnTo>
                    <a:pt x="1413" y="1326"/>
                  </a:lnTo>
                  <a:lnTo>
                    <a:pt x="1424" y="1310"/>
                  </a:lnTo>
                  <a:lnTo>
                    <a:pt x="1536" y="1200"/>
                  </a:lnTo>
                  <a:lnTo>
                    <a:pt x="1514" y="1151"/>
                  </a:lnTo>
                  <a:lnTo>
                    <a:pt x="1496" y="1101"/>
                  </a:lnTo>
                  <a:lnTo>
                    <a:pt x="1339" y="1101"/>
                  </a:lnTo>
                  <a:lnTo>
                    <a:pt x="1316" y="1098"/>
                  </a:lnTo>
                  <a:lnTo>
                    <a:pt x="1295" y="1090"/>
                  </a:lnTo>
                  <a:lnTo>
                    <a:pt x="1278" y="1076"/>
                  </a:lnTo>
                  <a:lnTo>
                    <a:pt x="1266" y="1059"/>
                  </a:lnTo>
                  <a:lnTo>
                    <a:pt x="1257" y="1039"/>
                  </a:lnTo>
                  <a:lnTo>
                    <a:pt x="1254" y="1017"/>
                  </a:lnTo>
                  <a:lnTo>
                    <a:pt x="1254" y="949"/>
                  </a:lnTo>
                  <a:lnTo>
                    <a:pt x="957" y="949"/>
                  </a:lnTo>
                  <a:lnTo>
                    <a:pt x="1178" y="2021"/>
                  </a:lnTo>
                  <a:lnTo>
                    <a:pt x="3062" y="2021"/>
                  </a:lnTo>
                  <a:lnTo>
                    <a:pt x="3282" y="948"/>
                  </a:lnTo>
                  <a:lnTo>
                    <a:pt x="3032" y="948"/>
                  </a:lnTo>
                  <a:close/>
                  <a:moveTo>
                    <a:pt x="2081" y="152"/>
                  </a:moveTo>
                  <a:lnTo>
                    <a:pt x="2081" y="361"/>
                  </a:lnTo>
                  <a:lnTo>
                    <a:pt x="2032" y="370"/>
                  </a:lnTo>
                  <a:lnTo>
                    <a:pt x="1983" y="383"/>
                  </a:lnTo>
                  <a:lnTo>
                    <a:pt x="1936" y="400"/>
                  </a:lnTo>
                  <a:lnTo>
                    <a:pt x="1892" y="420"/>
                  </a:lnTo>
                  <a:lnTo>
                    <a:pt x="1851" y="445"/>
                  </a:lnTo>
                  <a:lnTo>
                    <a:pt x="1812" y="474"/>
                  </a:lnTo>
                  <a:lnTo>
                    <a:pt x="1663" y="325"/>
                  </a:lnTo>
                  <a:lnTo>
                    <a:pt x="1577" y="411"/>
                  </a:lnTo>
                  <a:lnTo>
                    <a:pt x="1725" y="559"/>
                  </a:lnTo>
                  <a:lnTo>
                    <a:pt x="1696" y="600"/>
                  </a:lnTo>
                  <a:lnTo>
                    <a:pt x="1672" y="641"/>
                  </a:lnTo>
                  <a:lnTo>
                    <a:pt x="1651" y="685"/>
                  </a:lnTo>
                  <a:lnTo>
                    <a:pt x="1634" y="732"/>
                  </a:lnTo>
                  <a:lnTo>
                    <a:pt x="1621" y="780"/>
                  </a:lnTo>
                  <a:lnTo>
                    <a:pt x="1613" y="830"/>
                  </a:lnTo>
                  <a:lnTo>
                    <a:pt x="1403" y="830"/>
                  </a:lnTo>
                  <a:lnTo>
                    <a:pt x="1403" y="952"/>
                  </a:lnTo>
                  <a:lnTo>
                    <a:pt x="1614" y="952"/>
                  </a:lnTo>
                  <a:lnTo>
                    <a:pt x="1621" y="1002"/>
                  </a:lnTo>
                  <a:lnTo>
                    <a:pt x="1634" y="1051"/>
                  </a:lnTo>
                  <a:lnTo>
                    <a:pt x="1651" y="1097"/>
                  </a:lnTo>
                  <a:lnTo>
                    <a:pt x="1672" y="1140"/>
                  </a:lnTo>
                  <a:lnTo>
                    <a:pt x="1697" y="1183"/>
                  </a:lnTo>
                  <a:lnTo>
                    <a:pt x="1726" y="1222"/>
                  </a:lnTo>
                  <a:lnTo>
                    <a:pt x="1578" y="1370"/>
                  </a:lnTo>
                  <a:lnTo>
                    <a:pt x="1663" y="1457"/>
                  </a:lnTo>
                  <a:lnTo>
                    <a:pt x="1812" y="1309"/>
                  </a:lnTo>
                  <a:lnTo>
                    <a:pt x="1851" y="1337"/>
                  </a:lnTo>
                  <a:lnTo>
                    <a:pt x="1893" y="1362"/>
                  </a:lnTo>
                  <a:lnTo>
                    <a:pt x="1937" y="1383"/>
                  </a:lnTo>
                  <a:lnTo>
                    <a:pt x="1984" y="1400"/>
                  </a:lnTo>
                  <a:lnTo>
                    <a:pt x="2032" y="1413"/>
                  </a:lnTo>
                  <a:lnTo>
                    <a:pt x="2082" y="1421"/>
                  </a:lnTo>
                  <a:lnTo>
                    <a:pt x="2082" y="1630"/>
                  </a:lnTo>
                  <a:lnTo>
                    <a:pt x="2205" y="1630"/>
                  </a:lnTo>
                  <a:lnTo>
                    <a:pt x="2205" y="1421"/>
                  </a:lnTo>
                  <a:lnTo>
                    <a:pt x="2255" y="1413"/>
                  </a:lnTo>
                  <a:lnTo>
                    <a:pt x="2303" y="1400"/>
                  </a:lnTo>
                  <a:lnTo>
                    <a:pt x="2349" y="1383"/>
                  </a:lnTo>
                  <a:lnTo>
                    <a:pt x="2394" y="1362"/>
                  </a:lnTo>
                  <a:lnTo>
                    <a:pt x="2436" y="1337"/>
                  </a:lnTo>
                  <a:lnTo>
                    <a:pt x="2475" y="1309"/>
                  </a:lnTo>
                  <a:lnTo>
                    <a:pt x="2622" y="1458"/>
                  </a:lnTo>
                  <a:lnTo>
                    <a:pt x="2709" y="1371"/>
                  </a:lnTo>
                  <a:lnTo>
                    <a:pt x="2561" y="1223"/>
                  </a:lnTo>
                  <a:lnTo>
                    <a:pt x="2589" y="1184"/>
                  </a:lnTo>
                  <a:lnTo>
                    <a:pt x="2614" y="1142"/>
                  </a:lnTo>
                  <a:lnTo>
                    <a:pt x="2635" y="1097"/>
                  </a:lnTo>
                  <a:lnTo>
                    <a:pt x="2652" y="1051"/>
                  </a:lnTo>
                  <a:lnTo>
                    <a:pt x="2664" y="1003"/>
                  </a:lnTo>
                  <a:lnTo>
                    <a:pt x="2673" y="953"/>
                  </a:lnTo>
                  <a:lnTo>
                    <a:pt x="2882" y="953"/>
                  </a:lnTo>
                  <a:lnTo>
                    <a:pt x="2882" y="830"/>
                  </a:lnTo>
                  <a:lnTo>
                    <a:pt x="2673" y="830"/>
                  </a:lnTo>
                  <a:lnTo>
                    <a:pt x="2664" y="780"/>
                  </a:lnTo>
                  <a:lnTo>
                    <a:pt x="2652" y="732"/>
                  </a:lnTo>
                  <a:lnTo>
                    <a:pt x="2635" y="685"/>
                  </a:lnTo>
                  <a:lnTo>
                    <a:pt x="2614" y="641"/>
                  </a:lnTo>
                  <a:lnTo>
                    <a:pt x="2589" y="600"/>
                  </a:lnTo>
                  <a:lnTo>
                    <a:pt x="2561" y="559"/>
                  </a:lnTo>
                  <a:lnTo>
                    <a:pt x="2709" y="411"/>
                  </a:lnTo>
                  <a:lnTo>
                    <a:pt x="2622" y="325"/>
                  </a:lnTo>
                  <a:lnTo>
                    <a:pt x="2474" y="474"/>
                  </a:lnTo>
                  <a:lnTo>
                    <a:pt x="2435" y="445"/>
                  </a:lnTo>
                  <a:lnTo>
                    <a:pt x="2392" y="420"/>
                  </a:lnTo>
                  <a:lnTo>
                    <a:pt x="2349" y="398"/>
                  </a:lnTo>
                  <a:lnTo>
                    <a:pt x="2303" y="382"/>
                  </a:lnTo>
                  <a:lnTo>
                    <a:pt x="2254" y="369"/>
                  </a:lnTo>
                  <a:lnTo>
                    <a:pt x="2204" y="361"/>
                  </a:lnTo>
                  <a:lnTo>
                    <a:pt x="2204" y="152"/>
                  </a:lnTo>
                  <a:lnTo>
                    <a:pt x="2081" y="152"/>
                  </a:lnTo>
                  <a:close/>
                  <a:moveTo>
                    <a:pt x="66" y="0"/>
                  </a:moveTo>
                  <a:lnTo>
                    <a:pt x="832" y="374"/>
                  </a:lnTo>
                  <a:lnTo>
                    <a:pt x="919" y="801"/>
                  </a:lnTo>
                  <a:lnTo>
                    <a:pt x="1254" y="801"/>
                  </a:lnTo>
                  <a:lnTo>
                    <a:pt x="1254" y="766"/>
                  </a:lnTo>
                  <a:lnTo>
                    <a:pt x="1257" y="742"/>
                  </a:lnTo>
                  <a:lnTo>
                    <a:pt x="1266" y="722"/>
                  </a:lnTo>
                  <a:lnTo>
                    <a:pt x="1278" y="705"/>
                  </a:lnTo>
                  <a:lnTo>
                    <a:pt x="1295" y="693"/>
                  </a:lnTo>
                  <a:lnTo>
                    <a:pt x="1316" y="684"/>
                  </a:lnTo>
                  <a:lnTo>
                    <a:pt x="1339" y="681"/>
                  </a:lnTo>
                  <a:lnTo>
                    <a:pt x="1496" y="681"/>
                  </a:lnTo>
                  <a:lnTo>
                    <a:pt x="1514" y="630"/>
                  </a:lnTo>
                  <a:lnTo>
                    <a:pt x="1536" y="583"/>
                  </a:lnTo>
                  <a:lnTo>
                    <a:pt x="1425" y="472"/>
                  </a:lnTo>
                  <a:lnTo>
                    <a:pt x="1414" y="456"/>
                  </a:lnTo>
                  <a:lnTo>
                    <a:pt x="1405" y="439"/>
                  </a:lnTo>
                  <a:lnTo>
                    <a:pt x="1401" y="421"/>
                  </a:lnTo>
                  <a:lnTo>
                    <a:pt x="1401" y="403"/>
                  </a:lnTo>
                  <a:lnTo>
                    <a:pt x="1405" y="384"/>
                  </a:lnTo>
                  <a:lnTo>
                    <a:pt x="1414" y="367"/>
                  </a:lnTo>
                  <a:lnTo>
                    <a:pt x="1425" y="352"/>
                  </a:lnTo>
                  <a:lnTo>
                    <a:pt x="1603" y="175"/>
                  </a:lnTo>
                  <a:lnTo>
                    <a:pt x="1619" y="162"/>
                  </a:lnTo>
                  <a:lnTo>
                    <a:pt x="1636" y="155"/>
                  </a:lnTo>
                  <a:lnTo>
                    <a:pt x="1654" y="151"/>
                  </a:lnTo>
                  <a:lnTo>
                    <a:pt x="1673" y="151"/>
                  </a:lnTo>
                  <a:lnTo>
                    <a:pt x="1691" y="155"/>
                  </a:lnTo>
                  <a:lnTo>
                    <a:pt x="1708" y="162"/>
                  </a:lnTo>
                  <a:lnTo>
                    <a:pt x="1724" y="175"/>
                  </a:lnTo>
                  <a:lnTo>
                    <a:pt x="1835" y="285"/>
                  </a:lnTo>
                  <a:lnTo>
                    <a:pt x="1882" y="263"/>
                  </a:lnTo>
                  <a:lnTo>
                    <a:pt x="1933" y="245"/>
                  </a:lnTo>
                  <a:lnTo>
                    <a:pt x="1933" y="88"/>
                  </a:lnTo>
                  <a:lnTo>
                    <a:pt x="1936" y="66"/>
                  </a:lnTo>
                  <a:lnTo>
                    <a:pt x="1945" y="45"/>
                  </a:lnTo>
                  <a:lnTo>
                    <a:pt x="1958" y="28"/>
                  </a:lnTo>
                  <a:lnTo>
                    <a:pt x="1975" y="15"/>
                  </a:lnTo>
                  <a:lnTo>
                    <a:pt x="1995" y="7"/>
                  </a:lnTo>
                  <a:lnTo>
                    <a:pt x="2018" y="4"/>
                  </a:lnTo>
                  <a:lnTo>
                    <a:pt x="2269" y="4"/>
                  </a:lnTo>
                  <a:lnTo>
                    <a:pt x="2291" y="7"/>
                  </a:lnTo>
                  <a:lnTo>
                    <a:pt x="2311" y="15"/>
                  </a:lnTo>
                  <a:lnTo>
                    <a:pt x="2328" y="28"/>
                  </a:lnTo>
                  <a:lnTo>
                    <a:pt x="2342" y="45"/>
                  </a:lnTo>
                  <a:lnTo>
                    <a:pt x="2350" y="66"/>
                  </a:lnTo>
                  <a:lnTo>
                    <a:pt x="2353" y="88"/>
                  </a:lnTo>
                  <a:lnTo>
                    <a:pt x="2353" y="246"/>
                  </a:lnTo>
                  <a:lnTo>
                    <a:pt x="2403" y="264"/>
                  </a:lnTo>
                  <a:lnTo>
                    <a:pt x="2452" y="286"/>
                  </a:lnTo>
                  <a:lnTo>
                    <a:pt x="2563" y="175"/>
                  </a:lnTo>
                  <a:lnTo>
                    <a:pt x="2578" y="162"/>
                  </a:lnTo>
                  <a:lnTo>
                    <a:pt x="2596" y="155"/>
                  </a:lnTo>
                  <a:lnTo>
                    <a:pt x="2614" y="151"/>
                  </a:lnTo>
                  <a:lnTo>
                    <a:pt x="2632" y="151"/>
                  </a:lnTo>
                  <a:lnTo>
                    <a:pt x="2650" y="155"/>
                  </a:lnTo>
                  <a:lnTo>
                    <a:pt x="2668" y="162"/>
                  </a:lnTo>
                  <a:lnTo>
                    <a:pt x="2682" y="175"/>
                  </a:lnTo>
                  <a:lnTo>
                    <a:pt x="2860" y="352"/>
                  </a:lnTo>
                  <a:lnTo>
                    <a:pt x="2873" y="367"/>
                  </a:lnTo>
                  <a:lnTo>
                    <a:pt x="2881" y="384"/>
                  </a:lnTo>
                  <a:lnTo>
                    <a:pt x="2885" y="403"/>
                  </a:lnTo>
                  <a:lnTo>
                    <a:pt x="2885" y="421"/>
                  </a:lnTo>
                  <a:lnTo>
                    <a:pt x="2881" y="439"/>
                  </a:lnTo>
                  <a:lnTo>
                    <a:pt x="2873" y="456"/>
                  </a:lnTo>
                  <a:lnTo>
                    <a:pt x="2860" y="472"/>
                  </a:lnTo>
                  <a:lnTo>
                    <a:pt x="2749" y="583"/>
                  </a:lnTo>
                  <a:lnTo>
                    <a:pt x="2771" y="631"/>
                  </a:lnTo>
                  <a:lnTo>
                    <a:pt x="2790" y="681"/>
                  </a:lnTo>
                  <a:lnTo>
                    <a:pt x="2948" y="681"/>
                  </a:lnTo>
                  <a:lnTo>
                    <a:pt x="2970" y="684"/>
                  </a:lnTo>
                  <a:lnTo>
                    <a:pt x="2990" y="693"/>
                  </a:lnTo>
                  <a:lnTo>
                    <a:pt x="3007" y="705"/>
                  </a:lnTo>
                  <a:lnTo>
                    <a:pt x="3021" y="722"/>
                  </a:lnTo>
                  <a:lnTo>
                    <a:pt x="3030" y="742"/>
                  </a:lnTo>
                  <a:lnTo>
                    <a:pt x="3032" y="766"/>
                  </a:lnTo>
                  <a:lnTo>
                    <a:pt x="3032" y="801"/>
                  </a:lnTo>
                  <a:lnTo>
                    <a:pt x="3475" y="801"/>
                  </a:lnTo>
                  <a:lnTo>
                    <a:pt x="3203" y="2062"/>
                  </a:lnTo>
                  <a:lnTo>
                    <a:pt x="3205" y="2063"/>
                  </a:lnTo>
                  <a:lnTo>
                    <a:pt x="3212" y="2070"/>
                  </a:lnTo>
                  <a:lnTo>
                    <a:pt x="3220" y="2078"/>
                  </a:lnTo>
                  <a:lnTo>
                    <a:pt x="3233" y="2091"/>
                  </a:lnTo>
                  <a:lnTo>
                    <a:pt x="3246" y="2107"/>
                  </a:lnTo>
                  <a:lnTo>
                    <a:pt x="3262" y="2125"/>
                  </a:lnTo>
                  <a:lnTo>
                    <a:pt x="3278" y="2146"/>
                  </a:lnTo>
                  <a:lnTo>
                    <a:pt x="3296" y="2169"/>
                  </a:lnTo>
                  <a:lnTo>
                    <a:pt x="3313" y="2195"/>
                  </a:lnTo>
                  <a:lnTo>
                    <a:pt x="3329" y="2222"/>
                  </a:lnTo>
                  <a:lnTo>
                    <a:pt x="3345" y="2252"/>
                  </a:lnTo>
                  <a:lnTo>
                    <a:pt x="3359" y="2283"/>
                  </a:lnTo>
                  <a:lnTo>
                    <a:pt x="3369" y="2314"/>
                  </a:lnTo>
                  <a:lnTo>
                    <a:pt x="3378" y="2347"/>
                  </a:lnTo>
                  <a:lnTo>
                    <a:pt x="3383" y="2381"/>
                  </a:lnTo>
                  <a:lnTo>
                    <a:pt x="3384" y="2416"/>
                  </a:lnTo>
                  <a:lnTo>
                    <a:pt x="3380" y="2451"/>
                  </a:lnTo>
                  <a:lnTo>
                    <a:pt x="3371" y="2486"/>
                  </a:lnTo>
                  <a:lnTo>
                    <a:pt x="3356" y="2521"/>
                  </a:lnTo>
                  <a:lnTo>
                    <a:pt x="3333" y="2558"/>
                  </a:lnTo>
                  <a:lnTo>
                    <a:pt x="3306" y="2592"/>
                  </a:lnTo>
                  <a:lnTo>
                    <a:pt x="3274" y="2622"/>
                  </a:lnTo>
                  <a:lnTo>
                    <a:pt x="3240" y="2649"/>
                  </a:lnTo>
                  <a:lnTo>
                    <a:pt x="3203" y="2671"/>
                  </a:lnTo>
                  <a:lnTo>
                    <a:pt x="3164" y="2688"/>
                  </a:lnTo>
                  <a:lnTo>
                    <a:pt x="3123" y="2701"/>
                  </a:lnTo>
                  <a:lnTo>
                    <a:pt x="3078" y="2709"/>
                  </a:lnTo>
                  <a:lnTo>
                    <a:pt x="3033" y="2711"/>
                  </a:lnTo>
                  <a:lnTo>
                    <a:pt x="1001" y="2711"/>
                  </a:lnTo>
                  <a:lnTo>
                    <a:pt x="1001" y="2565"/>
                  </a:lnTo>
                  <a:lnTo>
                    <a:pt x="3032" y="2565"/>
                  </a:lnTo>
                  <a:lnTo>
                    <a:pt x="3067" y="2562"/>
                  </a:lnTo>
                  <a:lnTo>
                    <a:pt x="3098" y="2555"/>
                  </a:lnTo>
                  <a:lnTo>
                    <a:pt x="3127" y="2544"/>
                  </a:lnTo>
                  <a:lnTo>
                    <a:pt x="3152" y="2529"/>
                  </a:lnTo>
                  <a:lnTo>
                    <a:pt x="3173" y="2512"/>
                  </a:lnTo>
                  <a:lnTo>
                    <a:pt x="3191" y="2494"/>
                  </a:lnTo>
                  <a:lnTo>
                    <a:pt x="3206" y="2474"/>
                  </a:lnTo>
                  <a:lnTo>
                    <a:pt x="3217" y="2455"/>
                  </a:lnTo>
                  <a:lnTo>
                    <a:pt x="3226" y="2429"/>
                  </a:lnTo>
                  <a:lnTo>
                    <a:pt x="3231" y="2402"/>
                  </a:lnTo>
                  <a:lnTo>
                    <a:pt x="3230" y="2377"/>
                  </a:lnTo>
                  <a:lnTo>
                    <a:pt x="3225" y="2351"/>
                  </a:lnTo>
                  <a:lnTo>
                    <a:pt x="3217" y="2326"/>
                  </a:lnTo>
                  <a:lnTo>
                    <a:pt x="3206" y="2303"/>
                  </a:lnTo>
                  <a:lnTo>
                    <a:pt x="3194" y="2280"/>
                  </a:lnTo>
                  <a:lnTo>
                    <a:pt x="3180" y="2259"/>
                  </a:lnTo>
                  <a:lnTo>
                    <a:pt x="3165" y="2240"/>
                  </a:lnTo>
                  <a:lnTo>
                    <a:pt x="3149" y="2222"/>
                  </a:lnTo>
                  <a:lnTo>
                    <a:pt x="3135" y="2206"/>
                  </a:lnTo>
                  <a:lnTo>
                    <a:pt x="3122" y="2194"/>
                  </a:lnTo>
                  <a:lnTo>
                    <a:pt x="3110" y="2183"/>
                  </a:lnTo>
                  <a:lnTo>
                    <a:pt x="3101" y="2175"/>
                  </a:lnTo>
                  <a:lnTo>
                    <a:pt x="3095" y="2170"/>
                  </a:lnTo>
                  <a:lnTo>
                    <a:pt x="3093" y="2168"/>
                  </a:lnTo>
                  <a:lnTo>
                    <a:pt x="1053" y="2168"/>
                  </a:lnTo>
                  <a:lnTo>
                    <a:pt x="699" y="478"/>
                  </a:lnTo>
                  <a:lnTo>
                    <a:pt x="0" y="133"/>
                  </a:lnTo>
                  <a:lnTo>
                    <a:pt x="66"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0" name="Freeform 190"/>
            <p:cNvSpPr>
              <a:spLocks noEditPoints="1"/>
            </p:cNvSpPr>
            <p:nvPr/>
          </p:nvSpPr>
          <p:spPr bwMode="auto">
            <a:xfrm>
              <a:off x="9261476" y="2401888"/>
              <a:ext cx="98425" cy="98425"/>
            </a:xfrm>
            <a:custGeom>
              <a:avLst/>
              <a:gdLst>
                <a:gd name="T0" fmla="*/ 253 w 558"/>
                <a:gd name="T1" fmla="*/ 143 h 559"/>
                <a:gd name="T2" fmla="*/ 205 w 558"/>
                <a:gd name="T3" fmla="*/ 163 h 559"/>
                <a:gd name="T4" fmla="*/ 169 w 558"/>
                <a:gd name="T5" fmla="*/ 198 h 559"/>
                <a:gd name="T6" fmla="*/ 149 w 558"/>
                <a:gd name="T7" fmla="*/ 245 h 559"/>
                <a:gd name="T8" fmla="*/ 149 w 558"/>
                <a:gd name="T9" fmla="*/ 298 h 559"/>
                <a:gd name="T10" fmla="*/ 169 w 558"/>
                <a:gd name="T11" fmla="*/ 346 h 559"/>
                <a:gd name="T12" fmla="*/ 205 w 558"/>
                <a:gd name="T13" fmla="*/ 381 h 559"/>
                <a:gd name="T14" fmla="*/ 253 w 558"/>
                <a:gd name="T15" fmla="*/ 401 h 559"/>
                <a:gd name="T16" fmla="*/ 306 w 558"/>
                <a:gd name="T17" fmla="*/ 401 h 559"/>
                <a:gd name="T18" fmla="*/ 353 w 558"/>
                <a:gd name="T19" fmla="*/ 381 h 559"/>
                <a:gd name="T20" fmla="*/ 389 w 558"/>
                <a:gd name="T21" fmla="*/ 346 h 559"/>
                <a:gd name="T22" fmla="*/ 409 w 558"/>
                <a:gd name="T23" fmla="*/ 298 h 559"/>
                <a:gd name="T24" fmla="*/ 409 w 558"/>
                <a:gd name="T25" fmla="*/ 245 h 559"/>
                <a:gd name="T26" fmla="*/ 389 w 558"/>
                <a:gd name="T27" fmla="*/ 198 h 559"/>
                <a:gd name="T28" fmla="*/ 353 w 558"/>
                <a:gd name="T29" fmla="*/ 163 h 559"/>
                <a:gd name="T30" fmla="*/ 307 w 558"/>
                <a:gd name="T31" fmla="*/ 143 h 559"/>
                <a:gd name="T32" fmla="*/ 279 w 558"/>
                <a:gd name="T33" fmla="*/ 0 h 559"/>
                <a:gd name="T34" fmla="*/ 361 w 558"/>
                <a:gd name="T35" fmla="*/ 11 h 559"/>
                <a:gd name="T36" fmla="*/ 431 w 558"/>
                <a:gd name="T37" fmla="*/ 44 h 559"/>
                <a:gd name="T38" fmla="*/ 490 w 558"/>
                <a:gd name="T39" fmla="*/ 95 h 559"/>
                <a:gd name="T40" fmla="*/ 533 w 558"/>
                <a:gd name="T41" fmla="*/ 161 h 559"/>
                <a:gd name="T42" fmla="*/ 555 w 558"/>
                <a:gd name="T43" fmla="*/ 238 h 559"/>
                <a:gd name="T44" fmla="*/ 555 w 558"/>
                <a:gd name="T45" fmla="*/ 320 h 559"/>
                <a:gd name="T46" fmla="*/ 533 w 558"/>
                <a:gd name="T47" fmla="*/ 397 h 559"/>
                <a:gd name="T48" fmla="*/ 490 w 558"/>
                <a:gd name="T49" fmla="*/ 462 h 559"/>
                <a:gd name="T50" fmla="*/ 431 w 558"/>
                <a:gd name="T51" fmla="*/ 513 h 559"/>
                <a:gd name="T52" fmla="*/ 361 w 558"/>
                <a:gd name="T53" fmla="*/ 546 h 559"/>
                <a:gd name="T54" fmla="*/ 279 w 558"/>
                <a:gd name="T55" fmla="*/ 559 h 559"/>
                <a:gd name="T56" fmla="*/ 199 w 558"/>
                <a:gd name="T57" fmla="*/ 546 h 559"/>
                <a:gd name="T58" fmla="*/ 127 w 558"/>
                <a:gd name="T59" fmla="*/ 513 h 559"/>
                <a:gd name="T60" fmla="*/ 68 w 558"/>
                <a:gd name="T61" fmla="*/ 462 h 559"/>
                <a:gd name="T62" fmla="*/ 26 w 558"/>
                <a:gd name="T63" fmla="*/ 397 h 559"/>
                <a:gd name="T64" fmla="*/ 3 w 558"/>
                <a:gd name="T65" fmla="*/ 320 h 559"/>
                <a:gd name="T66" fmla="*/ 3 w 558"/>
                <a:gd name="T67" fmla="*/ 238 h 559"/>
                <a:gd name="T68" fmla="*/ 26 w 558"/>
                <a:gd name="T69" fmla="*/ 161 h 559"/>
                <a:gd name="T70" fmla="*/ 68 w 558"/>
                <a:gd name="T71" fmla="*/ 95 h 559"/>
                <a:gd name="T72" fmla="*/ 127 w 558"/>
                <a:gd name="T73" fmla="*/ 44 h 559"/>
                <a:gd name="T74" fmla="*/ 199 w 558"/>
                <a:gd name="T75" fmla="*/ 11 h 559"/>
                <a:gd name="T76" fmla="*/ 279 w 558"/>
                <a:gd name="T77" fmla="*/ 0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8" h="559">
                  <a:moveTo>
                    <a:pt x="279" y="139"/>
                  </a:moveTo>
                  <a:lnTo>
                    <a:pt x="253" y="143"/>
                  </a:lnTo>
                  <a:lnTo>
                    <a:pt x="227" y="150"/>
                  </a:lnTo>
                  <a:lnTo>
                    <a:pt x="205" y="163"/>
                  </a:lnTo>
                  <a:lnTo>
                    <a:pt x="185" y="179"/>
                  </a:lnTo>
                  <a:lnTo>
                    <a:pt x="169" y="198"/>
                  </a:lnTo>
                  <a:lnTo>
                    <a:pt x="157" y="220"/>
                  </a:lnTo>
                  <a:lnTo>
                    <a:pt x="149" y="245"/>
                  </a:lnTo>
                  <a:lnTo>
                    <a:pt x="147" y="272"/>
                  </a:lnTo>
                  <a:lnTo>
                    <a:pt x="149" y="298"/>
                  </a:lnTo>
                  <a:lnTo>
                    <a:pt x="157" y="324"/>
                  </a:lnTo>
                  <a:lnTo>
                    <a:pt x="169" y="346"/>
                  </a:lnTo>
                  <a:lnTo>
                    <a:pt x="185" y="365"/>
                  </a:lnTo>
                  <a:lnTo>
                    <a:pt x="205" y="381"/>
                  </a:lnTo>
                  <a:lnTo>
                    <a:pt x="227" y="393"/>
                  </a:lnTo>
                  <a:lnTo>
                    <a:pt x="253" y="401"/>
                  </a:lnTo>
                  <a:lnTo>
                    <a:pt x="279" y="404"/>
                  </a:lnTo>
                  <a:lnTo>
                    <a:pt x="306" y="401"/>
                  </a:lnTo>
                  <a:lnTo>
                    <a:pt x="331" y="393"/>
                  </a:lnTo>
                  <a:lnTo>
                    <a:pt x="353" y="381"/>
                  </a:lnTo>
                  <a:lnTo>
                    <a:pt x="373" y="365"/>
                  </a:lnTo>
                  <a:lnTo>
                    <a:pt x="389" y="346"/>
                  </a:lnTo>
                  <a:lnTo>
                    <a:pt x="402" y="324"/>
                  </a:lnTo>
                  <a:lnTo>
                    <a:pt x="409" y="298"/>
                  </a:lnTo>
                  <a:lnTo>
                    <a:pt x="411" y="272"/>
                  </a:lnTo>
                  <a:lnTo>
                    <a:pt x="409" y="245"/>
                  </a:lnTo>
                  <a:lnTo>
                    <a:pt x="402" y="220"/>
                  </a:lnTo>
                  <a:lnTo>
                    <a:pt x="389" y="198"/>
                  </a:lnTo>
                  <a:lnTo>
                    <a:pt x="373" y="179"/>
                  </a:lnTo>
                  <a:lnTo>
                    <a:pt x="353" y="163"/>
                  </a:lnTo>
                  <a:lnTo>
                    <a:pt x="331" y="150"/>
                  </a:lnTo>
                  <a:lnTo>
                    <a:pt x="307" y="143"/>
                  </a:lnTo>
                  <a:lnTo>
                    <a:pt x="279" y="139"/>
                  </a:lnTo>
                  <a:close/>
                  <a:moveTo>
                    <a:pt x="279" y="0"/>
                  </a:moveTo>
                  <a:lnTo>
                    <a:pt x="320" y="2"/>
                  </a:lnTo>
                  <a:lnTo>
                    <a:pt x="361" y="11"/>
                  </a:lnTo>
                  <a:lnTo>
                    <a:pt x="398" y="25"/>
                  </a:lnTo>
                  <a:lnTo>
                    <a:pt x="431" y="44"/>
                  </a:lnTo>
                  <a:lnTo>
                    <a:pt x="462" y="67"/>
                  </a:lnTo>
                  <a:lnTo>
                    <a:pt x="490" y="95"/>
                  </a:lnTo>
                  <a:lnTo>
                    <a:pt x="514" y="127"/>
                  </a:lnTo>
                  <a:lnTo>
                    <a:pt x="533" y="161"/>
                  </a:lnTo>
                  <a:lnTo>
                    <a:pt x="547" y="198"/>
                  </a:lnTo>
                  <a:lnTo>
                    <a:pt x="555" y="238"/>
                  </a:lnTo>
                  <a:lnTo>
                    <a:pt x="558" y="279"/>
                  </a:lnTo>
                  <a:lnTo>
                    <a:pt x="555" y="320"/>
                  </a:lnTo>
                  <a:lnTo>
                    <a:pt x="547" y="360"/>
                  </a:lnTo>
                  <a:lnTo>
                    <a:pt x="533" y="397"/>
                  </a:lnTo>
                  <a:lnTo>
                    <a:pt x="514" y="431"/>
                  </a:lnTo>
                  <a:lnTo>
                    <a:pt x="490" y="462"/>
                  </a:lnTo>
                  <a:lnTo>
                    <a:pt x="462" y="490"/>
                  </a:lnTo>
                  <a:lnTo>
                    <a:pt x="431" y="513"/>
                  </a:lnTo>
                  <a:lnTo>
                    <a:pt x="398" y="532"/>
                  </a:lnTo>
                  <a:lnTo>
                    <a:pt x="361" y="546"/>
                  </a:lnTo>
                  <a:lnTo>
                    <a:pt x="320" y="555"/>
                  </a:lnTo>
                  <a:lnTo>
                    <a:pt x="279" y="559"/>
                  </a:lnTo>
                  <a:lnTo>
                    <a:pt x="238" y="555"/>
                  </a:lnTo>
                  <a:lnTo>
                    <a:pt x="199" y="546"/>
                  </a:lnTo>
                  <a:lnTo>
                    <a:pt x="162" y="532"/>
                  </a:lnTo>
                  <a:lnTo>
                    <a:pt x="127" y="513"/>
                  </a:lnTo>
                  <a:lnTo>
                    <a:pt x="96" y="490"/>
                  </a:lnTo>
                  <a:lnTo>
                    <a:pt x="68" y="462"/>
                  </a:lnTo>
                  <a:lnTo>
                    <a:pt x="45" y="431"/>
                  </a:lnTo>
                  <a:lnTo>
                    <a:pt x="26" y="397"/>
                  </a:lnTo>
                  <a:lnTo>
                    <a:pt x="11" y="360"/>
                  </a:lnTo>
                  <a:lnTo>
                    <a:pt x="3" y="320"/>
                  </a:lnTo>
                  <a:lnTo>
                    <a:pt x="0" y="279"/>
                  </a:lnTo>
                  <a:lnTo>
                    <a:pt x="3" y="238"/>
                  </a:lnTo>
                  <a:lnTo>
                    <a:pt x="11" y="198"/>
                  </a:lnTo>
                  <a:lnTo>
                    <a:pt x="26" y="161"/>
                  </a:lnTo>
                  <a:lnTo>
                    <a:pt x="45" y="127"/>
                  </a:lnTo>
                  <a:lnTo>
                    <a:pt x="68" y="95"/>
                  </a:lnTo>
                  <a:lnTo>
                    <a:pt x="96" y="67"/>
                  </a:lnTo>
                  <a:lnTo>
                    <a:pt x="127" y="44"/>
                  </a:lnTo>
                  <a:lnTo>
                    <a:pt x="162" y="25"/>
                  </a:lnTo>
                  <a:lnTo>
                    <a:pt x="199" y="11"/>
                  </a:lnTo>
                  <a:lnTo>
                    <a:pt x="238" y="2"/>
                  </a:lnTo>
                  <a:lnTo>
                    <a:pt x="279"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1" name="Freeform 191"/>
            <p:cNvSpPr>
              <a:spLocks noEditPoints="1"/>
            </p:cNvSpPr>
            <p:nvPr/>
          </p:nvSpPr>
          <p:spPr bwMode="auto">
            <a:xfrm>
              <a:off x="9526588" y="2401888"/>
              <a:ext cx="98425" cy="98425"/>
            </a:xfrm>
            <a:custGeom>
              <a:avLst/>
              <a:gdLst>
                <a:gd name="T0" fmla="*/ 252 w 559"/>
                <a:gd name="T1" fmla="*/ 142 h 559"/>
                <a:gd name="T2" fmla="*/ 205 w 559"/>
                <a:gd name="T3" fmla="*/ 162 h 559"/>
                <a:gd name="T4" fmla="*/ 170 w 559"/>
                <a:gd name="T5" fmla="*/ 197 h 559"/>
                <a:gd name="T6" fmla="*/ 149 w 559"/>
                <a:gd name="T7" fmla="*/ 244 h 559"/>
                <a:gd name="T8" fmla="*/ 149 w 559"/>
                <a:gd name="T9" fmla="*/ 297 h 559"/>
                <a:gd name="T10" fmla="*/ 170 w 559"/>
                <a:gd name="T11" fmla="*/ 345 h 559"/>
                <a:gd name="T12" fmla="*/ 205 w 559"/>
                <a:gd name="T13" fmla="*/ 381 h 559"/>
                <a:gd name="T14" fmla="*/ 252 w 559"/>
                <a:gd name="T15" fmla="*/ 400 h 559"/>
                <a:gd name="T16" fmla="*/ 306 w 559"/>
                <a:gd name="T17" fmla="*/ 400 h 559"/>
                <a:gd name="T18" fmla="*/ 354 w 559"/>
                <a:gd name="T19" fmla="*/ 381 h 559"/>
                <a:gd name="T20" fmla="*/ 390 w 559"/>
                <a:gd name="T21" fmla="*/ 345 h 559"/>
                <a:gd name="T22" fmla="*/ 409 w 559"/>
                <a:gd name="T23" fmla="*/ 298 h 559"/>
                <a:gd name="T24" fmla="*/ 412 w 559"/>
                <a:gd name="T25" fmla="*/ 244 h 559"/>
                <a:gd name="T26" fmla="*/ 393 w 559"/>
                <a:gd name="T27" fmla="*/ 197 h 559"/>
                <a:gd name="T28" fmla="*/ 356 w 559"/>
                <a:gd name="T29" fmla="*/ 162 h 559"/>
                <a:gd name="T30" fmla="*/ 306 w 559"/>
                <a:gd name="T31" fmla="*/ 142 h 559"/>
                <a:gd name="T32" fmla="*/ 280 w 559"/>
                <a:gd name="T33" fmla="*/ 0 h 559"/>
                <a:gd name="T34" fmla="*/ 360 w 559"/>
                <a:gd name="T35" fmla="*/ 11 h 559"/>
                <a:gd name="T36" fmla="*/ 432 w 559"/>
                <a:gd name="T37" fmla="*/ 44 h 559"/>
                <a:gd name="T38" fmla="*/ 490 w 559"/>
                <a:gd name="T39" fmla="*/ 95 h 559"/>
                <a:gd name="T40" fmla="*/ 533 w 559"/>
                <a:gd name="T41" fmla="*/ 161 h 559"/>
                <a:gd name="T42" fmla="*/ 556 w 559"/>
                <a:gd name="T43" fmla="*/ 238 h 559"/>
                <a:gd name="T44" fmla="*/ 556 w 559"/>
                <a:gd name="T45" fmla="*/ 320 h 559"/>
                <a:gd name="T46" fmla="*/ 533 w 559"/>
                <a:gd name="T47" fmla="*/ 397 h 559"/>
                <a:gd name="T48" fmla="*/ 490 w 559"/>
                <a:gd name="T49" fmla="*/ 462 h 559"/>
                <a:gd name="T50" fmla="*/ 432 w 559"/>
                <a:gd name="T51" fmla="*/ 513 h 559"/>
                <a:gd name="T52" fmla="*/ 360 w 559"/>
                <a:gd name="T53" fmla="*/ 546 h 559"/>
                <a:gd name="T54" fmla="*/ 280 w 559"/>
                <a:gd name="T55" fmla="*/ 559 h 559"/>
                <a:gd name="T56" fmla="*/ 198 w 559"/>
                <a:gd name="T57" fmla="*/ 546 h 559"/>
                <a:gd name="T58" fmla="*/ 127 w 559"/>
                <a:gd name="T59" fmla="*/ 513 h 559"/>
                <a:gd name="T60" fmla="*/ 68 w 559"/>
                <a:gd name="T61" fmla="*/ 462 h 559"/>
                <a:gd name="T62" fmla="*/ 26 w 559"/>
                <a:gd name="T63" fmla="*/ 397 h 559"/>
                <a:gd name="T64" fmla="*/ 3 w 559"/>
                <a:gd name="T65" fmla="*/ 320 h 559"/>
                <a:gd name="T66" fmla="*/ 3 w 559"/>
                <a:gd name="T67" fmla="*/ 238 h 559"/>
                <a:gd name="T68" fmla="*/ 26 w 559"/>
                <a:gd name="T69" fmla="*/ 161 h 559"/>
                <a:gd name="T70" fmla="*/ 68 w 559"/>
                <a:gd name="T71" fmla="*/ 95 h 559"/>
                <a:gd name="T72" fmla="*/ 127 w 559"/>
                <a:gd name="T73" fmla="*/ 44 h 559"/>
                <a:gd name="T74" fmla="*/ 198 w 559"/>
                <a:gd name="T75" fmla="*/ 11 h 559"/>
                <a:gd name="T76" fmla="*/ 280 w 559"/>
                <a:gd name="T77" fmla="*/ 0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9" h="559">
                  <a:moveTo>
                    <a:pt x="280" y="139"/>
                  </a:moveTo>
                  <a:lnTo>
                    <a:pt x="252" y="142"/>
                  </a:lnTo>
                  <a:lnTo>
                    <a:pt x="228" y="149"/>
                  </a:lnTo>
                  <a:lnTo>
                    <a:pt x="205" y="162"/>
                  </a:lnTo>
                  <a:lnTo>
                    <a:pt x="185" y="178"/>
                  </a:lnTo>
                  <a:lnTo>
                    <a:pt x="170" y="197"/>
                  </a:lnTo>
                  <a:lnTo>
                    <a:pt x="157" y="220"/>
                  </a:lnTo>
                  <a:lnTo>
                    <a:pt x="149" y="244"/>
                  </a:lnTo>
                  <a:lnTo>
                    <a:pt x="146" y="271"/>
                  </a:lnTo>
                  <a:lnTo>
                    <a:pt x="149" y="297"/>
                  </a:lnTo>
                  <a:lnTo>
                    <a:pt x="157" y="323"/>
                  </a:lnTo>
                  <a:lnTo>
                    <a:pt x="170" y="345"/>
                  </a:lnTo>
                  <a:lnTo>
                    <a:pt x="185" y="364"/>
                  </a:lnTo>
                  <a:lnTo>
                    <a:pt x="205" y="381"/>
                  </a:lnTo>
                  <a:lnTo>
                    <a:pt x="228" y="392"/>
                  </a:lnTo>
                  <a:lnTo>
                    <a:pt x="252" y="400"/>
                  </a:lnTo>
                  <a:lnTo>
                    <a:pt x="280" y="403"/>
                  </a:lnTo>
                  <a:lnTo>
                    <a:pt x="306" y="400"/>
                  </a:lnTo>
                  <a:lnTo>
                    <a:pt x="331" y="392"/>
                  </a:lnTo>
                  <a:lnTo>
                    <a:pt x="354" y="381"/>
                  </a:lnTo>
                  <a:lnTo>
                    <a:pt x="373" y="365"/>
                  </a:lnTo>
                  <a:lnTo>
                    <a:pt x="390" y="345"/>
                  </a:lnTo>
                  <a:lnTo>
                    <a:pt x="401" y="323"/>
                  </a:lnTo>
                  <a:lnTo>
                    <a:pt x="409" y="298"/>
                  </a:lnTo>
                  <a:lnTo>
                    <a:pt x="412" y="271"/>
                  </a:lnTo>
                  <a:lnTo>
                    <a:pt x="412" y="244"/>
                  </a:lnTo>
                  <a:lnTo>
                    <a:pt x="404" y="220"/>
                  </a:lnTo>
                  <a:lnTo>
                    <a:pt x="393" y="197"/>
                  </a:lnTo>
                  <a:lnTo>
                    <a:pt x="376" y="178"/>
                  </a:lnTo>
                  <a:lnTo>
                    <a:pt x="356" y="162"/>
                  </a:lnTo>
                  <a:lnTo>
                    <a:pt x="333" y="149"/>
                  </a:lnTo>
                  <a:lnTo>
                    <a:pt x="306" y="142"/>
                  </a:lnTo>
                  <a:lnTo>
                    <a:pt x="280" y="139"/>
                  </a:lnTo>
                  <a:close/>
                  <a:moveTo>
                    <a:pt x="280" y="0"/>
                  </a:moveTo>
                  <a:lnTo>
                    <a:pt x="321" y="2"/>
                  </a:lnTo>
                  <a:lnTo>
                    <a:pt x="360" y="11"/>
                  </a:lnTo>
                  <a:lnTo>
                    <a:pt x="397" y="25"/>
                  </a:lnTo>
                  <a:lnTo>
                    <a:pt x="432" y="44"/>
                  </a:lnTo>
                  <a:lnTo>
                    <a:pt x="463" y="67"/>
                  </a:lnTo>
                  <a:lnTo>
                    <a:pt x="490" y="95"/>
                  </a:lnTo>
                  <a:lnTo>
                    <a:pt x="513" y="127"/>
                  </a:lnTo>
                  <a:lnTo>
                    <a:pt x="533" y="161"/>
                  </a:lnTo>
                  <a:lnTo>
                    <a:pt x="546" y="198"/>
                  </a:lnTo>
                  <a:lnTo>
                    <a:pt x="556" y="238"/>
                  </a:lnTo>
                  <a:lnTo>
                    <a:pt x="559" y="279"/>
                  </a:lnTo>
                  <a:lnTo>
                    <a:pt x="556" y="320"/>
                  </a:lnTo>
                  <a:lnTo>
                    <a:pt x="546" y="360"/>
                  </a:lnTo>
                  <a:lnTo>
                    <a:pt x="533" y="397"/>
                  </a:lnTo>
                  <a:lnTo>
                    <a:pt x="513" y="431"/>
                  </a:lnTo>
                  <a:lnTo>
                    <a:pt x="490" y="462"/>
                  </a:lnTo>
                  <a:lnTo>
                    <a:pt x="463" y="490"/>
                  </a:lnTo>
                  <a:lnTo>
                    <a:pt x="432" y="513"/>
                  </a:lnTo>
                  <a:lnTo>
                    <a:pt x="397" y="532"/>
                  </a:lnTo>
                  <a:lnTo>
                    <a:pt x="360" y="546"/>
                  </a:lnTo>
                  <a:lnTo>
                    <a:pt x="321" y="555"/>
                  </a:lnTo>
                  <a:lnTo>
                    <a:pt x="280" y="559"/>
                  </a:lnTo>
                  <a:lnTo>
                    <a:pt x="238" y="555"/>
                  </a:lnTo>
                  <a:lnTo>
                    <a:pt x="198" y="546"/>
                  </a:lnTo>
                  <a:lnTo>
                    <a:pt x="161" y="532"/>
                  </a:lnTo>
                  <a:lnTo>
                    <a:pt x="127" y="513"/>
                  </a:lnTo>
                  <a:lnTo>
                    <a:pt x="96" y="490"/>
                  </a:lnTo>
                  <a:lnTo>
                    <a:pt x="68" y="462"/>
                  </a:lnTo>
                  <a:lnTo>
                    <a:pt x="45" y="431"/>
                  </a:lnTo>
                  <a:lnTo>
                    <a:pt x="26" y="397"/>
                  </a:lnTo>
                  <a:lnTo>
                    <a:pt x="12" y="360"/>
                  </a:lnTo>
                  <a:lnTo>
                    <a:pt x="3" y="320"/>
                  </a:lnTo>
                  <a:lnTo>
                    <a:pt x="0" y="279"/>
                  </a:lnTo>
                  <a:lnTo>
                    <a:pt x="3" y="238"/>
                  </a:lnTo>
                  <a:lnTo>
                    <a:pt x="12" y="198"/>
                  </a:lnTo>
                  <a:lnTo>
                    <a:pt x="26" y="161"/>
                  </a:lnTo>
                  <a:lnTo>
                    <a:pt x="45" y="127"/>
                  </a:lnTo>
                  <a:lnTo>
                    <a:pt x="68" y="95"/>
                  </a:lnTo>
                  <a:lnTo>
                    <a:pt x="96" y="67"/>
                  </a:lnTo>
                  <a:lnTo>
                    <a:pt x="127" y="44"/>
                  </a:lnTo>
                  <a:lnTo>
                    <a:pt x="161" y="25"/>
                  </a:lnTo>
                  <a:lnTo>
                    <a:pt x="198" y="11"/>
                  </a:lnTo>
                  <a:lnTo>
                    <a:pt x="238" y="2"/>
                  </a:lnTo>
                  <a:lnTo>
                    <a:pt x="280"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2" name="Freeform 192"/>
            <p:cNvSpPr>
              <a:spLocks noEditPoints="1"/>
            </p:cNvSpPr>
            <p:nvPr/>
          </p:nvSpPr>
          <p:spPr bwMode="auto">
            <a:xfrm>
              <a:off x="9366251" y="1973263"/>
              <a:ext cx="142875" cy="142875"/>
            </a:xfrm>
            <a:custGeom>
              <a:avLst/>
              <a:gdLst>
                <a:gd name="T0" fmla="*/ 362 w 809"/>
                <a:gd name="T1" fmla="*/ 151 h 809"/>
                <a:gd name="T2" fmla="*/ 287 w 809"/>
                <a:gd name="T3" fmla="*/ 177 h 809"/>
                <a:gd name="T4" fmla="*/ 223 w 809"/>
                <a:gd name="T5" fmla="*/ 224 h 809"/>
                <a:gd name="T6" fmla="*/ 176 w 809"/>
                <a:gd name="T7" fmla="*/ 288 h 809"/>
                <a:gd name="T8" fmla="*/ 150 w 809"/>
                <a:gd name="T9" fmla="*/ 363 h 809"/>
                <a:gd name="T10" fmla="*/ 150 w 809"/>
                <a:gd name="T11" fmla="*/ 446 h 809"/>
                <a:gd name="T12" fmla="*/ 176 w 809"/>
                <a:gd name="T13" fmla="*/ 522 h 809"/>
                <a:gd name="T14" fmla="*/ 223 w 809"/>
                <a:gd name="T15" fmla="*/ 586 h 809"/>
                <a:gd name="T16" fmla="*/ 287 w 809"/>
                <a:gd name="T17" fmla="*/ 633 h 809"/>
                <a:gd name="T18" fmla="*/ 362 w 809"/>
                <a:gd name="T19" fmla="*/ 659 h 809"/>
                <a:gd name="T20" fmla="*/ 445 w 809"/>
                <a:gd name="T21" fmla="*/ 659 h 809"/>
                <a:gd name="T22" fmla="*/ 521 w 809"/>
                <a:gd name="T23" fmla="*/ 633 h 809"/>
                <a:gd name="T24" fmla="*/ 585 w 809"/>
                <a:gd name="T25" fmla="*/ 586 h 809"/>
                <a:gd name="T26" fmla="*/ 632 w 809"/>
                <a:gd name="T27" fmla="*/ 522 h 809"/>
                <a:gd name="T28" fmla="*/ 658 w 809"/>
                <a:gd name="T29" fmla="*/ 446 h 809"/>
                <a:gd name="T30" fmla="*/ 659 w 809"/>
                <a:gd name="T31" fmla="*/ 368 h 809"/>
                <a:gd name="T32" fmla="*/ 639 w 809"/>
                <a:gd name="T33" fmla="*/ 298 h 809"/>
                <a:gd name="T34" fmla="*/ 601 w 809"/>
                <a:gd name="T35" fmla="*/ 237 h 809"/>
                <a:gd name="T36" fmla="*/ 547 w 809"/>
                <a:gd name="T37" fmla="*/ 190 h 809"/>
                <a:gd name="T38" fmla="*/ 480 w 809"/>
                <a:gd name="T39" fmla="*/ 159 h 809"/>
                <a:gd name="T40" fmla="*/ 404 w 809"/>
                <a:gd name="T41" fmla="*/ 147 h 809"/>
                <a:gd name="T42" fmla="*/ 455 w 809"/>
                <a:gd name="T43" fmla="*/ 3 h 809"/>
                <a:gd name="T44" fmla="*/ 549 w 809"/>
                <a:gd name="T45" fmla="*/ 28 h 809"/>
                <a:gd name="T46" fmla="*/ 634 w 809"/>
                <a:gd name="T47" fmla="*/ 73 h 809"/>
                <a:gd name="T48" fmla="*/ 705 w 809"/>
                <a:gd name="T49" fmla="*/ 138 h 809"/>
                <a:gd name="T50" fmla="*/ 760 w 809"/>
                <a:gd name="T51" fmla="*/ 216 h 809"/>
                <a:gd name="T52" fmla="*/ 796 w 809"/>
                <a:gd name="T53" fmla="*/ 306 h 809"/>
                <a:gd name="T54" fmla="*/ 809 w 809"/>
                <a:gd name="T55" fmla="*/ 405 h 809"/>
                <a:gd name="T56" fmla="*/ 796 w 809"/>
                <a:gd name="T57" fmla="*/ 503 h 809"/>
                <a:gd name="T58" fmla="*/ 762 w 809"/>
                <a:gd name="T59" fmla="*/ 594 h 809"/>
                <a:gd name="T60" fmla="*/ 709 w 809"/>
                <a:gd name="T61" fmla="*/ 672 h 809"/>
                <a:gd name="T62" fmla="*/ 638 w 809"/>
                <a:gd name="T63" fmla="*/ 736 h 809"/>
                <a:gd name="T64" fmla="*/ 552 w 809"/>
                <a:gd name="T65" fmla="*/ 781 h 809"/>
                <a:gd name="T66" fmla="*/ 456 w 809"/>
                <a:gd name="T67" fmla="*/ 806 h 809"/>
                <a:gd name="T68" fmla="*/ 353 w 809"/>
                <a:gd name="T69" fmla="*/ 806 h 809"/>
                <a:gd name="T70" fmla="*/ 256 w 809"/>
                <a:gd name="T71" fmla="*/ 781 h 809"/>
                <a:gd name="T72" fmla="*/ 171 w 809"/>
                <a:gd name="T73" fmla="*/ 736 h 809"/>
                <a:gd name="T74" fmla="*/ 100 w 809"/>
                <a:gd name="T75" fmla="*/ 672 h 809"/>
                <a:gd name="T76" fmla="*/ 46 w 809"/>
                <a:gd name="T77" fmla="*/ 594 h 809"/>
                <a:gd name="T78" fmla="*/ 11 w 809"/>
                <a:gd name="T79" fmla="*/ 503 h 809"/>
                <a:gd name="T80" fmla="*/ 0 w 809"/>
                <a:gd name="T81" fmla="*/ 405 h 809"/>
                <a:gd name="T82" fmla="*/ 12 w 809"/>
                <a:gd name="T83" fmla="*/ 306 h 809"/>
                <a:gd name="T84" fmla="*/ 47 w 809"/>
                <a:gd name="T85" fmla="*/ 216 h 809"/>
                <a:gd name="T86" fmla="*/ 102 w 809"/>
                <a:gd name="T87" fmla="*/ 138 h 809"/>
                <a:gd name="T88" fmla="*/ 174 w 809"/>
                <a:gd name="T89" fmla="*/ 73 h 809"/>
                <a:gd name="T90" fmla="*/ 259 w 809"/>
                <a:gd name="T91" fmla="*/ 28 h 809"/>
                <a:gd name="T92" fmla="*/ 354 w 809"/>
                <a:gd name="T93" fmla="*/ 3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09" h="809">
                  <a:moveTo>
                    <a:pt x="404" y="147"/>
                  </a:moveTo>
                  <a:lnTo>
                    <a:pt x="362" y="151"/>
                  </a:lnTo>
                  <a:lnTo>
                    <a:pt x="323" y="161"/>
                  </a:lnTo>
                  <a:lnTo>
                    <a:pt x="287" y="177"/>
                  </a:lnTo>
                  <a:lnTo>
                    <a:pt x="253" y="198"/>
                  </a:lnTo>
                  <a:lnTo>
                    <a:pt x="223" y="224"/>
                  </a:lnTo>
                  <a:lnTo>
                    <a:pt x="197" y="254"/>
                  </a:lnTo>
                  <a:lnTo>
                    <a:pt x="176" y="288"/>
                  </a:lnTo>
                  <a:lnTo>
                    <a:pt x="160" y="324"/>
                  </a:lnTo>
                  <a:lnTo>
                    <a:pt x="150" y="363"/>
                  </a:lnTo>
                  <a:lnTo>
                    <a:pt x="147" y="405"/>
                  </a:lnTo>
                  <a:lnTo>
                    <a:pt x="150" y="446"/>
                  </a:lnTo>
                  <a:lnTo>
                    <a:pt x="160" y="485"/>
                  </a:lnTo>
                  <a:lnTo>
                    <a:pt x="176" y="522"/>
                  </a:lnTo>
                  <a:lnTo>
                    <a:pt x="197" y="556"/>
                  </a:lnTo>
                  <a:lnTo>
                    <a:pt x="223" y="586"/>
                  </a:lnTo>
                  <a:lnTo>
                    <a:pt x="253" y="612"/>
                  </a:lnTo>
                  <a:lnTo>
                    <a:pt x="287" y="633"/>
                  </a:lnTo>
                  <a:lnTo>
                    <a:pt x="323" y="649"/>
                  </a:lnTo>
                  <a:lnTo>
                    <a:pt x="362" y="659"/>
                  </a:lnTo>
                  <a:lnTo>
                    <a:pt x="404" y="663"/>
                  </a:lnTo>
                  <a:lnTo>
                    <a:pt x="445" y="659"/>
                  </a:lnTo>
                  <a:lnTo>
                    <a:pt x="484" y="649"/>
                  </a:lnTo>
                  <a:lnTo>
                    <a:pt x="521" y="633"/>
                  </a:lnTo>
                  <a:lnTo>
                    <a:pt x="555" y="612"/>
                  </a:lnTo>
                  <a:lnTo>
                    <a:pt x="585" y="586"/>
                  </a:lnTo>
                  <a:lnTo>
                    <a:pt x="611" y="556"/>
                  </a:lnTo>
                  <a:lnTo>
                    <a:pt x="632" y="522"/>
                  </a:lnTo>
                  <a:lnTo>
                    <a:pt x="648" y="485"/>
                  </a:lnTo>
                  <a:lnTo>
                    <a:pt x="658" y="446"/>
                  </a:lnTo>
                  <a:lnTo>
                    <a:pt x="662" y="405"/>
                  </a:lnTo>
                  <a:lnTo>
                    <a:pt x="659" y="368"/>
                  </a:lnTo>
                  <a:lnTo>
                    <a:pt x="651" y="332"/>
                  </a:lnTo>
                  <a:lnTo>
                    <a:pt x="639" y="298"/>
                  </a:lnTo>
                  <a:lnTo>
                    <a:pt x="622" y="266"/>
                  </a:lnTo>
                  <a:lnTo>
                    <a:pt x="601" y="237"/>
                  </a:lnTo>
                  <a:lnTo>
                    <a:pt x="575" y="212"/>
                  </a:lnTo>
                  <a:lnTo>
                    <a:pt x="547" y="190"/>
                  </a:lnTo>
                  <a:lnTo>
                    <a:pt x="515" y="172"/>
                  </a:lnTo>
                  <a:lnTo>
                    <a:pt x="480" y="159"/>
                  </a:lnTo>
                  <a:lnTo>
                    <a:pt x="443" y="151"/>
                  </a:lnTo>
                  <a:lnTo>
                    <a:pt x="404" y="147"/>
                  </a:lnTo>
                  <a:close/>
                  <a:moveTo>
                    <a:pt x="404" y="0"/>
                  </a:moveTo>
                  <a:lnTo>
                    <a:pt x="455" y="3"/>
                  </a:lnTo>
                  <a:lnTo>
                    <a:pt x="503" y="13"/>
                  </a:lnTo>
                  <a:lnTo>
                    <a:pt x="549" y="28"/>
                  </a:lnTo>
                  <a:lnTo>
                    <a:pt x="593" y="49"/>
                  </a:lnTo>
                  <a:lnTo>
                    <a:pt x="634" y="73"/>
                  </a:lnTo>
                  <a:lnTo>
                    <a:pt x="671" y="104"/>
                  </a:lnTo>
                  <a:lnTo>
                    <a:pt x="705" y="138"/>
                  </a:lnTo>
                  <a:lnTo>
                    <a:pt x="736" y="175"/>
                  </a:lnTo>
                  <a:lnTo>
                    <a:pt x="760" y="216"/>
                  </a:lnTo>
                  <a:lnTo>
                    <a:pt x="782" y="260"/>
                  </a:lnTo>
                  <a:lnTo>
                    <a:pt x="796" y="306"/>
                  </a:lnTo>
                  <a:lnTo>
                    <a:pt x="806" y="355"/>
                  </a:lnTo>
                  <a:lnTo>
                    <a:pt x="809" y="405"/>
                  </a:lnTo>
                  <a:lnTo>
                    <a:pt x="806" y="455"/>
                  </a:lnTo>
                  <a:lnTo>
                    <a:pt x="796" y="503"/>
                  </a:lnTo>
                  <a:lnTo>
                    <a:pt x="783" y="550"/>
                  </a:lnTo>
                  <a:lnTo>
                    <a:pt x="762" y="594"/>
                  </a:lnTo>
                  <a:lnTo>
                    <a:pt x="738" y="634"/>
                  </a:lnTo>
                  <a:lnTo>
                    <a:pt x="709" y="672"/>
                  </a:lnTo>
                  <a:lnTo>
                    <a:pt x="675" y="706"/>
                  </a:lnTo>
                  <a:lnTo>
                    <a:pt x="638" y="736"/>
                  </a:lnTo>
                  <a:lnTo>
                    <a:pt x="596" y="761"/>
                  </a:lnTo>
                  <a:lnTo>
                    <a:pt x="552" y="781"/>
                  </a:lnTo>
                  <a:lnTo>
                    <a:pt x="505" y="796"/>
                  </a:lnTo>
                  <a:lnTo>
                    <a:pt x="456" y="806"/>
                  </a:lnTo>
                  <a:lnTo>
                    <a:pt x="404" y="809"/>
                  </a:lnTo>
                  <a:lnTo>
                    <a:pt x="353" y="806"/>
                  </a:lnTo>
                  <a:lnTo>
                    <a:pt x="303" y="796"/>
                  </a:lnTo>
                  <a:lnTo>
                    <a:pt x="256" y="781"/>
                  </a:lnTo>
                  <a:lnTo>
                    <a:pt x="212" y="761"/>
                  </a:lnTo>
                  <a:lnTo>
                    <a:pt x="171" y="736"/>
                  </a:lnTo>
                  <a:lnTo>
                    <a:pt x="134" y="706"/>
                  </a:lnTo>
                  <a:lnTo>
                    <a:pt x="100" y="672"/>
                  </a:lnTo>
                  <a:lnTo>
                    <a:pt x="70" y="634"/>
                  </a:lnTo>
                  <a:lnTo>
                    <a:pt x="46" y="594"/>
                  </a:lnTo>
                  <a:lnTo>
                    <a:pt x="26" y="550"/>
                  </a:lnTo>
                  <a:lnTo>
                    <a:pt x="11" y="503"/>
                  </a:lnTo>
                  <a:lnTo>
                    <a:pt x="3" y="455"/>
                  </a:lnTo>
                  <a:lnTo>
                    <a:pt x="0" y="405"/>
                  </a:lnTo>
                  <a:lnTo>
                    <a:pt x="3" y="355"/>
                  </a:lnTo>
                  <a:lnTo>
                    <a:pt x="12" y="306"/>
                  </a:lnTo>
                  <a:lnTo>
                    <a:pt x="27" y="260"/>
                  </a:lnTo>
                  <a:lnTo>
                    <a:pt x="47" y="216"/>
                  </a:lnTo>
                  <a:lnTo>
                    <a:pt x="73" y="175"/>
                  </a:lnTo>
                  <a:lnTo>
                    <a:pt x="102" y="138"/>
                  </a:lnTo>
                  <a:lnTo>
                    <a:pt x="136" y="104"/>
                  </a:lnTo>
                  <a:lnTo>
                    <a:pt x="174" y="73"/>
                  </a:lnTo>
                  <a:lnTo>
                    <a:pt x="215" y="49"/>
                  </a:lnTo>
                  <a:lnTo>
                    <a:pt x="259" y="28"/>
                  </a:lnTo>
                  <a:lnTo>
                    <a:pt x="305" y="13"/>
                  </a:lnTo>
                  <a:lnTo>
                    <a:pt x="354" y="3"/>
                  </a:lnTo>
                  <a:lnTo>
                    <a:pt x="404" y="0"/>
                  </a:lnTo>
                  <a:close/>
                </a:path>
              </a:pathLst>
            </a:custGeom>
            <a:grpFill/>
            <a:ln w="0">
              <a:noFill/>
              <a:prstDash val="solid"/>
              <a:round/>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56" name="Group 3_1">
            <a:extLst>
              <a:ext uri="{FF2B5EF4-FFF2-40B4-BE49-F238E27FC236}">
                <a16:creationId xmlns:a16="http://schemas.microsoft.com/office/drawing/2014/main" xmlns="" id="{D55E8CE9-23D6-4C71-8EA1-D7A8B9DA3F93}"/>
              </a:ext>
            </a:extLst>
          </p:cNvPr>
          <p:cNvGrpSpPr/>
          <p:nvPr/>
        </p:nvGrpSpPr>
        <p:grpSpPr>
          <a:xfrm>
            <a:off x="337765" y="0"/>
            <a:ext cx="3121051" cy="811891"/>
            <a:chOff x="457036" y="101510"/>
            <a:chExt cx="2451980" cy="637843"/>
          </a:xfrm>
        </p:grpSpPr>
        <p:sp>
          <p:nvSpPr>
            <p:cNvPr id="57" name="矩形 56">
              <a:extLst>
                <a:ext uri="{FF2B5EF4-FFF2-40B4-BE49-F238E27FC236}">
                  <a16:creationId xmlns:a16="http://schemas.microsoft.com/office/drawing/2014/main" xmlns="" id="{DE761335-990B-4BD5-9313-3524C3E98563}"/>
                </a:ext>
              </a:extLst>
            </p:cNvPr>
            <p:cNvSpPr/>
            <p:nvPr/>
          </p:nvSpPr>
          <p:spPr>
            <a:xfrm>
              <a:off x="516175" y="101510"/>
              <a:ext cx="1166851" cy="84019"/>
            </a:xfrm>
            <a:prstGeom prst="rect">
              <a:avLst/>
            </a:prstGeom>
            <a:solidFill>
              <a:srgbClr val="164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8" name="文本框 57">
              <a:extLst>
                <a:ext uri="{FF2B5EF4-FFF2-40B4-BE49-F238E27FC236}">
                  <a16:creationId xmlns:a16="http://schemas.microsoft.com/office/drawing/2014/main" xmlns="" id="{BE93382B-4508-4994-8CA5-9F93BAD1A459}"/>
                </a:ext>
              </a:extLst>
            </p:cNvPr>
            <p:cNvSpPr txBox="1"/>
            <p:nvPr/>
          </p:nvSpPr>
          <p:spPr>
            <a:xfrm>
              <a:off x="457036" y="279938"/>
              <a:ext cx="2451980" cy="459415"/>
            </a:xfrm>
            <a:prstGeom prst="rect">
              <a:avLst/>
            </a:prstGeom>
            <a:noFill/>
          </p:spPr>
          <p:txBody>
            <a:bodyPr wrap="square" rtlCol="0">
              <a:spAutoFit/>
            </a:bodyPr>
            <a:lstStyle/>
            <a:p>
              <a:r>
                <a:rPr lang="zh-CN" altLang="en-US" sz="32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输入您的标题</a:t>
              </a:r>
            </a:p>
          </p:txBody>
        </p:sp>
      </p:grpSp>
      <p:pic>
        <p:nvPicPr>
          <p:cNvPr id="53" name="图片 5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fltVal val="0"/>
                                          </p:val>
                                        </p:tav>
                                        <p:tav tm="100000">
                                          <p:val>
                                            <p:strVal val="#ppt_w"/>
                                          </p:val>
                                        </p:tav>
                                      </p:tavLst>
                                    </p:anim>
                                    <p:anim calcmode="lin" valueType="num">
                                      <p:cBhvr>
                                        <p:cTn id="8" dur="500" fill="hold"/>
                                        <p:tgtEl>
                                          <p:spTgt spid="47"/>
                                        </p:tgtEl>
                                        <p:attrNameLst>
                                          <p:attrName>ppt_h</p:attrName>
                                        </p:attrNameLst>
                                      </p:cBhvr>
                                      <p:tavLst>
                                        <p:tav tm="0">
                                          <p:val>
                                            <p:fltVal val="0"/>
                                          </p:val>
                                        </p:tav>
                                        <p:tav tm="100000">
                                          <p:val>
                                            <p:strVal val="#ppt_h"/>
                                          </p:val>
                                        </p:tav>
                                      </p:tavLst>
                                    </p:anim>
                                    <p:anim calcmode="lin" valueType="num">
                                      <p:cBhvr>
                                        <p:cTn id="9" dur="500" fill="hold"/>
                                        <p:tgtEl>
                                          <p:spTgt spid="47"/>
                                        </p:tgtEl>
                                        <p:attrNameLst>
                                          <p:attrName>style.rotation</p:attrName>
                                        </p:attrNameLst>
                                      </p:cBhvr>
                                      <p:tavLst>
                                        <p:tav tm="0">
                                          <p:val>
                                            <p:fltVal val="360"/>
                                          </p:val>
                                        </p:tav>
                                        <p:tav tm="100000">
                                          <p:val>
                                            <p:fltVal val="0"/>
                                          </p:val>
                                        </p:tav>
                                      </p:tavLst>
                                    </p:anim>
                                    <p:animEffect transition="in" filter="fade">
                                      <p:cBhvr>
                                        <p:cTn id="10" dur="500"/>
                                        <p:tgtEl>
                                          <p:spTgt spid="47"/>
                                        </p:tgtEl>
                                      </p:cBhvr>
                                    </p:animEffect>
                                  </p:childTnLst>
                                </p:cTn>
                              </p:par>
                              <p:par>
                                <p:cTn id="11" presetID="53" presetClass="entr" presetSubtype="16"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 calcmode="lin" valueType="num">
                                      <p:cBhvr>
                                        <p:cTn id="13" dur="500" fill="hold"/>
                                        <p:tgtEl>
                                          <p:spTgt spid="48"/>
                                        </p:tgtEl>
                                        <p:attrNameLst>
                                          <p:attrName>ppt_w</p:attrName>
                                        </p:attrNameLst>
                                      </p:cBhvr>
                                      <p:tavLst>
                                        <p:tav tm="0">
                                          <p:val>
                                            <p:fltVal val="0"/>
                                          </p:val>
                                        </p:tav>
                                        <p:tav tm="100000">
                                          <p:val>
                                            <p:strVal val="#ppt_w"/>
                                          </p:val>
                                        </p:tav>
                                      </p:tavLst>
                                    </p:anim>
                                    <p:anim calcmode="lin" valueType="num">
                                      <p:cBhvr>
                                        <p:cTn id="14" dur="500" fill="hold"/>
                                        <p:tgtEl>
                                          <p:spTgt spid="48"/>
                                        </p:tgtEl>
                                        <p:attrNameLst>
                                          <p:attrName>ppt_h</p:attrName>
                                        </p:attrNameLst>
                                      </p:cBhvr>
                                      <p:tavLst>
                                        <p:tav tm="0">
                                          <p:val>
                                            <p:fltVal val="0"/>
                                          </p:val>
                                        </p:tav>
                                        <p:tav tm="100000">
                                          <p:val>
                                            <p:strVal val="#ppt_h"/>
                                          </p:val>
                                        </p:tav>
                                      </p:tavLst>
                                    </p:anim>
                                    <p:animEffect transition="in" filter="fade">
                                      <p:cBhvr>
                                        <p:cTn id="15" dur="500"/>
                                        <p:tgtEl>
                                          <p:spTgt spid="48"/>
                                        </p:tgtEl>
                                      </p:cBhvr>
                                    </p:animEffect>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p:cTn id="19" dur="500" fill="hold"/>
                                        <p:tgtEl>
                                          <p:spTgt spid="43"/>
                                        </p:tgtEl>
                                        <p:attrNameLst>
                                          <p:attrName>ppt_w</p:attrName>
                                        </p:attrNameLst>
                                      </p:cBhvr>
                                      <p:tavLst>
                                        <p:tav tm="0">
                                          <p:val>
                                            <p:fltVal val="0"/>
                                          </p:val>
                                        </p:tav>
                                        <p:tav tm="100000">
                                          <p:val>
                                            <p:strVal val="#ppt_w"/>
                                          </p:val>
                                        </p:tav>
                                      </p:tavLst>
                                    </p:anim>
                                    <p:anim calcmode="lin" valueType="num">
                                      <p:cBhvr>
                                        <p:cTn id="20" dur="500" fill="hold"/>
                                        <p:tgtEl>
                                          <p:spTgt spid="43"/>
                                        </p:tgtEl>
                                        <p:attrNameLst>
                                          <p:attrName>ppt_h</p:attrName>
                                        </p:attrNameLst>
                                      </p:cBhvr>
                                      <p:tavLst>
                                        <p:tav tm="0">
                                          <p:val>
                                            <p:fltVal val="0"/>
                                          </p:val>
                                        </p:tav>
                                        <p:tav tm="100000">
                                          <p:val>
                                            <p:strVal val="#ppt_h"/>
                                          </p:val>
                                        </p:tav>
                                      </p:tavLst>
                                    </p:anim>
                                    <p:animEffect transition="in" filter="fade">
                                      <p:cBhvr>
                                        <p:cTn id="21" dur="500"/>
                                        <p:tgtEl>
                                          <p:spTgt spid="43"/>
                                        </p:tgtEl>
                                      </p:cBhvr>
                                    </p:animEffect>
                                  </p:childTnLst>
                                </p:cTn>
                              </p:par>
                            </p:childTnLst>
                          </p:cTn>
                        </p:par>
                        <p:par>
                          <p:cTn id="22" fill="hold">
                            <p:stCondLst>
                              <p:cond delay="100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p:cTn id="31" dur="500" fill="hold"/>
                                        <p:tgtEl>
                                          <p:spTgt spid="26"/>
                                        </p:tgtEl>
                                        <p:attrNameLst>
                                          <p:attrName>ppt_w</p:attrName>
                                        </p:attrNameLst>
                                      </p:cBhvr>
                                      <p:tavLst>
                                        <p:tav tm="0">
                                          <p:val>
                                            <p:fltVal val="0"/>
                                          </p:val>
                                        </p:tav>
                                        <p:tav tm="100000">
                                          <p:val>
                                            <p:strVal val="#ppt_w"/>
                                          </p:val>
                                        </p:tav>
                                      </p:tavLst>
                                    </p:anim>
                                    <p:anim calcmode="lin" valueType="num">
                                      <p:cBhvr>
                                        <p:cTn id="32" dur="500" fill="hold"/>
                                        <p:tgtEl>
                                          <p:spTgt spid="26"/>
                                        </p:tgtEl>
                                        <p:attrNameLst>
                                          <p:attrName>ppt_h</p:attrName>
                                        </p:attrNameLst>
                                      </p:cBhvr>
                                      <p:tavLst>
                                        <p:tav tm="0">
                                          <p:val>
                                            <p:fltVal val="0"/>
                                          </p:val>
                                        </p:tav>
                                        <p:tav tm="100000">
                                          <p:val>
                                            <p:strVal val="#ppt_h"/>
                                          </p:val>
                                        </p:tav>
                                      </p:tavLst>
                                    </p:anim>
                                    <p:animEffect transition="in" filter="fade">
                                      <p:cBhvr>
                                        <p:cTn id="33" dur="500"/>
                                        <p:tgtEl>
                                          <p:spTgt spid="26"/>
                                        </p:tgtEl>
                                      </p:cBhvr>
                                    </p:animEffect>
                                  </p:childTnLst>
                                </p:cTn>
                              </p:par>
                              <p:par>
                                <p:cTn id="34" presetID="22" presetClass="entr" presetSubtype="2"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right)">
                                      <p:cBhvr>
                                        <p:cTn id="36" dur="500"/>
                                        <p:tgtEl>
                                          <p:spTgt spid="19"/>
                                        </p:tgtEl>
                                      </p:cBhvr>
                                    </p:animEffect>
                                  </p:childTnLst>
                                </p:cTn>
                              </p:par>
                            </p:childTnLst>
                          </p:cTn>
                        </p:par>
                        <p:par>
                          <p:cTn id="37" fill="hold">
                            <p:stCondLst>
                              <p:cond delay="2000"/>
                            </p:stCondLst>
                            <p:childTnLst>
                              <p:par>
                                <p:cTn id="38" presetID="53" presetClass="entr" presetSubtype="16" fill="hold" grpId="0" nodeType="afterEffect">
                                  <p:stCondLst>
                                    <p:cond delay="0"/>
                                  </p:stCondLst>
                                  <p:childTnLst>
                                    <p:set>
                                      <p:cBhvr>
                                        <p:cTn id="39" dur="1" fill="hold">
                                          <p:stCondLst>
                                            <p:cond delay="0"/>
                                          </p:stCondLst>
                                        </p:cTn>
                                        <p:tgtEl>
                                          <p:spTgt spid="44"/>
                                        </p:tgtEl>
                                        <p:attrNameLst>
                                          <p:attrName>style.visibility</p:attrName>
                                        </p:attrNameLst>
                                      </p:cBhvr>
                                      <p:to>
                                        <p:strVal val="visible"/>
                                      </p:to>
                                    </p:set>
                                    <p:anim calcmode="lin" valueType="num">
                                      <p:cBhvr>
                                        <p:cTn id="40" dur="500" fill="hold"/>
                                        <p:tgtEl>
                                          <p:spTgt spid="44"/>
                                        </p:tgtEl>
                                        <p:attrNameLst>
                                          <p:attrName>ppt_w</p:attrName>
                                        </p:attrNameLst>
                                      </p:cBhvr>
                                      <p:tavLst>
                                        <p:tav tm="0">
                                          <p:val>
                                            <p:fltVal val="0"/>
                                          </p:val>
                                        </p:tav>
                                        <p:tav tm="100000">
                                          <p:val>
                                            <p:strVal val="#ppt_w"/>
                                          </p:val>
                                        </p:tav>
                                      </p:tavLst>
                                    </p:anim>
                                    <p:anim calcmode="lin" valueType="num">
                                      <p:cBhvr>
                                        <p:cTn id="41" dur="500" fill="hold"/>
                                        <p:tgtEl>
                                          <p:spTgt spid="44"/>
                                        </p:tgtEl>
                                        <p:attrNameLst>
                                          <p:attrName>ppt_h</p:attrName>
                                        </p:attrNameLst>
                                      </p:cBhvr>
                                      <p:tavLst>
                                        <p:tav tm="0">
                                          <p:val>
                                            <p:fltVal val="0"/>
                                          </p:val>
                                        </p:tav>
                                        <p:tav tm="100000">
                                          <p:val>
                                            <p:strVal val="#ppt_h"/>
                                          </p:val>
                                        </p:tav>
                                      </p:tavLst>
                                    </p:anim>
                                    <p:animEffect transition="in" filter="fade">
                                      <p:cBhvr>
                                        <p:cTn id="42" dur="500"/>
                                        <p:tgtEl>
                                          <p:spTgt spid="44"/>
                                        </p:tgtEl>
                                      </p:cBhvr>
                                    </p:animEffect>
                                  </p:childTnLst>
                                </p:cTn>
                              </p:par>
                            </p:childTnLst>
                          </p:cTn>
                        </p:par>
                        <p:par>
                          <p:cTn id="43" fill="hold">
                            <p:stCondLst>
                              <p:cond delay="2500"/>
                            </p:stCondLst>
                            <p:childTnLst>
                              <p:par>
                                <p:cTn id="44" presetID="53" presetClass="entr" presetSubtype="16"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p:cTn id="46" dur="500" fill="hold"/>
                                        <p:tgtEl>
                                          <p:spTgt spid="6"/>
                                        </p:tgtEl>
                                        <p:attrNameLst>
                                          <p:attrName>ppt_w</p:attrName>
                                        </p:attrNameLst>
                                      </p:cBhvr>
                                      <p:tavLst>
                                        <p:tav tm="0">
                                          <p:val>
                                            <p:fltVal val="0"/>
                                          </p:val>
                                        </p:tav>
                                        <p:tav tm="100000">
                                          <p:val>
                                            <p:strVal val="#ppt_w"/>
                                          </p:val>
                                        </p:tav>
                                      </p:tavLst>
                                    </p:anim>
                                    <p:anim calcmode="lin" valueType="num">
                                      <p:cBhvr>
                                        <p:cTn id="47" dur="500" fill="hold"/>
                                        <p:tgtEl>
                                          <p:spTgt spid="6"/>
                                        </p:tgtEl>
                                        <p:attrNameLst>
                                          <p:attrName>ppt_h</p:attrName>
                                        </p:attrNameLst>
                                      </p:cBhvr>
                                      <p:tavLst>
                                        <p:tav tm="0">
                                          <p:val>
                                            <p:fltVal val="0"/>
                                          </p:val>
                                        </p:tav>
                                        <p:tav tm="100000">
                                          <p:val>
                                            <p:strVal val="#ppt_h"/>
                                          </p:val>
                                        </p:tav>
                                      </p:tavLst>
                                    </p:anim>
                                    <p:animEffect transition="in" filter="fade">
                                      <p:cBhvr>
                                        <p:cTn id="48" dur="500"/>
                                        <p:tgtEl>
                                          <p:spTgt spid="6"/>
                                        </p:tgtEl>
                                      </p:cBhvr>
                                    </p:animEffect>
                                  </p:childTnLst>
                                </p:cTn>
                              </p:par>
                            </p:childTnLst>
                          </p:cTn>
                        </p:par>
                        <p:par>
                          <p:cTn id="49" fill="hold">
                            <p:stCondLst>
                              <p:cond delay="3000"/>
                            </p:stCondLst>
                            <p:childTnLst>
                              <p:par>
                                <p:cTn id="50" presetID="53" presetClass="entr" presetSubtype="16" fill="hold" nodeType="after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p:cTn id="52" dur="500" fill="hold"/>
                                        <p:tgtEl>
                                          <p:spTgt spid="22"/>
                                        </p:tgtEl>
                                        <p:attrNameLst>
                                          <p:attrName>ppt_w</p:attrName>
                                        </p:attrNameLst>
                                      </p:cBhvr>
                                      <p:tavLst>
                                        <p:tav tm="0">
                                          <p:val>
                                            <p:fltVal val="0"/>
                                          </p:val>
                                        </p:tav>
                                        <p:tav tm="100000">
                                          <p:val>
                                            <p:strVal val="#ppt_w"/>
                                          </p:val>
                                        </p:tav>
                                      </p:tavLst>
                                    </p:anim>
                                    <p:anim calcmode="lin" valueType="num">
                                      <p:cBhvr>
                                        <p:cTn id="53" dur="500" fill="hold"/>
                                        <p:tgtEl>
                                          <p:spTgt spid="22"/>
                                        </p:tgtEl>
                                        <p:attrNameLst>
                                          <p:attrName>ppt_h</p:attrName>
                                        </p:attrNameLst>
                                      </p:cBhvr>
                                      <p:tavLst>
                                        <p:tav tm="0">
                                          <p:val>
                                            <p:fltVal val="0"/>
                                          </p:val>
                                        </p:tav>
                                        <p:tav tm="100000">
                                          <p:val>
                                            <p:strVal val="#ppt_h"/>
                                          </p:val>
                                        </p:tav>
                                      </p:tavLst>
                                    </p:anim>
                                    <p:animEffect transition="in" filter="fade">
                                      <p:cBhvr>
                                        <p:cTn id="54" dur="500"/>
                                        <p:tgtEl>
                                          <p:spTgt spid="22"/>
                                        </p:tgtEl>
                                      </p:cBhvr>
                                    </p:animEffect>
                                  </p:childTnLst>
                                </p:cTn>
                              </p:par>
                              <p:par>
                                <p:cTn id="55" presetID="22" presetClass="entr" presetSubtype="2"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right)">
                                      <p:cBhvr>
                                        <p:cTn id="57" dur="500"/>
                                        <p:tgtEl>
                                          <p:spTgt spid="18"/>
                                        </p:tgtEl>
                                      </p:cBhvr>
                                    </p:animEffect>
                                  </p:childTnLst>
                                </p:cTn>
                              </p:par>
                            </p:childTnLst>
                          </p:cTn>
                        </p:par>
                        <p:par>
                          <p:cTn id="58" fill="hold">
                            <p:stCondLst>
                              <p:cond delay="3500"/>
                            </p:stCondLst>
                            <p:childTnLst>
                              <p:par>
                                <p:cTn id="59" presetID="53" presetClass="entr" presetSubtype="16" fill="hold" grpId="0" nodeType="afterEffect">
                                  <p:stCondLst>
                                    <p:cond delay="0"/>
                                  </p:stCondLst>
                                  <p:childTnLst>
                                    <p:set>
                                      <p:cBhvr>
                                        <p:cTn id="60" dur="1" fill="hold">
                                          <p:stCondLst>
                                            <p:cond delay="0"/>
                                          </p:stCondLst>
                                        </p:cTn>
                                        <p:tgtEl>
                                          <p:spTgt spid="46"/>
                                        </p:tgtEl>
                                        <p:attrNameLst>
                                          <p:attrName>style.visibility</p:attrName>
                                        </p:attrNameLst>
                                      </p:cBhvr>
                                      <p:to>
                                        <p:strVal val="visible"/>
                                      </p:to>
                                    </p:set>
                                    <p:anim calcmode="lin" valueType="num">
                                      <p:cBhvr>
                                        <p:cTn id="61" dur="500" fill="hold"/>
                                        <p:tgtEl>
                                          <p:spTgt spid="46"/>
                                        </p:tgtEl>
                                        <p:attrNameLst>
                                          <p:attrName>ppt_w</p:attrName>
                                        </p:attrNameLst>
                                      </p:cBhvr>
                                      <p:tavLst>
                                        <p:tav tm="0">
                                          <p:val>
                                            <p:fltVal val="0"/>
                                          </p:val>
                                        </p:tav>
                                        <p:tav tm="100000">
                                          <p:val>
                                            <p:strVal val="#ppt_w"/>
                                          </p:val>
                                        </p:tav>
                                      </p:tavLst>
                                    </p:anim>
                                    <p:anim calcmode="lin" valueType="num">
                                      <p:cBhvr>
                                        <p:cTn id="62" dur="500" fill="hold"/>
                                        <p:tgtEl>
                                          <p:spTgt spid="46"/>
                                        </p:tgtEl>
                                        <p:attrNameLst>
                                          <p:attrName>ppt_h</p:attrName>
                                        </p:attrNameLst>
                                      </p:cBhvr>
                                      <p:tavLst>
                                        <p:tav tm="0">
                                          <p:val>
                                            <p:fltVal val="0"/>
                                          </p:val>
                                        </p:tav>
                                        <p:tav tm="100000">
                                          <p:val>
                                            <p:strVal val="#ppt_h"/>
                                          </p:val>
                                        </p:tav>
                                      </p:tavLst>
                                    </p:anim>
                                    <p:animEffect transition="in" filter="fade">
                                      <p:cBhvr>
                                        <p:cTn id="63" dur="500"/>
                                        <p:tgtEl>
                                          <p:spTgt spid="46"/>
                                        </p:tgtEl>
                                      </p:cBhvr>
                                    </p:animEffect>
                                  </p:childTnLst>
                                </p:cTn>
                              </p:par>
                            </p:childTnLst>
                          </p:cTn>
                        </p:par>
                        <p:par>
                          <p:cTn id="64" fill="hold">
                            <p:stCondLst>
                              <p:cond delay="4000"/>
                            </p:stCondLst>
                            <p:childTnLst>
                              <p:par>
                                <p:cTn id="65" presetID="53" presetClass="entr" presetSubtype="16" fill="hold" grpId="0" nodeType="after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 fill="hold"/>
                                        <p:tgtEl>
                                          <p:spTgt spid="8"/>
                                        </p:tgtEl>
                                        <p:attrNameLst>
                                          <p:attrName>ppt_w</p:attrName>
                                        </p:attrNameLst>
                                      </p:cBhvr>
                                      <p:tavLst>
                                        <p:tav tm="0">
                                          <p:val>
                                            <p:fltVal val="0"/>
                                          </p:val>
                                        </p:tav>
                                        <p:tav tm="100000">
                                          <p:val>
                                            <p:strVal val="#ppt_w"/>
                                          </p:val>
                                        </p:tav>
                                      </p:tavLst>
                                    </p:anim>
                                    <p:anim calcmode="lin" valueType="num">
                                      <p:cBhvr>
                                        <p:cTn id="68" dur="500" fill="hold"/>
                                        <p:tgtEl>
                                          <p:spTgt spid="8"/>
                                        </p:tgtEl>
                                        <p:attrNameLst>
                                          <p:attrName>ppt_h</p:attrName>
                                        </p:attrNameLst>
                                      </p:cBhvr>
                                      <p:tavLst>
                                        <p:tav tm="0">
                                          <p:val>
                                            <p:fltVal val="0"/>
                                          </p:val>
                                        </p:tav>
                                        <p:tav tm="100000">
                                          <p:val>
                                            <p:strVal val="#ppt_h"/>
                                          </p:val>
                                        </p:tav>
                                      </p:tavLst>
                                    </p:anim>
                                    <p:animEffect transition="in" filter="fade">
                                      <p:cBhvr>
                                        <p:cTn id="69" dur="500"/>
                                        <p:tgtEl>
                                          <p:spTgt spid="8"/>
                                        </p:tgtEl>
                                      </p:cBhvr>
                                    </p:animEffect>
                                  </p:childTnLst>
                                </p:cTn>
                              </p:par>
                            </p:childTnLst>
                          </p:cTn>
                        </p:par>
                        <p:par>
                          <p:cTn id="70" fill="hold">
                            <p:stCondLst>
                              <p:cond delay="4500"/>
                            </p:stCondLst>
                            <p:childTnLst>
                              <p:par>
                                <p:cTn id="71" presetID="53" presetClass="entr" presetSubtype="16" fill="hold" nodeType="afterEffect">
                                  <p:stCondLst>
                                    <p:cond delay="0"/>
                                  </p:stCondLst>
                                  <p:childTnLst>
                                    <p:set>
                                      <p:cBhvr>
                                        <p:cTn id="72" dur="1" fill="hold">
                                          <p:stCondLst>
                                            <p:cond delay="0"/>
                                          </p:stCondLst>
                                        </p:cTn>
                                        <p:tgtEl>
                                          <p:spTgt spid="37"/>
                                        </p:tgtEl>
                                        <p:attrNameLst>
                                          <p:attrName>style.visibility</p:attrName>
                                        </p:attrNameLst>
                                      </p:cBhvr>
                                      <p:to>
                                        <p:strVal val="visible"/>
                                      </p:to>
                                    </p:set>
                                    <p:anim calcmode="lin" valueType="num">
                                      <p:cBhvr>
                                        <p:cTn id="73" dur="500" fill="hold"/>
                                        <p:tgtEl>
                                          <p:spTgt spid="37"/>
                                        </p:tgtEl>
                                        <p:attrNameLst>
                                          <p:attrName>ppt_w</p:attrName>
                                        </p:attrNameLst>
                                      </p:cBhvr>
                                      <p:tavLst>
                                        <p:tav tm="0">
                                          <p:val>
                                            <p:fltVal val="0"/>
                                          </p:val>
                                        </p:tav>
                                        <p:tav tm="100000">
                                          <p:val>
                                            <p:strVal val="#ppt_w"/>
                                          </p:val>
                                        </p:tav>
                                      </p:tavLst>
                                    </p:anim>
                                    <p:anim calcmode="lin" valueType="num">
                                      <p:cBhvr>
                                        <p:cTn id="74" dur="500" fill="hold"/>
                                        <p:tgtEl>
                                          <p:spTgt spid="37"/>
                                        </p:tgtEl>
                                        <p:attrNameLst>
                                          <p:attrName>ppt_h</p:attrName>
                                        </p:attrNameLst>
                                      </p:cBhvr>
                                      <p:tavLst>
                                        <p:tav tm="0">
                                          <p:val>
                                            <p:fltVal val="0"/>
                                          </p:val>
                                        </p:tav>
                                        <p:tav tm="100000">
                                          <p:val>
                                            <p:strVal val="#ppt_h"/>
                                          </p:val>
                                        </p:tav>
                                      </p:tavLst>
                                    </p:anim>
                                    <p:animEffect transition="in" filter="fade">
                                      <p:cBhvr>
                                        <p:cTn id="75" dur="500"/>
                                        <p:tgtEl>
                                          <p:spTgt spid="37"/>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wipe(left)">
                                      <p:cBhvr>
                                        <p:cTn id="78" dur="500"/>
                                        <p:tgtEl>
                                          <p:spTgt spid="20"/>
                                        </p:tgtEl>
                                      </p:cBhvr>
                                    </p:animEffect>
                                  </p:childTnLst>
                                </p:cTn>
                              </p:par>
                            </p:childTnLst>
                          </p:cTn>
                        </p:par>
                        <p:par>
                          <p:cTn id="79" fill="hold">
                            <p:stCondLst>
                              <p:cond delay="5000"/>
                            </p:stCondLst>
                            <p:childTnLst>
                              <p:par>
                                <p:cTn id="80" presetID="53" presetClass="entr" presetSubtype="16" fill="hold" grpId="0" nodeType="afterEffect">
                                  <p:stCondLst>
                                    <p:cond delay="0"/>
                                  </p:stCondLst>
                                  <p:childTnLst>
                                    <p:set>
                                      <p:cBhvr>
                                        <p:cTn id="81" dur="1" fill="hold">
                                          <p:stCondLst>
                                            <p:cond delay="0"/>
                                          </p:stCondLst>
                                        </p:cTn>
                                        <p:tgtEl>
                                          <p:spTgt spid="45"/>
                                        </p:tgtEl>
                                        <p:attrNameLst>
                                          <p:attrName>style.visibility</p:attrName>
                                        </p:attrNameLst>
                                      </p:cBhvr>
                                      <p:to>
                                        <p:strVal val="visible"/>
                                      </p:to>
                                    </p:set>
                                    <p:anim calcmode="lin" valueType="num">
                                      <p:cBhvr>
                                        <p:cTn id="82" dur="500" fill="hold"/>
                                        <p:tgtEl>
                                          <p:spTgt spid="45"/>
                                        </p:tgtEl>
                                        <p:attrNameLst>
                                          <p:attrName>ppt_w</p:attrName>
                                        </p:attrNameLst>
                                      </p:cBhvr>
                                      <p:tavLst>
                                        <p:tav tm="0">
                                          <p:val>
                                            <p:fltVal val="0"/>
                                          </p:val>
                                        </p:tav>
                                        <p:tav tm="100000">
                                          <p:val>
                                            <p:strVal val="#ppt_w"/>
                                          </p:val>
                                        </p:tav>
                                      </p:tavLst>
                                    </p:anim>
                                    <p:anim calcmode="lin" valueType="num">
                                      <p:cBhvr>
                                        <p:cTn id="83" dur="500" fill="hold"/>
                                        <p:tgtEl>
                                          <p:spTgt spid="45"/>
                                        </p:tgtEl>
                                        <p:attrNameLst>
                                          <p:attrName>ppt_h</p:attrName>
                                        </p:attrNameLst>
                                      </p:cBhvr>
                                      <p:tavLst>
                                        <p:tav tm="0">
                                          <p:val>
                                            <p:fltVal val="0"/>
                                          </p:val>
                                        </p:tav>
                                        <p:tav tm="100000">
                                          <p:val>
                                            <p:strVal val="#ppt_h"/>
                                          </p:val>
                                        </p:tav>
                                      </p:tavLst>
                                    </p:anim>
                                    <p:animEffect transition="in" filter="fade">
                                      <p:cBhvr>
                                        <p:cTn id="84" dur="500"/>
                                        <p:tgtEl>
                                          <p:spTgt spid="45"/>
                                        </p:tgtEl>
                                      </p:cBhvr>
                                    </p:animEffect>
                                  </p:childTnLst>
                                </p:cTn>
                              </p:par>
                            </p:childTnLst>
                          </p:cTn>
                        </p:par>
                        <p:par>
                          <p:cTn id="85" fill="hold">
                            <p:stCondLst>
                              <p:cond delay="5500"/>
                            </p:stCondLst>
                            <p:childTnLst>
                              <p:par>
                                <p:cTn id="86" presetID="53" presetClass="entr" presetSubtype="16" fill="hold" grpId="0" nodeType="afterEffect">
                                  <p:stCondLst>
                                    <p:cond delay="0"/>
                                  </p:stCondLst>
                                  <p:childTnLst>
                                    <p:set>
                                      <p:cBhvr>
                                        <p:cTn id="87" dur="1" fill="hold">
                                          <p:stCondLst>
                                            <p:cond delay="0"/>
                                          </p:stCondLst>
                                        </p:cTn>
                                        <p:tgtEl>
                                          <p:spTgt spid="7"/>
                                        </p:tgtEl>
                                        <p:attrNameLst>
                                          <p:attrName>style.visibility</p:attrName>
                                        </p:attrNameLst>
                                      </p:cBhvr>
                                      <p:to>
                                        <p:strVal val="visible"/>
                                      </p:to>
                                    </p:set>
                                    <p:anim calcmode="lin" valueType="num">
                                      <p:cBhvr>
                                        <p:cTn id="88" dur="500" fill="hold"/>
                                        <p:tgtEl>
                                          <p:spTgt spid="7"/>
                                        </p:tgtEl>
                                        <p:attrNameLst>
                                          <p:attrName>ppt_w</p:attrName>
                                        </p:attrNameLst>
                                      </p:cBhvr>
                                      <p:tavLst>
                                        <p:tav tm="0">
                                          <p:val>
                                            <p:fltVal val="0"/>
                                          </p:val>
                                        </p:tav>
                                        <p:tav tm="100000">
                                          <p:val>
                                            <p:strVal val="#ppt_w"/>
                                          </p:val>
                                        </p:tav>
                                      </p:tavLst>
                                    </p:anim>
                                    <p:anim calcmode="lin" valueType="num">
                                      <p:cBhvr>
                                        <p:cTn id="89" dur="500" fill="hold"/>
                                        <p:tgtEl>
                                          <p:spTgt spid="7"/>
                                        </p:tgtEl>
                                        <p:attrNameLst>
                                          <p:attrName>ppt_h</p:attrName>
                                        </p:attrNameLst>
                                      </p:cBhvr>
                                      <p:tavLst>
                                        <p:tav tm="0">
                                          <p:val>
                                            <p:fltVal val="0"/>
                                          </p:val>
                                        </p:tav>
                                        <p:tav tm="100000">
                                          <p:val>
                                            <p:strVal val="#ppt_h"/>
                                          </p:val>
                                        </p:tav>
                                      </p:tavLst>
                                    </p:anim>
                                    <p:animEffect transition="in" filter="fade">
                                      <p:cBhvr>
                                        <p:cTn id="90" dur="500"/>
                                        <p:tgtEl>
                                          <p:spTgt spid="7"/>
                                        </p:tgtEl>
                                      </p:cBhvr>
                                    </p:animEffect>
                                  </p:childTnLst>
                                </p:cTn>
                              </p:par>
                            </p:childTnLst>
                          </p:cTn>
                        </p:par>
                        <p:par>
                          <p:cTn id="91" fill="hold">
                            <p:stCondLst>
                              <p:cond delay="6000"/>
                            </p:stCondLst>
                            <p:childTnLst>
                              <p:par>
                                <p:cTn id="92" presetID="53" presetClass="entr" presetSubtype="16"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p:cTn id="94" dur="500" fill="hold"/>
                                        <p:tgtEl>
                                          <p:spTgt spid="31"/>
                                        </p:tgtEl>
                                        <p:attrNameLst>
                                          <p:attrName>ppt_w</p:attrName>
                                        </p:attrNameLst>
                                      </p:cBhvr>
                                      <p:tavLst>
                                        <p:tav tm="0">
                                          <p:val>
                                            <p:fltVal val="0"/>
                                          </p:val>
                                        </p:tav>
                                        <p:tav tm="100000">
                                          <p:val>
                                            <p:strVal val="#ppt_w"/>
                                          </p:val>
                                        </p:tav>
                                      </p:tavLst>
                                    </p:anim>
                                    <p:anim calcmode="lin" valueType="num">
                                      <p:cBhvr>
                                        <p:cTn id="95" dur="500" fill="hold"/>
                                        <p:tgtEl>
                                          <p:spTgt spid="31"/>
                                        </p:tgtEl>
                                        <p:attrNameLst>
                                          <p:attrName>ppt_h</p:attrName>
                                        </p:attrNameLst>
                                      </p:cBhvr>
                                      <p:tavLst>
                                        <p:tav tm="0">
                                          <p:val>
                                            <p:fltVal val="0"/>
                                          </p:val>
                                        </p:tav>
                                        <p:tav tm="100000">
                                          <p:val>
                                            <p:strVal val="#ppt_h"/>
                                          </p:val>
                                        </p:tav>
                                      </p:tavLst>
                                    </p:anim>
                                    <p:animEffect transition="in" filter="fade">
                                      <p:cBhvr>
                                        <p:cTn id="96" dur="500"/>
                                        <p:tgtEl>
                                          <p:spTgt spid="31"/>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wipe(left)">
                                      <p:cBhvr>
                                        <p:cTn id="9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8" grpId="0"/>
      <p:bldP spid="19" grpId="0"/>
      <p:bldP spid="20" grpId="0"/>
      <p:bldP spid="21" grpId="0"/>
      <p:bldP spid="43" grpId="0" animBg="1"/>
      <p:bldP spid="44" grpId="0" animBg="1"/>
      <p:bldP spid="45" grpId="0" animBg="1"/>
      <p:bldP spid="4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t="-108000" b="-108000"/>
          </a:stretch>
        </a:blip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xmlns="" id="{D4AC5323-1B49-4D26-A15F-6A2D1DE8AF29}"/>
              </a:ext>
            </a:extLst>
          </p:cNvPr>
          <p:cNvSpPr/>
          <p:nvPr/>
        </p:nvSpPr>
        <p:spPr>
          <a:xfrm flipV="1">
            <a:off x="0" y="0"/>
            <a:ext cx="12192000" cy="6858000"/>
          </a:xfrm>
          <a:prstGeom prst="rect">
            <a:avLst/>
          </a:prstGeom>
          <a:gradFill flip="none" rotWithShape="1">
            <a:gsLst>
              <a:gs pos="15000">
                <a:schemeClr val="bg1"/>
              </a:gs>
              <a:gs pos="100000">
                <a:schemeClr val="bg1">
                  <a:alpha val="18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useBgFill="1">
        <p:nvSpPr>
          <p:cNvPr id="13" name="矩形 12">
            <a:extLst>
              <a:ext uri="{FF2B5EF4-FFF2-40B4-BE49-F238E27FC236}">
                <a16:creationId xmlns:a16="http://schemas.microsoft.com/office/drawing/2014/main" xmlns="" id="{3918979C-A7A7-4BEF-9F95-2FF708092AB2}"/>
              </a:ext>
            </a:extLst>
          </p:cNvPr>
          <p:cNvSpPr/>
          <p:nvPr/>
        </p:nvSpPr>
        <p:spPr>
          <a:xfrm>
            <a:off x="1470331" y="0"/>
            <a:ext cx="1935244" cy="50792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4" name="文本框 13">
            <a:extLst>
              <a:ext uri="{FF2B5EF4-FFF2-40B4-BE49-F238E27FC236}">
                <a16:creationId xmlns:a16="http://schemas.microsoft.com/office/drawing/2014/main" xmlns="" id="{BEBA3442-0DDE-4A7B-8429-D0A5989E2C1D}"/>
              </a:ext>
            </a:extLst>
          </p:cNvPr>
          <p:cNvSpPr txBox="1"/>
          <p:nvPr/>
        </p:nvSpPr>
        <p:spPr>
          <a:xfrm>
            <a:off x="3620924" y="4257675"/>
            <a:ext cx="4275883" cy="830997"/>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tab pos="3949700" algn="l"/>
              </a:tabLst>
              <a:defRPr/>
            </a:pPr>
            <a:r>
              <a:rPr kumimoji="0" lang="zh-CN" altLang="en-US" sz="48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输入标题</a:t>
            </a:r>
          </a:p>
        </p:txBody>
      </p:sp>
      <p:sp>
        <p:nvSpPr>
          <p:cNvPr id="15" name="文本框 14">
            <a:extLst>
              <a:ext uri="{FF2B5EF4-FFF2-40B4-BE49-F238E27FC236}">
                <a16:creationId xmlns:a16="http://schemas.microsoft.com/office/drawing/2014/main" xmlns="" id="{ABFC6DBB-02E2-42B8-BC22-47B7E09B5689}"/>
              </a:ext>
            </a:extLst>
          </p:cNvPr>
          <p:cNvSpPr txBox="1"/>
          <p:nvPr/>
        </p:nvSpPr>
        <p:spPr>
          <a:xfrm>
            <a:off x="880616" y="3009258"/>
            <a:ext cx="3114675" cy="1877437"/>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PART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02</a:t>
            </a:r>
            <a:endParaRPr kumimoji="0" lang="zh-CN" altLang="en-US" sz="72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endParaRPr>
          </a:p>
        </p:txBody>
      </p:sp>
      <p:sp>
        <p:nvSpPr>
          <p:cNvPr id="16" name="矩形 15">
            <a:extLst>
              <a:ext uri="{FF2B5EF4-FFF2-40B4-BE49-F238E27FC236}">
                <a16:creationId xmlns:a16="http://schemas.microsoft.com/office/drawing/2014/main" xmlns="" id="{FAC5D891-B377-4DFD-84AA-E911824FAFBA}"/>
              </a:ext>
            </a:extLst>
          </p:cNvPr>
          <p:cNvSpPr/>
          <p:nvPr/>
        </p:nvSpPr>
        <p:spPr bwMode="auto">
          <a:xfrm>
            <a:off x="1469103" y="5184508"/>
            <a:ext cx="4702879" cy="704873"/>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smtClean="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sym typeface="Source Han Serif SC" panose="02020400000000000000" pitchFamily="18" charset="-122"/>
              </a:rPr>
              <a:t>点击这里，输入合适的内容。点击这里，输入合适的内容。点击这里，输入合适的内容。</a:t>
            </a:r>
            <a:endParaRPr kumimoji="0" lang="en-US" altLang="zh-CN" sz="14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sym typeface="Source Han Serif SC" panose="02020400000000000000" pitchFamily="18" charset="-122"/>
            </a:endParaRPr>
          </a:p>
        </p:txBody>
      </p:sp>
      <p:sp useBgFill="1">
        <p:nvSpPr>
          <p:cNvPr id="17" name="矩形 16">
            <a:extLst>
              <a:ext uri="{FF2B5EF4-FFF2-40B4-BE49-F238E27FC236}">
                <a16:creationId xmlns:a16="http://schemas.microsoft.com/office/drawing/2014/main" xmlns="" id="{2D4200A8-AB7A-487B-9B4D-AEFCA4083027}"/>
              </a:ext>
            </a:extLst>
          </p:cNvPr>
          <p:cNvSpPr/>
          <p:nvPr/>
        </p:nvSpPr>
        <p:spPr>
          <a:xfrm>
            <a:off x="1470331" y="6488516"/>
            <a:ext cx="1935244" cy="3694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Tree>
    <p:extLst>
      <p:ext uri="{BB962C8B-B14F-4D97-AF65-F5344CB8AC3E}">
        <p14:creationId xmlns:p14="http://schemas.microsoft.com/office/powerpoint/2010/main" val="38169947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horizontal)">
                                      <p:cBhvr>
                                        <p:cTn id="11" dur="500"/>
                                        <p:tgtEl>
                                          <p:spTgt spid="14"/>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randombar(horizontal)">
                                      <p:cBhvr>
                                        <p:cTn id="15" dur="500"/>
                                        <p:tgtEl>
                                          <p:spTgt spid="15"/>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randombar(horizontal)">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Arc 237"/>
          <p:cNvSpPr/>
          <p:nvPr/>
        </p:nvSpPr>
        <p:spPr>
          <a:xfrm rot="11954329">
            <a:off x="3983740" y="1853642"/>
            <a:ext cx="4558425" cy="4558429"/>
          </a:xfrm>
          <a:prstGeom prst="arc">
            <a:avLst>
              <a:gd name="adj1" fmla="val 11549422"/>
              <a:gd name="adj2" fmla="val 18526912"/>
            </a:avLst>
          </a:prstGeom>
          <a:ln w="28575">
            <a:solidFill>
              <a:schemeClr val="bg1">
                <a:lumMod val="65000"/>
              </a:schemeClr>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248" name="Group 247"/>
          <p:cNvGrpSpPr/>
          <p:nvPr/>
        </p:nvGrpSpPr>
        <p:grpSpPr>
          <a:xfrm>
            <a:off x="5248457" y="2599817"/>
            <a:ext cx="2340505" cy="2351923"/>
            <a:chOff x="4391025" y="1189038"/>
            <a:chExt cx="1952625" cy="1962150"/>
          </a:xfrm>
        </p:grpSpPr>
        <p:sp>
          <p:nvSpPr>
            <p:cNvPr id="1029" name="Freeform 5"/>
            <p:cNvSpPr/>
            <p:nvPr/>
          </p:nvSpPr>
          <p:spPr bwMode="auto">
            <a:xfrm>
              <a:off x="4635500" y="2471738"/>
              <a:ext cx="433388" cy="430213"/>
            </a:xfrm>
            <a:custGeom>
              <a:avLst/>
              <a:gdLst/>
              <a:ahLst/>
              <a:cxnLst>
                <a:cxn ang="0">
                  <a:pos x="2" y="468"/>
                </a:cxn>
                <a:cxn ang="0">
                  <a:pos x="452" y="180"/>
                </a:cxn>
                <a:cxn ang="0">
                  <a:pos x="374" y="101"/>
                </a:cxn>
                <a:cxn ang="0">
                  <a:pos x="373" y="101"/>
                </a:cxn>
                <a:cxn ang="0">
                  <a:pos x="295" y="22"/>
                </a:cxn>
                <a:cxn ang="0">
                  <a:pos x="1" y="468"/>
                </a:cxn>
                <a:cxn ang="0">
                  <a:pos x="0" y="468"/>
                </a:cxn>
                <a:cxn ang="0">
                  <a:pos x="1" y="468"/>
                </a:cxn>
                <a:cxn ang="0">
                  <a:pos x="1" y="469"/>
                </a:cxn>
                <a:cxn ang="0">
                  <a:pos x="2" y="468"/>
                </a:cxn>
              </a:cxnLst>
              <a:rect l="0" t="0" r="r" b="b"/>
              <a:pathLst>
                <a:path w="470" h="469">
                  <a:moveTo>
                    <a:pt x="2" y="468"/>
                  </a:moveTo>
                  <a:cubicBezTo>
                    <a:pt x="470" y="426"/>
                    <a:pt x="452" y="180"/>
                    <a:pt x="452" y="180"/>
                  </a:cubicBezTo>
                  <a:cubicBezTo>
                    <a:pt x="374" y="101"/>
                    <a:pt x="374" y="101"/>
                    <a:pt x="374" y="101"/>
                  </a:cubicBezTo>
                  <a:cubicBezTo>
                    <a:pt x="373" y="101"/>
                    <a:pt x="373" y="101"/>
                    <a:pt x="373" y="101"/>
                  </a:cubicBezTo>
                  <a:cubicBezTo>
                    <a:pt x="295" y="22"/>
                    <a:pt x="295" y="22"/>
                    <a:pt x="295" y="22"/>
                  </a:cubicBezTo>
                  <a:cubicBezTo>
                    <a:pt x="295" y="22"/>
                    <a:pt x="50" y="0"/>
                    <a:pt x="1" y="468"/>
                  </a:cubicBezTo>
                  <a:cubicBezTo>
                    <a:pt x="0" y="468"/>
                    <a:pt x="0" y="468"/>
                    <a:pt x="0" y="468"/>
                  </a:cubicBezTo>
                  <a:cubicBezTo>
                    <a:pt x="1" y="468"/>
                    <a:pt x="1" y="468"/>
                    <a:pt x="1" y="468"/>
                  </a:cubicBezTo>
                  <a:cubicBezTo>
                    <a:pt x="1" y="469"/>
                    <a:pt x="1" y="469"/>
                    <a:pt x="1" y="469"/>
                  </a:cubicBezTo>
                  <a:lnTo>
                    <a:pt x="2" y="468"/>
                  </a:lnTo>
                  <a:close/>
                </a:path>
              </a:pathLst>
            </a:custGeom>
            <a:solidFill>
              <a:schemeClr val="accent4"/>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0" name="Freeform 6"/>
            <p:cNvSpPr/>
            <p:nvPr/>
          </p:nvSpPr>
          <p:spPr bwMode="auto">
            <a:xfrm>
              <a:off x="4856162" y="2362200"/>
              <a:ext cx="342900" cy="342900"/>
            </a:xfrm>
            <a:custGeom>
              <a:avLst/>
              <a:gdLst/>
              <a:ahLst/>
              <a:cxnLst>
                <a:cxn ang="0">
                  <a:pos x="0" y="54"/>
                </a:cxn>
                <a:cxn ang="0">
                  <a:pos x="164" y="216"/>
                </a:cxn>
                <a:cxn ang="0">
                  <a:pos x="216" y="163"/>
                </a:cxn>
                <a:cxn ang="0">
                  <a:pos x="52" y="0"/>
                </a:cxn>
                <a:cxn ang="0">
                  <a:pos x="0" y="54"/>
                </a:cxn>
              </a:cxnLst>
              <a:rect l="0" t="0" r="r" b="b"/>
              <a:pathLst>
                <a:path w="216" h="216">
                  <a:moveTo>
                    <a:pt x="0" y="54"/>
                  </a:moveTo>
                  <a:lnTo>
                    <a:pt x="164" y="216"/>
                  </a:lnTo>
                  <a:lnTo>
                    <a:pt x="216" y="163"/>
                  </a:lnTo>
                  <a:lnTo>
                    <a:pt x="52" y="0"/>
                  </a:lnTo>
                  <a:lnTo>
                    <a:pt x="0" y="54"/>
                  </a:lnTo>
                  <a:close/>
                </a:path>
              </a:pathLst>
            </a:custGeom>
            <a:solidFill>
              <a:schemeClr val="accent5"/>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1" name="Freeform 7"/>
            <p:cNvSpPr/>
            <p:nvPr/>
          </p:nvSpPr>
          <p:spPr bwMode="auto">
            <a:xfrm>
              <a:off x="4856162" y="2362200"/>
              <a:ext cx="342900" cy="342900"/>
            </a:xfrm>
            <a:custGeom>
              <a:avLst/>
              <a:gdLst/>
              <a:ahLst/>
              <a:cxnLst>
                <a:cxn ang="0">
                  <a:pos x="0" y="54"/>
                </a:cxn>
                <a:cxn ang="0">
                  <a:pos x="164" y="216"/>
                </a:cxn>
                <a:cxn ang="0">
                  <a:pos x="216" y="163"/>
                </a:cxn>
                <a:cxn ang="0">
                  <a:pos x="52" y="0"/>
                </a:cxn>
                <a:cxn ang="0">
                  <a:pos x="0" y="54"/>
                </a:cxn>
              </a:cxnLst>
              <a:rect l="0" t="0" r="r" b="b"/>
              <a:pathLst>
                <a:path w="216" h="216">
                  <a:moveTo>
                    <a:pt x="0" y="54"/>
                  </a:moveTo>
                  <a:lnTo>
                    <a:pt x="164" y="216"/>
                  </a:lnTo>
                  <a:lnTo>
                    <a:pt x="216" y="163"/>
                  </a:lnTo>
                  <a:lnTo>
                    <a:pt x="52" y="0"/>
                  </a:lnTo>
                  <a:lnTo>
                    <a:pt x="0" y="54"/>
                  </a:lnTo>
                </a:path>
              </a:pathLst>
            </a:custGeom>
            <a:no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2" name="Freeform 8"/>
            <p:cNvSpPr/>
            <p:nvPr/>
          </p:nvSpPr>
          <p:spPr bwMode="auto">
            <a:xfrm>
              <a:off x="4391025" y="1874838"/>
              <a:ext cx="1284288" cy="1276350"/>
            </a:xfrm>
            <a:custGeom>
              <a:avLst/>
              <a:gdLst/>
              <a:ahLst/>
              <a:cxnLst>
                <a:cxn ang="0">
                  <a:pos x="1114" y="270"/>
                </a:cxn>
                <a:cxn ang="0">
                  <a:pos x="140" y="268"/>
                </a:cxn>
                <a:cxn ang="0">
                  <a:pos x="0" y="479"/>
                </a:cxn>
                <a:cxn ang="0">
                  <a:pos x="766" y="624"/>
                </a:cxn>
                <a:cxn ang="0">
                  <a:pos x="922" y="1388"/>
                </a:cxn>
                <a:cxn ang="0">
                  <a:pos x="1130" y="1245"/>
                </a:cxn>
                <a:cxn ang="0">
                  <a:pos x="1114" y="270"/>
                </a:cxn>
              </a:cxnLst>
              <a:rect l="0" t="0" r="r" b="b"/>
              <a:pathLst>
                <a:path w="1395" h="1388">
                  <a:moveTo>
                    <a:pt x="1114" y="270"/>
                  </a:moveTo>
                  <a:cubicBezTo>
                    <a:pt x="841" y="1"/>
                    <a:pt x="405" y="0"/>
                    <a:pt x="140" y="268"/>
                  </a:cubicBezTo>
                  <a:cubicBezTo>
                    <a:pt x="79" y="331"/>
                    <a:pt x="32" y="402"/>
                    <a:pt x="0" y="479"/>
                  </a:cubicBezTo>
                  <a:cubicBezTo>
                    <a:pt x="251" y="369"/>
                    <a:pt x="556" y="417"/>
                    <a:pt x="766" y="624"/>
                  </a:cubicBezTo>
                  <a:cubicBezTo>
                    <a:pt x="976" y="831"/>
                    <a:pt x="1028" y="1136"/>
                    <a:pt x="922" y="1388"/>
                  </a:cubicBezTo>
                  <a:cubicBezTo>
                    <a:pt x="998" y="1355"/>
                    <a:pt x="1069" y="1307"/>
                    <a:pt x="1130" y="1245"/>
                  </a:cubicBezTo>
                  <a:cubicBezTo>
                    <a:pt x="1395" y="976"/>
                    <a:pt x="1388" y="540"/>
                    <a:pt x="1114" y="270"/>
                  </a:cubicBezTo>
                </a:path>
              </a:pathLst>
            </a:custGeom>
            <a:solidFill>
              <a:schemeClr val="accent1">
                <a:lumMod val="50000"/>
              </a:schemeClr>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4" name="Freeform 10"/>
            <p:cNvSpPr/>
            <p:nvPr/>
          </p:nvSpPr>
          <p:spPr bwMode="auto">
            <a:xfrm>
              <a:off x="4854575" y="1189038"/>
              <a:ext cx="1489075" cy="1501775"/>
            </a:xfrm>
            <a:custGeom>
              <a:avLst/>
              <a:gdLst/>
              <a:ahLst/>
              <a:cxnLst>
                <a:cxn ang="0">
                  <a:pos x="462" y="557"/>
                </a:cxn>
                <a:cxn ang="0">
                  <a:pos x="0" y="1288"/>
                </a:cxn>
                <a:cxn ang="0">
                  <a:pos x="201" y="1433"/>
                </a:cxn>
                <a:cxn ang="0">
                  <a:pos x="349" y="1632"/>
                </a:cxn>
                <a:cxn ang="0">
                  <a:pos x="1073" y="1160"/>
                </a:cxn>
                <a:cxn ang="0">
                  <a:pos x="1589" y="24"/>
                </a:cxn>
                <a:cxn ang="0">
                  <a:pos x="462" y="557"/>
                </a:cxn>
              </a:cxnLst>
              <a:rect l="0" t="0" r="r" b="b"/>
              <a:pathLst>
                <a:path w="1618" h="1632">
                  <a:moveTo>
                    <a:pt x="462" y="557"/>
                  </a:moveTo>
                  <a:cubicBezTo>
                    <a:pt x="236" y="786"/>
                    <a:pt x="78" y="1044"/>
                    <a:pt x="0" y="1288"/>
                  </a:cubicBezTo>
                  <a:cubicBezTo>
                    <a:pt x="72" y="1325"/>
                    <a:pt x="140" y="1373"/>
                    <a:pt x="201" y="1433"/>
                  </a:cubicBezTo>
                  <a:cubicBezTo>
                    <a:pt x="262" y="1493"/>
                    <a:pt x="311" y="1560"/>
                    <a:pt x="349" y="1632"/>
                  </a:cubicBezTo>
                  <a:cubicBezTo>
                    <a:pt x="591" y="1550"/>
                    <a:pt x="847" y="1389"/>
                    <a:pt x="1073" y="1160"/>
                  </a:cubicBezTo>
                  <a:cubicBezTo>
                    <a:pt x="1432" y="796"/>
                    <a:pt x="1618" y="358"/>
                    <a:pt x="1589" y="24"/>
                  </a:cubicBezTo>
                  <a:cubicBezTo>
                    <a:pt x="1255" y="0"/>
                    <a:pt x="820" y="193"/>
                    <a:pt x="462" y="557"/>
                  </a:cubicBezTo>
                </a:path>
              </a:pathLst>
            </a:custGeom>
            <a:solidFill>
              <a:schemeClr val="tx1">
                <a:lumMod val="10000"/>
                <a:lumOff val="90000"/>
              </a:schemeClr>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5" name="Freeform 11"/>
            <p:cNvSpPr/>
            <p:nvPr/>
          </p:nvSpPr>
          <p:spPr bwMode="auto">
            <a:xfrm>
              <a:off x="5029200" y="1208088"/>
              <a:ext cx="1314450" cy="1482725"/>
            </a:xfrm>
            <a:custGeom>
              <a:avLst/>
              <a:gdLst/>
              <a:ahLst/>
              <a:cxnLst>
                <a:cxn ang="0">
                  <a:pos x="1399" y="2"/>
                </a:cxn>
                <a:cxn ang="0">
                  <a:pos x="0" y="1401"/>
                </a:cxn>
                <a:cxn ang="0">
                  <a:pos x="11" y="1411"/>
                </a:cxn>
                <a:cxn ang="0">
                  <a:pos x="159" y="1610"/>
                </a:cxn>
                <a:cxn ang="0">
                  <a:pos x="883" y="1138"/>
                </a:cxn>
                <a:cxn ang="0">
                  <a:pos x="1399" y="2"/>
                </a:cxn>
              </a:cxnLst>
              <a:rect l="0" t="0" r="r" b="b"/>
              <a:pathLst>
                <a:path w="1428" h="1610">
                  <a:moveTo>
                    <a:pt x="1399" y="2"/>
                  </a:moveTo>
                  <a:cubicBezTo>
                    <a:pt x="1361" y="0"/>
                    <a:pt x="0" y="1401"/>
                    <a:pt x="0" y="1401"/>
                  </a:cubicBezTo>
                  <a:cubicBezTo>
                    <a:pt x="4" y="1405"/>
                    <a:pt x="7" y="1408"/>
                    <a:pt x="11" y="1411"/>
                  </a:cubicBezTo>
                  <a:cubicBezTo>
                    <a:pt x="72" y="1471"/>
                    <a:pt x="121" y="1538"/>
                    <a:pt x="159" y="1610"/>
                  </a:cubicBezTo>
                  <a:cubicBezTo>
                    <a:pt x="401" y="1528"/>
                    <a:pt x="657" y="1367"/>
                    <a:pt x="883" y="1138"/>
                  </a:cubicBezTo>
                  <a:cubicBezTo>
                    <a:pt x="1242" y="774"/>
                    <a:pt x="1428" y="336"/>
                    <a:pt x="1399" y="2"/>
                  </a:cubicBezTo>
                </a:path>
              </a:pathLst>
            </a:custGeom>
            <a:solidFill>
              <a:srgbClr val="CFCFCF"/>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6" name="Freeform 12"/>
            <p:cNvSpPr/>
            <p:nvPr/>
          </p:nvSpPr>
          <p:spPr bwMode="auto">
            <a:xfrm>
              <a:off x="4814887" y="2097088"/>
              <a:ext cx="630238" cy="638175"/>
            </a:xfrm>
            <a:custGeom>
              <a:avLst/>
              <a:gdLst/>
              <a:ahLst/>
              <a:cxnLst>
                <a:cxn ang="0">
                  <a:pos x="276" y="282"/>
                </a:cxn>
                <a:cxn ang="0">
                  <a:pos x="0" y="694"/>
                </a:cxn>
                <a:cxn ang="0">
                  <a:pos x="407" y="411"/>
                </a:cxn>
                <a:cxn ang="0">
                  <a:pos x="684" y="0"/>
                </a:cxn>
                <a:cxn ang="0">
                  <a:pos x="276" y="282"/>
                </a:cxn>
              </a:cxnLst>
              <a:rect l="0" t="0" r="r" b="b"/>
              <a:pathLst>
                <a:path w="684" h="694">
                  <a:moveTo>
                    <a:pt x="276" y="282"/>
                  </a:moveTo>
                  <a:cubicBezTo>
                    <a:pt x="127" y="433"/>
                    <a:pt x="24" y="591"/>
                    <a:pt x="0" y="694"/>
                  </a:cubicBezTo>
                  <a:cubicBezTo>
                    <a:pt x="102" y="668"/>
                    <a:pt x="258" y="563"/>
                    <a:pt x="407" y="411"/>
                  </a:cubicBezTo>
                  <a:cubicBezTo>
                    <a:pt x="556" y="260"/>
                    <a:pt x="659" y="103"/>
                    <a:pt x="684" y="0"/>
                  </a:cubicBezTo>
                  <a:cubicBezTo>
                    <a:pt x="581" y="26"/>
                    <a:pt x="425" y="131"/>
                    <a:pt x="276" y="282"/>
                  </a:cubicBezTo>
                </a:path>
              </a:pathLst>
            </a:custGeom>
            <a:solidFill>
              <a:schemeClr val="accent1"/>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7" name="Freeform 13"/>
            <p:cNvSpPr/>
            <p:nvPr/>
          </p:nvSpPr>
          <p:spPr bwMode="auto">
            <a:xfrm>
              <a:off x="4814887" y="2097088"/>
              <a:ext cx="630238" cy="638175"/>
            </a:xfrm>
            <a:custGeom>
              <a:avLst/>
              <a:gdLst/>
              <a:ahLst/>
              <a:cxnLst>
                <a:cxn ang="0">
                  <a:pos x="1" y="689"/>
                </a:cxn>
                <a:cxn ang="0">
                  <a:pos x="0" y="694"/>
                </a:cxn>
                <a:cxn ang="0">
                  <a:pos x="407" y="411"/>
                </a:cxn>
                <a:cxn ang="0">
                  <a:pos x="684" y="0"/>
                </a:cxn>
                <a:cxn ang="0">
                  <a:pos x="679" y="1"/>
                </a:cxn>
                <a:cxn ang="0">
                  <a:pos x="1" y="689"/>
                </a:cxn>
              </a:cxnLst>
              <a:rect l="0" t="0" r="r" b="b"/>
              <a:pathLst>
                <a:path w="684" h="694">
                  <a:moveTo>
                    <a:pt x="1" y="689"/>
                  </a:moveTo>
                  <a:cubicBezTo>
                    <a:pt x="1" y="690"/>
                    <a:pt x="0" y="692"/>
                    <a:pt x="0" y="694"/>
                  </a:cubicBezTo>
                  <a:cubicBezTo>
                    <a:pt x="102" y="668"/>
                    <a:pt x="258" y="563"/>
                    <a:pt x="407" y="411"/>
                  </a:cubicBezTo>
                  <a:cubicBezTo>
                    <a:pt x="556" y="260"/>
                    <a:pt x="659" y="103"/>
                    <a:pt x="684" y="0"/>
                  </a:cubicBezTo>
                  <a:cubicBezTo>
                    <a:pt x="682" y="0"/>
                    <a:pt x="680" y="1"/>
                    <a:pt x="679" y="1"/>
                  </a:cubicBezTo>
                  <a:cubicBezTo>
                    <a:pt x="1" y="689"/>
                    <a:pt x="1" y="689"/>
                    <a:pt x="1" y="689"/>
                  </a:cubicBezTo>
                </a:path>
              </a:pathLst>
            </a:custGeom>
            <a:solidFill>
              <a:schemeClr val="accent1">
                <a:lumMod val="75000"/>
              </a:schemeClr>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40" name="Freeform 16"/>
            <p:cNvSpPr/>
            <p:nvPr/>
          </p:nvSpPr>
          <p:spPr bwMode="auto">
            <a:xfrm>
              <a:off x="5484019" y="1649413"/>
              <a:ext cx="382588" cy="365125"/>
            </a:xfrm>
            <a:custGeom>
              <a:avLst/>
              <a:gdLst/>
              <a:ahLst/>
              <a:cxnLst>
                <a:cxn ang="0">
                  <a:pos x="340" y="57"/>
                </a:cxn>
                <a:cxn ang="0">
                  <a:pos x="338" y="55"/>
                </a:cxn>
                <a:cxn ang="0">
                  <a:pos x="204" y="0"/>
                </a:cxn>
                <a:cxn ang="0">
                  <a:pos x="71" y="55"/>
                </a:cxn>
                <a:cxn ang="0">
                  <a:pos x="74" y="320"/>
                </a:cxn>
                <a:cxn ang="0">
                  <a:pos x="75" y="322"/>
                </a:cxn>
                <a:cxn ang="0">
                  <a:pos x="342" y="322"/>
                </a:cxn>
                <a:cxn ang="0">
                  <a:pos x="340" y="57"/>
                </a:cxn>
              </a:cxnLst>
              <a:rect l="0" t="0" r="r" b="b"/>
              <a:pathLst>
                <a:path w="414" h="396">
                  <a:moveTo>
                    <a:pt x="340" y="57"/>
                  </a:moveTo>
                  <a:cubicBezTo>
                    <a:pt x="338" y="55"/>
                    <a:pt x="338" y="55"/>
                    <a:pt x="338" y="55"/>
                  </a:cubicBezTo>
                  <a:cubicBezTo>
                    <a:pt x="302" y="20"/>
                    <a:pt x="254" y="0"/>
                    <a:pt x="204" y="0"/>
                  </a:cubicBezTo>
                  <a:cubicBezTo>
                    <a:pt x="153" y="0"/>
                    <a:pt x="106" y="19"/>
                    <a:pt x="71" y="55"/>
                  </a:cubicBezTo>
                  <a:cubicBezTo>
                    <a:pt x="0" y="127"/>
                    <a:pt x="1" y="246"/>
                    <a:pt x="74" y="320"/>
                  </a:cubicBezTo>
                  <a:cubicBezTo>
                    <a:pt x="75" y="322"/>
                    <a:pt x="75" y="322"/>
                    <a:pt x="75" y="322"/>
                  </a:cubicBezTo>
                  <a:cubicBezTo>
                    <a:pt x="150" y="395"/>
                    <a:pt x="270" y="396"/>
                    <a:pt x="342" y="322"/>
                  </a:cubicBezTo>
                  <a:cubicBezTo>
                    <a:pt x="414" y="250"/>
                    <a:pt x="413" y="131"/>
                    <a:pt x="340" y="57"/>
                  </a:cubicBezTo>
                </a:path>
              </a:pathLst>
            </a:custGeom>
            <a:solidFill>
              <a:schemeClr val="accent4"/>
            </a:solidFill>
            <a:ln w="57150">
              <a:solidFill>
                <a:schemeClr val="accent1"/>
              </a:solid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47" name="Freeform 23"/>
            <p:cNvSpPr/>
            <p:nvPr/>
          </p:nvSpPr>
          <p:spPr bwMode="auto">
            <a:xfrm>
              <a:off x="5737225" y="1328738"/>
              <a:ext cx="468313" cy="468313"/>
            </a:xfrm>
            <a:custGeom>
              <a:avLst/>
              <a:gdLst/>
              <a:ahLst/>
              <a:cxnLst>
                <a:cxn ang="0">
                  <a:pos x="57" y="0"/>
                </a:cxn>
                <a:cxn ang="0">
                  <a:pos x="2" y="28"/>
                </a:cxn>
                <a:cxn ang="0">
                  <a:pos x="479" y="509"/>
                </a:cxn>
                <a:cxn ang="0">
                  <a:pos x="509" y="446"/>
                </a:cxn>
                <a:cxn ang="0">
                  <a:pos x="57" y="0"/>
                </a:cxn>
              </a:cxnLst>
              <a:rect l="0" t="0" r="r" b="b"/>
              <a:pathLst>
                <a:path w="509" h="509">
                  <a:moveTo>
                    <a:pt x="57" y="0"/>
                  </a:moveTo>
                  <a:cubicBezTo>
                    <a:pt x="24" y="15"/>
                    <a:pt x="2" y="28"/>
                    <a:pt x="2" y="28"/>
                  </a:cubicBezTo>
                  <a:cubicBezTo>
                    <a:pt x="0" y="28"/>
                    <a:pt x="288" y="254"/>
                    <a:pt x="479" y="509"/>
                  </a:cubicBezTo>
                  <a:cubicBezTo>
                    <a:pt x="479" y="509"/>
                    <a:pt x="503" y="462"/>
                    <a:pt x="509" y="446"/>
                  </a:cubicBezTo>
                  <a:cubicBezTo>
                    <a:pt x="505" y="287"/>
                    <a:pt x="274" y="7"/>
                    <a:pt x="57" y="0"/>
                  </a:cubicBezTo>
                </a:path>
              </a:pathLst>
            </a:custGeom>
            <a:solidFill>
              <a:schemeClr val="accent1">
                <a:lumMod val="50000"/>
              </a:schemeClr>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55" name="Freeform 31"/>
            <p:cNvSpPr/>
            <p:nvPr/>
          </p:nvSpPr>
          <p:spPr bwMode="auto">
            <a:xfrm>
              <a:off x="6318250" y="1219200"/>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C6C6C6"/>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56" name="Oval 32"/>
            <p:cNvSpPr>
              <a:spLocks noChangeArrowheads="1"/>
            </p:cNvSpPr>
            <p:nvPr/>
          </p:nvSpPr>
          <p:spPr bwMode="auto">
            <a:xfrm>
              <a:off x="6318250" y="1220788"/>
              <a:ext cx="1588" cy="1588"/>
            </a:xfrm>
            <a:prstGeom prst="ellipse">
              <a:avLst/>
            </a:prstGeom>
            <a:solidFill>
              <a:srgbClr val="C6C6C6"/>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57" name="Freeform 33"/>
            <p:cNvSpPr/>
            <p:nvPr/>
          </p:nvSpPr>
          <p:spPr bwMode="auto">
            <a:xfrm>
              <a:off x="6318250" y="1220788"/>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58" name="Oval 34"/>
            <p:cNvSpPr>
              <a:spLocks noChangeArrowheads="1"/>
            </p:cNvSpPr>
            <p:nvPr/>
          </p:nvSpPr>
          <p:spPr bwMode="auto">
            <a:xfrm>
              <a:off x="6318250" y="1220788"/>
              <a:ext cx="1588" cy="1588"/>
            </a:xfrm>
            <a:prstGeom prst="ellipse">
              <a:avLst/>
            </a:prstGeom>
            <a:solidFill>
              <a:srgbClr val="C6C6C6"/>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59" name="Freeform 35"/>
            <p:cNvSpPr/>
            <p:nvPr/>
          </p:nvSpPr>
          <p:spPr bwMode="auto">
            <a:xfrm>
              <a:off x="6318250" y="1220788"/>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60" name="Freeform 36"/>
            <p:cNvSpPr/>
            <p:nvPr/>
          </p:nvSpPr>
          <p:spPr bwMode="auto">
            <a:xfrm>
              <a:off x="6318250" y="1222375"/>
              <a:ext cx="1588" cy="1588"/>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C6C6C6"/>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61" name="Freeform 37"/>
            <p:cNvSpPr>
              <a:spLocks noEditPoints="1"/>
            </p:cNvSpPr>
            <p:nvPr/>
          </p:nvSpPr>
          <p:spPr bwMode="auto">
            <a:xfrm>
              <a:off x="6316662" y="1222375"/>
              <a:ext cx="4763" cy="115888"/>
            </a:xfrm>
            <a:custGeom>
              <a:avLst/>
              <a:gdLst/>
              <a:ahLst/>
              <a:cxnLst>
                <a:cxn ang="0">
                  <a:pos x="1" y="0"/>
                </a:cxn>
                <a:cxn ang="0">
                  <a:pos x="3" y="62"/>
                </a:cxn>
                <a:cxn ang="0">
                  <a:pos x="0" y="126"/>
                </a:cxn>
                <a:cxn ang="0">
                  <a:pos x="1" y="0"/>
                </a:cxn>
                <a:cxn ang="0">
                  <a:pos x="1" y="0"/>
                </a:cxn>
                <a:cxn ang="0">
                  <a:pos x="1" y="0"/>
                </a:cxn>
                <a:cxn ang="0">
                  <a:pos x="1" y="0"/>
                </a:cxn>
                <a:cxn ang="0">
                  <a:pos x="1" y="0"/>
                </a:cxn>
                <a:cxn ang="0">
                  <a:pos x="1" y="0"/>
                </a:cxn>
              </a:cxnLst>
              <a:rect l="0" t="0" r="r" b="b"/>
              <a:pathLst>
                <a:path w="4" h="126">
                  <a:moveTo>
                    <a:pt x="1" y="0"/>
                  </a:moveTo>
                  <a:cubicBezTo>
                    <a:pt x="2" y="20"/>
                    <a:pt x="3" y="41"/>
                    <a:pt x="3" y="62"/>
                  </a:cubicBezTo>
                  <a:cubicBezTo>
                    <a:pt x="3" y="83"/>
                    <a:pt x="2" y="104"/>
                    <a:pt x="0" y="126"/>
                  </a:cubicBezTo>
                  <a:cubicBezTo>
                    <a:pt x="4" y="83"/>
                    <a:pt x="4" y="41"/>
                    <a:pt x="1" y="0"/>
                  </a:cubicBezTo>
                  <a:moveTo>
                    <a:pt x="1" y="0"/>
                  </a:moveTo>
                  <a:cubicBezTo>
                    <a:pt x="1" y="0"/>
                    <a:pt x="1" y="0"/>
                    <a:pt x="1" y="0"/>
                  </a:cubicBezTo>
                  <a:cubicBezTo>
                    <a:pt x="1" y="0"/>
                    <a:pt x="1" y="0"/>
                    <a:pt x="1" y="0"/>
                  </a:cubicBezTo>
                  <a:cubicBezTo>
                    <a:pt x="1" y="0"/>
                    <a:pt x="1" y="0"/>
                    <a:pt x="1" y="0"/>
                  </a:cubicBezTo>
                  <a:cubicBezTo>
                    <a:pt x="1" y="0"/>
                    <a:pt x="1" y="0"/>
                    <a:pt x="1" y="0"/>
                  </a:cubicBezTo>
                </a:path>
              </a:pathLst>
            </a:custGeom>
            <a:solidFill>
              <a:srgbClr val="F2F2F2"/>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62" name="Freeform 38"/>
            <p:cNvSpPr/>
            <p:nvPr/>
          </p:nvSpPr>
          <p:spPr bwMode="auto">
            <a:xfrm>
              <a:off x="6316662" y="1211263"/>
              <a:ext cx="3175" cy="68263"/>
            </a:xfrm>
            <a:custGeom>
              <a:avLst/>
              <a:gdLst/>
              <a:ahLst/>
              <a:cxnLst>
                <a:cxn ang="0">
                  <a:pos x="1" y="0"/>
                </a:cxn>
                <a:cxn ang="0">
                  <a:pos x="0" y="0"/>
                </a:cxn>
                <a:cxn ang="0">
                  <a:pos x="1" y="1"/>
                </a:cxn>
                <a:cxn ang="0">
                  <a:pos x="4" y="74"/>
                </a:cxn>
                <a:cxn ang="0">
                  <a:pos x="2" y="12"/>
                </a:cxn>
                <a:cxn ang="0">
                  <a:pos x="2" y="12"/>
                </a:cxn>
                <a:cxn ang="0">
                  <a:pos x="2" y="12"/>
                </a:cxn>
                <a:cxn ang="0">
                  <a:pos x="2" y="12"/>
                </a:cxn>
                <a:cxn ang="0">
                  <a:pos x="2" y="12"/>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0"/>
                </a:cxn>
                <a:cxn ang="0">
                  <a:pos x="2" y="10"/>
                </a:cxn>
                <a:cxn ang="0">
                  <a:pos x="2" y="10"/>
                </a:cxn>
                <a:cxn ang="0">
                  <a:pos x="2" y="10"/>
                </a:cxn>
                <a:cxn ang="0">
                  <a:pos x="1" y="0"/>
                </a:cxn>
                <a:cxn ang="0">
                  <a:pos x="1" y="0"/>
                </a:cxn>
              </a:cxnLst>
              <a:rect l="0" t="0" r="r" b="b"/>
              <a:pathLst>
                <a:path w="4" h="74">
                  <a:moveTo>
                    <a:pt x="1" y="0"/>
                  </a:moveTo>
                  <a:cubicBezTo>
                    <a:pt x="1" y="0"/>
                    <a:pt x="0" y="0"/>
                    <a:pt x="0" y="0"/>
                  </a:cubicBezTo>
                  <a:cubicBezTo>
                    <a:pt x="0" y="0"/>
                    <a:pt x="1" y="1"/>
                    <a:pt x="1" y="1"/>
                  </a:cubicBezTo>
                  <a:cubicBezTo>
                    <a:pt x="3" y="25"/>
                    <a:pt x="4" y="49"/>
                    <a:pt x="4" y="74"/>
                  </a:cubicBezTo>
                  <a:cubicBezTo>
                    <a:pt x="4" y="53"/>
                    <a:pt x="3" y="32"/>
                    <a:pt x="2" y="12"/>
                  </a:cubicBezTo>
                  <a:cubicBezTo>
                    <a:pt x="2" y="12"/>
                    <a:pt x="2" y="12"/>
                    <a:pt x="2" y="12"/>
                  </a:cubicBezTo>
                  <a:cubicBezTo>
                    <a:pt x="2" y="12"/>
                    <a:pt x="2" y="12"/>
                    <a:pt x="2" y="12"/>
                  </a:cubicBezTo>
                  <a:cubicBezTo>
                    <a:pt x="2" y="12"/>
                    <a:pt x="2" y="12"/>
                    <a:pt x="2" y="12"/>
                  </a:cubicBezTo>
                  <a:cubicBezTo>
                    <a:pt x="2" y="12"/>
                    <a:pt x="2" y="12"/>
                    <a:pt x="2" y="12"/>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0"/>
                    <a:pt x="2" y="10"/>
                    <a:pt x="2" y="10"/>
                  </a:cubicBezTo>
                  <a:cubicBezTo>
                    <a:pt x="2" y="10"/>
                    <a:pt x="2" y="10"/>
                    <a:pt x="2" y="10"/>
                  </a:cubicBezTo>
                  <a:cubicBezTo>
                    <a:pt x="2" y="10"/>
                    <a:pt x="2" y="10"/>
                    <a:pt x="2" y="10"/>
                  </a:cubicBezTo>
                  <a:cubicBezTo>
                    <a:pt x="2" y="10"/>
                    <a:pt x="2" y="10"/>
                    <a:pt x="2" y="10"/>
                  </a:cubicBezTo>
                  <a:cubicBezTo>
                    <a:pt x="2" y="7"/>
                    <a:pt x="1" y="4"/>
                    <a:pt x="1" y="0"/>
                  </a:cubicBezTo>
                  <a:cubicBezTo>
                    <a:pt x="1" y="0"/>
                    <a:pt x="1" y="0"/>
                    <a:pt x="1" y="0"/>
                  </a:cubicBezTo>
                </a:path>
              </a:pathLst>
            </a:custGeom>
            <a:solidFill>
              <a:srgbClr val="B7352B"/>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64" name="Freeform 40"/>
            <p:cNvSpPr/>
            <p:nvPr/>
          </p:nvSpPr>
          <p:spPr bwMode="auto">
            <a:xfrm>
              <a:off x="6316662" y="1338263"/>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65" name="Freeform 41"/>
            <p:cNvSpPr>
              <a:spLocks noEditPoints="1"/>
            </p:cNvSpPr>
            <p:nvPr/>
          </p:nvSpPr>
          <p:spPr bwMode="auto">
            <a:xfrm>
              <a:off x="5175250" y="1797050"/>
              <a:ext cx="1001713" cy="893763"/>
            </a:xfrm>
            <a:custGeom>
              <a:avLst/>
              <a:gdLst/>
              <a:ahLst/>
              <a:cxnLst>
                <a:cxn ang="0">
                  <a:pos x="72" y="943"/>
                </a:cxn>
                <a:cxn ang="0">
                  <a:pos x="0" y="970"/>
                </a:cxn>
                <a:cxn ang="0">
                  <a:pos x="0" y="970"/>
                </a:cxn>
                <a:cxn ang="0">
                  <a:pos x="72" y="943"/>
                </a:cxn>
                <a:cxn ang="0">
                  <a:pos x="72" y="943"/>
                </a:cxn>
                <a:cxn ang="0">
                  <a:pos x="1088" y="0"/>
                </a:cxn>
                <a:cxn ang="0">
                  <a:pos x="724" y="498"/>
                </a:cxn>
                <a:cxn ang="0">
                  <a:pos x="1088" y="0"/>
                </a:cxn>
                <a:cxn ang="0">
                  <a:pos x="1088" y="0"/>
                </a:cxn>
              </a:cxnLst>
              <a:rect l="0" t="0" r="r" b="b"/>
              <a:pathLst>
                <a:path w="1088" h="970">
                  <a:moveTo>
                    <a:pt x="72" y="943"/>
                  </a:moveTo>
                  <a:cubicBezTo>
                    <a:pt x="48" y="953"/>
                    <a:pt x="24" y="962"/>
                    <a:pt x="0" y="970"/>
                  </a:cubicBezTo>
                  <a:cubicBezTo>
                    <a:pt x="0" y="970"/>
                    <a:pt x="0" y="970"/>
                    <a:pt x="0" y="970"/>
                  </a:cubicBezTo>
                  <a:cubicBezTo>
                    <a:pt x="24" y="962"/>
                    <a:pt x="48" y="953"/>
                    <a:pt x="72" y="943"/>
                  </a:cubicBezTo>
                  <a:cubicBezTo>
                    <a:pt x="72" y="943"/>
                    <a:pt x="72" y="943"/>
                    <a:pt x="72" y="943"/>
                  </a:cubicBezTo>
                  <a:moveTo>
                    <a:pt x="1088" y="0"/>
                  </a:moveTo>
                  <a:cubicBezTo>
                    <a:pt x="1001" y="170"/>
                    <a:pt x="879" y="341"/>
                    <a:pt x="724" y="498"/>
                  </a:cubicBezTo>
                  <a:cubicBezTo>
                    <a:pt x="879" y="341"/>
                    <a:pt x="1001" y="170"/>
                    <a:pt x="1088" y="0"/>
                  </a:cubicBezTo>
                  <a:cubicBezTo>
                    <a:pt x="1088" y="0"/>
                    <a:pt x="1088" y="0"/>
                    <a:pt x="1088" y="0"/>
                  </a:cubicBezTo>
                </a:path>
              </a:pathLst>
            </a:custGeom>
            <a:solidFill>
              <a:srgbClr val="C6C6C6"/>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66" name="Freeform 42"/>
            <p:cNvSpPr/>
            <p:nvPr/>
          </p:nvSpPr>
          <p:spPr bwMode="auto">
            <a:xfrm>
              <a:off x="5241925" y="2493963"/>
              <a:ext cx="317500" cy="171450"/>
            </a:xfrm>
            <a:custGeom>
              <a:avLst/>
              <a:gdLst/>
              <a:ahLst/>
              <a:cxnLst>
                <a:cxn ang="0">
                  <a:pos x="344" y="0"/>
                </a:cxn>
                <a:cxn ang="0">
                  <a:pos x="0" y="186"/>
                </a:cxn>
                <a:cxn ang="0">
                  <a:pos x="0" y="186"/>
                </a:cxn>
                <a:cxn ang="0">
                  <a:pos x="344" y="0"/>
                </a:cxn>
              </a:cxnLst>
              <a:rect l="0" t="0" r="r" b="b"/>
              <a:pathLst>
                <a:path w="344" h="186">
                  <a:moveTo>
                    <a:pt x="344" y="0"/>
                  </a:moveTo>
                  <a:cubicBezTo>
                    <a:pt x="230" y="79"/>
                    <a:pt x="114" y="141"/>
                    <a:pt x="0" y="186"/>
                  </a:cubicBezTo>
                  <a:cubicBezTo>
                    <a:pt x="0" y="186"/>
                    <a:pt x="0" y="186"/>
                    <a:pt x="0" y="186"/>
                  </a:cubicBezTo>
                  <a:cubicBezTo>
                    <a:pt x="114" y="141"/>
                    <a:pt x="230" y="79"/>
                    <a:pt x="344" y="0"/>
                  </a:cubicBezTo>
                </a:path>
              </a:pathLst>
            </a:custGeom>
            <a:solidFill>
              <a:srgbClr val="264561"/>
            </a:soli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8" name="Freeform 14"/>
            <p:cNvSpPr/>
            <p:nvPr/>
          </p:nvSpPr>
          <p:spPr bwMode="auto">
            <a:xfrm>
              <a:off x="5788023" y="1203327"/>
              <a:ext cx="541338" cy="539750"/>
            </a:xfrm>
            <a:custGeom>
              <a:avLst/>
              <a:gdLst/>
              <a:ahLst/>
              <a:cxnLst>
                <a:cxn ang="0">
                  <a:pos x="0" y="142"/>
                </a:cxn>
                <a:cxn ang="0">
                  <a:pos x="233" y="357"/>
                </a:cxn>
                <a:cxn ang="0">
                  <a:pos x="452" y="587"/>
                </a:cxn>
                <a:cxn ang="0">
                  <a:pos x="573" y="12"/>
                </a:cxn>
                <a:cxn ang="0">
                  <a:pos x="0" y="142"/>
                </a:cxn>
              </a:cxnLst>
              <a:rect l="0" t="0" r="r" b="b"/>
              <a:pathLst>
                <a:path w="588" h="587">
                  <a:moveTo>
                    <a:pt x="0" y="142"/>
                  </a:moveTo>
                  <a:cubicBezTo>
                    <a:pt x="79" y="210"/>
                    <a:pt x="157" y="281"/>
                    <a:pt x="233" y="357"/>
                  </a:cubicBezTo>
                  <a:cubicBezTo>
                    <a:pt x="310" y="433"/>
                    <a:pt x="383" y="510"/>
                    <a:pt x="452" y="587"/>
                  </a:cubicBezTo>
                  <a:cubicBezTo>
                    <a:pt x="546" y="384"/>
                    <a:pt x="588" y="184"/>
                    <a:pt x="573" y="12"/>
                  </a:cubicBezTo>
                  <a:cubicBezTo>
                    <a:pt x="401" y="0"/>
                    <a:pt x="202" y="45"/>
                    <a:pt x="0" y="142"/>
                  </a:cubicBezTo>
                </a:path>
              </a:pathLst>
            </a:custGeom>
            <a:gradFill>
              <a:gsLst>
                <a:gs pos="51000">
                  <a:schemeClr val="accent4"/>
                </a:gs>
                <a:gs pos="50000">
                  <a:schemeClr val="accent4">
                    <a:lumMod val="75000"/>
                  </a:schemeClr>
                </a:gs>
              </a:gsLst>
              <a:lin ang="3000000" scaled="0"/>
            </a:gradFill>
            <a:ln w="9525">
              <a:noFill/>
              <a:round/>
            </a:ln>
          </p:spPr>
          <p:txBody>
            <a:bodyPr vert="horz" wrap="square" lIns="121920" tIns="60960" rIns="121920" bIns="60960" numCol="1" anchor="t" anchorCtr="0" compatLnSpc="1"/>
            <a:lstStyle/>
            <a:p>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50" name="Arc 249"/>
          <p:cNvSpPr/>
          <p:nvPr/>
        </p:nvSpPr>
        <p:spPr>
          <a:xfrm rot="16019950">
            <a:off x="3745044" y="2197390"/>
            <a:ext cx="3657600" cy="3236319"/>
          </a:xfrm>
          <a:prstGeom prst="arc">
            <a:avLst>
              <a:gd name="adj1" fmla="val 16200000"/>
              <a:gd name="adj2" fmla="val 19414057"/>
            </a:avLst>
          </a:prstGeom>
          <a:ln w="28575">
            <a:solidFill>
              <a:schemeClr val="tx1">
                <a:lumMod val="25000"/>
                <a:lumOff val="75000"/>
              </a:schemeClr>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257" name="Group 39"/>
          <p:cNvGrpSpPr/>
          <p:nvPr/>
        </p:nvGrpSpPr>
        <p:grpSpPr>
          <a:xfrm>
            <a:off x="1075599" y="1543577"/>
            <a:ext cx="3049455" cy="850357"/>
            <a:chOff x="844734" y="1923739"/>
            <a:chExt cx="2287091" cy="637767"/>
          </a:xfrm>
        </p:grpSpPr>
        <p:sp>
          <p:nvSpPr>
            <p:cNvPr id="258" name="Footer Text"/>
            <p:cNvSpPr txBox="1"/>
            <p:nvPr/>
          </p:nvSpPr>
          <p:spPr>
            <a:xfrm>
              <a:off x="844734" y="2099986"/>
              <a:ext cx="2287091" cy="461520"/>
            </a:xfrm>
            <a:prstGeom prst="rect">
              <a:avLst/>
            </a:prstGeom>
            <a:noFill/>
          </p:spPr>
          <p:txBody>
            <a:bodyPr wrap="square" lIns="0" tIns="0" rIns="0" bIns="0" rtlCol="0">
              <a:spAutoFit/>
            </a:bodyPr>
            <a:lstStyle/>
            <a:p>
              <a:pPr algn="r"/>
              <a:r>
                <a:rPr lang="zh-CN" altLang="en-US" sz="1333" dirty="0" smtClean="0">
                  <a:solidFill>
                    <a:schemeClr val="tx1">
                      <a:lumMod val="50000"/>
                      <a:lumOff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a:t>
              </a:r>
              <a:endParaRPr lang="en-US" sz="1333" dirty="0">
                <a:solidFill>
                  <a:schemeClr val="tx1">
                    <a:lumMod val="50000"/>
                    <a:lumOff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9" name="TextBox 258"/>
            <p:cNvSpPr txBox="1"/>
            <p:nvPr/>
          </p:nvSpPr>
          <p:spPr>
            <a:xfrm>
              <a:off x="2501845" y="1923739"/>
              <a:ext cx="629980" cy="184666"/>
            </a:xfrm>
            <a:prstGeom prst="rect">
              <a:avLst/>
            </a:prstGeom>
            <a:noFill/>
          </p:spPr>
          <p:txBody>
            <a:bodyPr wrap="none" lIns="0" tIns="0" rIns="0" bIns="0" rtlCol="0" anchor="ctr">
              <a:spAutoFit/>
            </a:bodyPr>
            <a:lstStyle/>
            <a:p>
              <a:pPr algn="r"/>
              <a:r>
                <a:rPr lang="zh-CN" altLang="en-US" sz="1600" b="1" dirty="0" smtClean="0">
                  <a:solidFill>
                    <a:srgbClr val="164C8C"/>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en-US" sz="1600" b="1" dirty="0">
                <a:solidFill>
                  <a:srgbClr val="164C8C"/>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60" name="Group 42"/>
          <p:cNvGrpSpPr/>
          <p:nvPr/>
        </p:nvGrpSpPr>
        <p:grpSpPr>
          <a:xfrm>
            <a:off x="829898" y="5301281"/>
            <a:ext cx="3049455" cy="850357"/>
            <a:chOff x="844734" y="1923739"/>
            <a:chExt cx="2287091" cy="637767"/>
          </a:xfrm>
        </p:grpSpPr>
        <p:sp>
          <p:nvSpPr>
            <p:cNvPr id="261" name="Footer Text"/>
            <p:cNvSpPr txBox="1"/>
            <p:nvPr/>
          </p:nvSpPr>
          <p:spPr>
            <a:xfrm>
              <a:off x="844734" y="2099986"/>
              <a:ext cx="2287091" cy="461520"/>
            </a:xfrm>
            <a:prstGeom prst="rect">
              <a:avLst/>
            </a:prstGeom>
            <a:noFill/>
          </p:spPr>
          <p:txBody>
            <a:bodyPr wrap="square" lIns="0" tIns="0" rIns="0" bIns="0" rtlCol="0">
              <a:spAutoFit/>
            </a:bodyPr>
            <a:lstStyle/>
            <a:p>
              <a:pPr algn="r"/>
              <a:r>
                <a:rPr lang="zh-CN" altLang="en-US" sz="1333" dirty="0" smtClean="0">
                  <a:solidFill>
                    <a:schemeClr val="tx1">
                      <a:lumMod val="50000"/>
                      <a:lumOff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a:t>
              </a:r>
              <a:endParaRPr lang="en-US" sz="1333" dirty="0">
                <a:solidFill>
                  <a:schemeClr val="tx1">
                    <a:lumMod val="50000"/>
                    <a:lumOff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2" name="TextBox 261"/>
            <p:cNvSpPr txBox="1"/>
            <p:nvPr/>
          </p:nvSpPr>
          <p:spPr>
            <a:xfrm>
              <a:off x="2501845" y="1923739"/>
              <a:ext cx="629980" cy="184666"/>
            </a:xfrm>
            <a:prstGeom prst="rect">
              <a:avLst/>
            </a:prstGeom>
            <a:noFill/>
          </p:spPr>
          <p:txBody>
            <a:bodyPr wrap="none" lIns="0" tIns="0" rIns="0" bIns="0" rtlCol="0" anchor="ctr">
              <a:spAutoFit/>
            </a:bodyPr>
            <a:lstStyle/>
            <a:p>
              <a:pPr algn="r"/>
              <a:r>
                <a:rPr lang="zh-CN" altLang="en-US" sz="1600" b="1" dirty="0" smtClean="0">
                  <a:solidFill>
                    <a:srgbClr val="164C8C"/>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en-US" sz="1600" b="1" dirty="0">
                <a:solidFill>
                  <a:srgbClr val="164C8C"/>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63" name="Group 48"/>
          <p:cNvGrpSpPr/>
          <p:nvPr/>
        </p:nvGrpSpPr>
        <p:grpSpPr>
          <a:xfrm>
            <a:off x="8330473" y="5301281"/>
            <a:ext cx="3049455" cy="850357"/>
            <a:chOff x="844734" y="1923739"/>
            <a:chExt cx="2287091" cy="637767"/>
          </a:xfrm>
        </p:grpSpPr>
        <p:sp>
          <p:nvSpPr>
            <p:cNvPr id="264" name="Footer Text"/>
            <p:cNvSpPr txBox="1"/>
            <p:nvPr/>
          </p:nvSpPr>
          <p:spPr>
            <a:xfrm>
              <a:off x="844734" y="2099986"/>
              <a:ext cx="2287091" cy="461520"/>
            </a:xfrm>
            <a:prstGeom prst="rect">
              <a:avLst/>
            </a:prstGeom>
            <a:noFill/>
          </p:spPr>
          <p:txBody>
            <a:bodyPr wrap="square" lIns="0" tIns="0" rIns="0" bIns="0" rtlCol="0">
              <a:spAutoFit/>
            </a:bodyPr>
            <a:lstStyle/>
            <a:p>
              <a:r>
                <a:rPr lang="zh-CN" altLang="en-US" sz="1333" dirty="0" smtClean="0">
                  <a:solidFill>
                    <a:schemeClr val="tx1">
                      <a:lumMod val="50000"/>
                      <a:lumOff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a:t>
              </a:r>
              <a:endParaRPr lang="en-US" sz="1333" dirty="0">
                <a:solidFill>
                  <a:schemeClr val="tx1">
                    <a:lumMod val="50000"/>
                    <a:lumOff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5" name="TextBox 264"/>
            <p:cNvSpPr txBox="1"/>
            <p:nvPr/>
          </p:nvSpPr>
          <p:spPr>
            <a:xfrm>
              <a:off x="844734" y="1923739"/>
              <a:ext cx="629980" cy="184666"/>
            </a:xfrm>
            <a:prstGeom prst="rect">
              <a:avLst/>
            </a:prstGeom>
            <a:noFill/>
          </p:spPr>
          <p:txBody>
            <a:bodyPr wrap="none" lIns="0" tIns="0" rIns="0" bIns="0" rtlCol="0" anchor="ctr">
              <a:spAutoFit/>
            </a:bodyPr>
            <a:lstStyle/>
            <a:p>
              <a:r>
                <a:rPr lang="zh-CN" altLang="en-US" sz="1600" b="1" dirty="0" smtClean="0">
                  <a:solidFill>
                    <a:schemeClr val="accent3"/>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en-US" sz="1600" b="1" dirty="0">
                <a:solidFill>
                  <a:schemeClr val="accent3"/>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67" name="Group 266"/>
          <p:cNvGrpSpPr/>
          <p:nvPr/>
        </p:nvGrpSpPr>
        <p:grpSpPr>
          <a:xfrm>
            <a:off x="3225800" y="4057676"/>
            <a:ext cx="1758696" cy="1105331"/>
            <a:chOff x="2419350" y="3043257"/>
            <a:chExt cx="1319022" cy="828998"/>
          </a:xfrm>
        </p:grpSpPr>
        <p:grpSp>
          <p:nvGrpSpPr>
            <p:cNvPr id="210" name="Group 209"/>
            <p:cNvGrpSpPr/>
            <p:nvPr/>
          </p:nvGrpSpPr>
          <p:grpSpPr>
            <a:xfrm>
              <a:off x="2419350" y="3043257"/>
              <a:ext cx="1319022" cy="828998"/>
              <a:chOff x="870571" y="2299612"/>
              <a:chExt cx="1192213" cy="749301"/>
            </a:xfrm>
            <a:solidFill>
              <a:schemeClr val="tx1">
                <a:lumMod val="75000"/>
                <a:lumOff val="25000"/>
              </a:schemeClr>
            </a:solidFill>
          </p:grpSpPr>
          <p:sp>
            <p:nvSpPr>
              <p:cNvPr id="203" name="Freeform 7"/>
              <p:cNvSpPr>
                <a:spLocks noEditPoints="1"/>
              </p:cNvSpPr>
              <p:nvPr/>
            </p:nvSpPr>
            <p:spPr bwMode="auto">
              <a:xfrm>
                <a:off x="870571" y="2313900"/>
                <a:ext cx="609600" cy="735013"/>
              </a:xfrm>
              <a:custGeom>
                <a:avLst/>
                <a:gdLst/>
                <a:ahLst/>
                <a:cxnLst>
                  <a:cxn ang="0">
                    <a:pos x="128" y="28"/>
                  </a:cxn>
                  <a:cxn ang="0">
                    <a:pos x="94" y="16"/>
                  </a:cxn>
                  <a:cxn ang="0">
                    <a:pos x="39" y="70"/>
                  </a:cxn>
                  <a:cxn ang="0">
                    <a:pos x="40" y="80"/>
                  </a:cxn>
                  <a:cxn ang="0">
                    <a:pos x="0" y="136"/>
                  </a:cxn>
                  <a:cxn ang="0">
                    <a:pos x="59" y="195"/>
                  </a:cxn>
                  <a:cxn ang="0">
                    <a:pos x="67" y="194"/>
                  </a:cxn>
                  <a:cxn ang="0">
                    <a:pos x="162" y="194"/>
                  </a:cxn>
                  <a:cxn ang="0">
                    <a:pos x="162" y="0"/>
                  </a:cxn>
                  <a:cxn ang="0">
                    <a:pos x="128" y="28"/>
                  </a:cxn>
                  <a:cxn ang="0">
                    <a:pos x="134" y="107"/>
                  </a:cxn>
                  <a:cxn ang="0">
                    <a:pos x="134" y="106"/>
                  </a:cxn>
                  <a:cxn ang="0">
                    <a:pos x="134" y="107"/>
                  </a:cxn>
                </a:cxnLst>
                <a:rect l="0" t="0" r="r" b="b"/>
                <a:pathLst>
                  <a:path w="162" h="195">
                    <a:moveTo>
                      <a:pt x="128" y="28"/>
                    </a:moveTo>
                    <a:cubicBezTo>
                      <a:pt x="119" y="20"/>
                      <a:pt x="107" y="16"/>
                      <a:pt x="94" y="16"/>
                    </a:cubicBezTo>
                    <a:cubicBezTo>
                      <a:pt x="64" y="16"/>
                      <a:pt x="39" y="40"/>
                      <a:pt x="39" y="70"/>
                    </a:cubicBezTo>
                    <a:cubicBezTo>
                      <a:pt x="39" y="73"/>
                      <a:pt x="40" y="77"/>
                      <a:pt x="40" y="80"/>
                    </a:cubicBezTo>
                    <a:cubicBezTo>
                      <a:pt x="17" y="88"/>
                      <a:pt x="0" y="110"/>
                      <a:pt x="0" y="136"/>
                    </a:cubicBezTo>
                    <a:cubicBezTo>
                      <a:pt x="0" y="169"/>
                      <a:pt x="26" y="195"/>
                      <a:pt x="59" y="195"/>
                    </a:cubicBezTo>
                    <a:cubicBezTo>
                      <a:pt x="61" y="195"/>
                      <a:pt x="64" y="195"/>
                      <a:pt x="67" y="194"/>
                    </a:cubicBezTo>
                    <a:cubicBezTo>
                      <a:pt x="162" y="194"/>
                      <a:pt x="162" y="194"/>
                      <a:pt x="162" y="194"/>
                    </a:cubicBezTo>
                    <a:cubicBezTo>
                      <a:pt x="162" y="0"/>
                      <a:pt x="162" y="0"/>
                      <a:pt x="162" y="0"/>
                    </a:cubicBezTo>
                    <a:cubicBezTo>
                      <a:pt x="148" y="5"/>
                      <a:pt x="136" y="15"/>
                      <a:pt x="128" y="28"/>
                    </a:cubicBezTo>
                    <a:close/>
                    <a:moveTo>
                      <a:pt x="134" y="107"/>
                    </a:moveTo>
                    <a:cubicBezTo>
                      <a:pt x="134" y="107"/>
                      <a:pt x="134" y="107"/>
                      <a:pt x="134" y="106"/>
                    </a:cubicBezTo>
                    <a:cubicBezTo>
                      <a:pt x="134" y="107"/>
                      <a:pt x="134" y="107"/>
                      <a:pt x="134" y="107"/>
                    </a:cubicBezTo>
                    <a:close/>
                  </a:path>
                </a:pathLst>
              </a:custGeom>
              <a:solidFill>
                <a:schemeClr val="accent1"/>
              </a:solidFill>
              <a:ln w="9525">
                <a:noFill/>
                <a:round/>
              </a:ln>
            </p:spPr>
            <p:txBody>
              <a:bodyPr vert="horz" wrap="square" lIns="121920" tIns="60960" rIns="121920" bIns="60960" numCol="1" anchor="t" anchorCtr="0" compatLnSpc="1"/>
              <a:lstStyle/>
              <a:p>
                <a:endParaRPr lang="en-US" sz="2400" dirty="0">
                  <a:solidFill>
                    <a:schemeClr val="accent4">
                      <a:lumMod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7" name="Freeform 8"/>
              <p:cNvSpPr/>
              <p:nvPr/>
            </p:nvSpPr>
            <p:spPr bwMode="auto">
              <a:xfrm>
                <a:off x="1480171" y="2299612"/>
                <a:ext cx="582613" cy="749300"/>
              </a:xfrm>
              <a:custGeom>
                <a:avLst/>
                <a:gdLst/>
                <a:ahLst/>
                <a:cxnLst>
                  <a:cxn ang="0">
                    <a:pos x="90" y="65"/>
                  </a:cxn>
                  <a:cxn ang="0">
                    <a:pos x="23" y="0"/>
                  </a:cxn>
                  <a:cxn ang="0">
                    <a:pos x="1" y="4"/>
                  </a:cxn>
                  <a:cxn ang="0">
                    <a:pos x="0" y="4"/>
                  </a:cxn>
                  <a:cxn ang="0">
                    <a:pos x="0" y="198"/>
                  </a:cxn>
                  <a:cxn ang="0">
                    <a:pos x="1" y="198"/>
                  </a:cxn>
                  <a:cxn ang="0">
                    <a:pos x="81" y="198"/>
                  </a:cxn>
                  <a:cxn ang="0">
                    <a:pos x="88" y="199"/>
                  </a:cxn>
                  <a:cxn ang="0">
                    <a:pos x="155" y="132"/>
                  </a:cxn>
                  <a:cxn ang="0">
                    <a:pos x="90" y="65"/>
                  </a:cxn>
                </a:cxnLst>
                <a:rect l="0" t="0" r="r" b="b"/>
                <a:pathLst>
                  <a:path w="155" h="199">
                    <a:moveTo>
                      <a:pt x="90" y="65"/>
                    </a:moveTo>
                    <a:cubicBezTo>
                      <a:pt x="89" y="29"/>
                      <a:pt x="60" y="0"/>
                      <a:pt x="23" y="0"/>
                    </a:cubicBezTo>
                    <a:cubicBezTo>
                      <a:pt x="15" y="0"/>
                      <a:pt x="8" y="1"/>
                      <a:pt x="1" y="4"/>
                    </a:cubicBezTo>
                    <a:cubicBezTo>
                      <a:pt x="0" y="4"/>
                      <a:pt x="0" y="4"/>
                      <a:pt x="0" y="4"/>
                    </a:cubicBezTo>
                    <a:cubicBezTo>
                      <a:pt x="0" y="198"/>
                      <a:pt x="0" y="198"/>
                      <a:pt x="0" y="198"/>
                    </a:cubicBezTo>
                    <a:cubicBezTo>
                      <a:pt x="1" y="198"/>
                      <a:pt x="1" y="198"/>
                      <a:pt x="1" y="198"/>
                    </a:cubicBezTo>
                    <a:cubicBezTo>
                      <a:pt x="81" y="198"/>
                      <a:pt x="81" y="198"/>
                      <a:pt x="81" y="198"/>
                    </a:cubicBezTo>
                    <a:cubicBezTo>
                      <a:pt x="83" y="199"/>
                      <a:pt x="85" y="199"/>
                      <a:pt x="88" y="199"/>
                    </a:cubicBezTo>
                    <a:cubicBezTo>
                      <a:pt x="125" y="199"/>
                      <a:pt x="155" y="169"/>
                      <a:pt x="155" y="132"/>
                    </a:cubicBezTo>
                    <a:cubicBezTo>
                      <a:pt x="155" y="95"/>
                      <a:pt x="126" y="66"/>
                      <a:pt x="90" y="65"/>
                    </a:cubicBezTo>
                    <a:close/>
                  </a:path>
                </a:pathLst>
              </a:custGeom>
              <a:solidFill>
                <a:schemeClr val="accent1">
                  <a:lumMod val="75000"/>
                </a:schemeClr>
              </a:solidFill>
              <a:ln w="9525">
                <a:noFill/>
                <a:round/>
              </a:ln>
            </p:spPr>
            <p:txBody>
              <a:bodyPr vert="horz" wrap="square" lIns="121920" tIns="60960" rIns="121920" bIns="60960" numCol="1" anchor="t" anchorCtr="0" compatLnSpc="1"/>
              <a:lstStyle/>
              <a:p>
                <a:endParaRPr lang="en-US" sz="2400" dirty="0">
                  <a:solidFill>
                    <a:schemeClr val="accent4">
                      <a:lumMod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66" name="Freeform 135"/>
            <p:cNvSpPr>
              <a:spLocks noEditPoints="1"/>
            </p:cNvSpPr>
            <p:nvPr/>
          </p:nvSpPr>
          <p:spPr bwMode="auto">
            <a:xfrm>
              <a:off x="2866521" y="3316949"/>
              <a:ext cx="424680" cy="397801"/>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1"/>
            </a:solidFill>
            <a:ln w="9525">
              <a:noFill/>
              <a:round/>
            </a:ln>
          </p:spPr>
          <p:txBody>
            <a:bodyPr vert="horz" wrap="square" lIns="121920" tIns="60960" rIns="121920" bIns="60960" numCol="1" anchor="t" anchorCtr="0" compatLnSpc="1"/>
            <a:lstStyle/>
            <a:p>
              <a:endParaRPr lang="en-US" sz="24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69" name="Group 268"/>
          <p:cNvGrpSpPr/>
          <p:nvPr/>
        </p:nvGrpSpPr>
        <p:grpSpPr>
          <a:xfrm>
            <a:off x="4504256" y="1392796"/>
            <a:ext cx="1758696" cy="1105331"/>
            <a:chOff x="3358470" y="1095052"/>
            <a:chExt cx="1319022" cy="828998"/>
          </a:xfrm>
        </p:grpSpPr>
        <p:grpSp>
          <p:nvGrpSpPr>
            <p:cNvPr id="251" name="Group 250"/>
            <p:cNvGrpSpPr/>
            <p:nvPr/>
          </p:nvGrpSpPr>
          <p:grpSpPr>
            <a:xfrm>
              <a:off x="3358470" y="1095052"/>
              <a:ext cx="1319022" cy="828998"/>
              <a:chOff x="870571" y="2299612"/>
              <a:chExt cx="1192213" cy="749301"/>
            </a:xfrm>
            <a:solidFill>
              <a:schemeClr val="tx1">
                <a:lumMod val="75000"/>
                <a:lumOff val="25000"/>
              </a:schemeClr>
            </a:solidFill>
          </p:grpSpPr>
          <p:sp>
            <p:nvSpPr>
              <p:cNvPr id="252" name="Freeform 7"/>
              <p:cNvSpPr>
                <a:spLocks noEditPoints="1"/>
              </p:cNvSpPr>
              <p:nvPr/>
            </p:nvSpPr>
            <p:spPr bwMode="auto">
              <a:xfrm>
                <a:off x="870571" y="2313900"/>
                <a:ext cx="609600" cy="735013"/>
              </a:xfrm>
              <a:custGeom>
                <a:avLst/>
                <a:gdLst/>
                <a:ahLst/>
                <a:cxnLst>
                  <a:cxn ang="0">
                    <a:pos x="128" y="28"/>
                  </a:cxn>
                  <a:cxn ang="0">
                    <a:pos x="94" y="16"/>
                  </a:cxn>
                  <a:cxn ang="0">
                    <a:pos x="39" y="70"/>
                  </a:cxn>
                  <a:cxn ang="0">
                    <a:pos x="40" y="80"/>
                  </a:cxn>
                  <a:cxn ang="0">
                    <a:pos x="0" y="136"/>
                  </a:cxn>
                  <a:cxn ang="0">
                    <a:pos x="59" y="195"/>
                  </a:cxn>
                  <a:cxn ang="0">
                    <a:pos x="67" y="194"/>
                  </a:cxn>
                  <a:cxn ang="0">
                    <a:pos x="162" y="194"/>
                  </a:cxn>
                  <a:cxn ang="0">
                    <a:pos x="162" y="0"/>
                  </a:cxn>
                  <a:cxn ang="0">
                    <a:pos x="128" y="28"/>
                  </a:cxn>
                  <a:cxn ang="0">
                    <a:pos x="134" y="107"/>
                  </a:cxn>
                  <a:cxn ang="0">
                    <a:pos x="134" y="106"/>
                  </a:cxn>
                  <a:cxn ang="0">
                    <a:pos x="134" y="107"/>
                  </a:cxn>
                </a:cxnLst>
                <a:rect l="0" t="0" r="r" b="b"/>
                <a:pathLst>
                  <a:path w="162" h="195">
                    <a:moveTo>
                      <a:pt x="128" y="28"/>
                    </a:moveTo>
                    <a:cubicBezTo>
                      <a:pt x="119" y="20"/>
                      <a:pt x="107" y="16"/>
                      <a:pt x="94" y="16"/>
                    </a:cubicBezTo>
                    <a:cubicBezTo>
                      <a:pt x="64" y="16"/>
                      <a:pt x="39" y="40"/>
                      <a:pt x="39" y="70"/>
                    </a:cubicBezTo>
                    <a:cubicBezTo>
                      <a:pt x="39" y="73"/>
                      <a:pt x="40" y="77"/>
                      <a:pt x="40" y="80"/>
                    </a:cubicBezTo>
                    <a:cubicBezTo>
                      <a:pt x="17" y="88"/>
                      <a:pt x="0" y="110"/>
                      <a:pt x="0" y="136"/>
                    </a:cubicBezTo>
                    <a:cubicBezTo>
                      <a:pt x="0" y="169"/>
                      <a:pt x="26" y="195"/>
                      <a:pt x="59" y="195"/>
                    </a:cubicBezTo>
                    <a:cubicBezTo>
                      <a:pt x="61" y="195"/>
                      <a:pt x="64" y="195"/>
                      <a:pt x="67" y="194"/>
                    </a:cubicBezTo>
                    <a:cubicBezTo>
                      <a:pt x="162" y="194"/>
                      <a:pt x="162" y="194"/>
                      <a:pt x="162" y="194"/>
                    </a:cubicBezTo>
                    <a:cubicBezTo>
                      <a:pt x="162" y="0"/>
                      <a:pt x="162" y="0"/>
                      <a:pt x="162" y="0"/>
                    </a:cubicBezTo>
                    <a:cubicBezTo>
                      <a:pt x="148" y="5"/>
                      <a:pt x="136" y="15"/>
                      <a:pt x="128" y="28"/>
                    </a:cubicBezTo>
                    <a:close/>
                    <a:moveTo>
                      <a:pt x="134" y="107"/>
                    </a:moveTo>
                    <a:cubicBezTo>
                      <a:pt x="134" y="107"/>
                      <a:pt x="134" y="107"/>
                      <a:pt x="134" y="106"/>
                    </a:cubicBezTo>
                    <a:cubicBezTo>
                      <a:pt x="134" y="107"/>
                      <a:pt x="134" y="107"/>
                      <a:pt x="134" y="107"/>
                    </a:cubicBezTo>
                    <a:close/>
                  </a:path>
                </a:pathLst>
              </a:custGeom>
              <a:solidFill>
                <a:schemeClr val="accent2"/>
              </a:solidFill>
              <a:ln w="9525">
                <a:noFill/>
                <a:round/>
              </a:ln>
            </p:spPr>
            <p:txBody>
              <a:bodyPr vert="horz" wrap="square" lIns="121920" tIns="60960" rIns="121920" bIns="60960" numCol="1" anchor="t" anchorCtr="0" compatLnSpc="1"/>
              <a:lstStyle/>
              <a:p>
                <a:endParaRPr lang="en-US" sz="2400" dirty="0">
                  <a:solidFill>
                    <a:schemeClr val="accent4">
                      <a:lumMod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3" name="Freeform 8"/>
              <p:cNvSpPr/>
              <p:nvPr/>
            </p:nvSpPr>
            <p:spPr bwMode="auto">
              <a:xfrm>
                <a:off x="1480171" y="2299612"/>
                <a:ext cx="582613" cy="749300"/>
              </a:xfrm>
              <a:custGeom>
                <a:avLst/>
                <a:gdLst/>
                <a:ahLst/>
                <a:cxnLst>
                  <a:cxn ang="0">
                    <a:pos x="90" y="65"/>
                  </a:cxn>
                  <a:cxn ang="0">
                    <a:pos x="23" y="0"/>
                  </a:cxn>
                  <a:cxn ang="0">
                    <a:pos x="1" y="4"/>
                  </a:cxn>
                  <a:cxn ang="0">
                    <a:pos x="0" y="4"/>
                  </a:cxn>
                  <a:cxn ang="0">
                    <a:pos x="0" y="198"/>
                  </a:cxn>
                  <a:cxn ang="0">
                    <a:pos x="1" y="198"/>
                  </a:cxn>
                  <a:cxn ang="0">
                    <a:pos x="81" y="198"/>
                  </a:cxn>
                  <a:cxn ang="0">
                    <a:pos x="88" y="199"/>
                  </a:cxn>
                  <a:cxn ang="0">
                    <a:pos x="155" y="132"/>
                  </a:cxn>
                  <a:cxn ang="0">
                    <a:pos x="90" y="65"/>
                  </a:cxn>
                </a:cxnLst>
                <a:rect l="0" t="0" r="r" b="b"/>
                <a:pathLst>
                  <a:path w="155" h="199">
                    <a:moveTo>
                      <a:pt x="90" y="65"/>
                    </a:moveTo>
                    <a:cubicBezTo>
                      <a:pt x="89" y="29"/>
                      <a:pt x="60" y="0"/>
                      <a:pt x="23" y="0"/>
                    </a:cubicBezTo>
                    <a:cubicBezTo>
                      <a:pt x="15" y="0"/>
                      <a:pt x="8" y="1"/>
                      <a:pt x="1" y="4"/>
                    </a:cubicBezTo>
                    <a:cubicBezTo>
                      <a:pt x="0" y="4"/>
                      <a:pt x="0" y="4"/>
                      <a:pt x="0" y="4"/>
                    </a:cubicBezTo>
                    <a:cubicBezTo>
                      <a:pt x="0" y="198"/>
                      <a:pt x="0" y="198"/>
                      <a:pt x="0" y="198"/>
                    </a:cubicBezTo>
                    <a:cubicBezTo>
                      <a:pt x="1" y="198"/>
                      <a:pt x="1" y="198"/>
                      <a:pt x="1" y="198"/>
                    </a:cubicBezTo>
                    <a:cubicBezTo>
                      <a:pt x="81" y="198"/>
                      <a:pt x="81" y="198"/>
                      <a:pt x="81" y="198"/>
                    </a:cubicBezTo>
                    <a:cubicBezTo>
                      <a:pt x="83" y="199"/>
                      <a:pt x="85" y="199"/>
                      <a:pt x="88" y="199"/>
                    </a:cubicBezTo>
                    <a:cubicBezTo>
                      <a:pt x="125" y="199"/>
                      <a:pt x="155" y="169"/>
                      <a:pt x="155" y="132"/>
                    </a:cubicBezTo>
                    <a:cubicBezTo>
                      <a:pt x="155" y="95"/>
                      <a:pt x="126" y="66"/>
                      <a:pt x="90" y="65"/>
                    </a:cubicBezTo>
                    <a:close/>
                  </a:path>
                </a:pathLst>
              </a:custGeom>
              <a:solidFill>
                <a:schemeClr val="accent2">
                  <a:lumMod val="75000"/>
                </a:schemeClr>
              </a:solidFill>
              <a:ln w="9525">
                <a:noFill/>
                <a:round/>
              </a:ln>
            </p:spPr>
            <p:txBody>
              <a:bodyPr vert="horz" wrap="square" lIns="121920" tIns="60960" rIns="121920" bIns="60960" numCol="1" anchor="t" anchorCtr="0" compatLnSpc="1"/>
              <a:lstStyle/>
              <a:p>
                <a:endParaRPr lang="en-US" sz="2400" dirty="0">
                  <a:solidFill>
                    <a:schemeClr val="accent4">
                      <a:lumMod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68" name="Freeform 23"/>
            <p:cNvSpPr>
              <a:spLocks noEditPoints="1"/>
            </p:cNvSpPr>
            <p:nvPr/>
          </p:nvSpPr>
          <p:spPr bwMode="auto">
            <a:xfrm>
              <a:off x="3841955" y="1342346"/>
              <a:ext cx="352053" cy="332893"/>
            </a:xfrm>
            <a:custGeom>
              <a:avLst/>
              <a:gdLst/>
              <a:ahLst/>
              <a:cxnLst>
                <a:cxn ang="0">
                  <a:pos x="68" y="14"/>
                </a:cxn>
                <a:cxn ang="0">
                  <a:pos x="68" y="18"/>
                </a:cxn>
                <a:cxn ang="0">
                  <a:pos x="64" y="18"/>
                </a:cxn>
                <a:cxn ang="0">
                  <a:pos x="61" y="21"/>
                </a:cxn>
                <a:cxn ang="0">
                  <a:pos x="7" y="21"/>
                </a:cxn>
                <a:cxn ang="0">
                  <a:pos x="4" y="18"/>
                </a:cxn>
                <a:cxn ang="0">
                  <a:pos x="0" y="18"/>
                </a:cxn>
                <a:cxn ang="0">
                  <a:pos x="0" y="14"/>
                </a:cxn>
                <a:cxn ang="0">
                  <a:pos x="34" y="0"/>
                </a:cxn>
                <a:cxn ang="0">
                  <a:pos x="68" y="14"/>
                </a:cxn>
                <a:cxn ang="0">
                  <a:pos x="68" y="60"/>
                </a:cxn>
                <a:cxn ang="0">
                  <a:pos x="68" y="64"/>
                </a:cxn>
                <a:cxn ang="0">
                  <a:pos x="0" y="64"/>
                </a:cxn>
                <a:cxn ang="0">
                  <a:pos x="0" y="60"/>
                </a:cxn>
                <a:cxn ang="0">
                  <a:pos x="2" y="57"/>
                </a:cxn>
                <a:cxn ang="0">
                  <a:pos x="66" y="57"/>
                </a:cxn>
                <a:cxn ang="0">
                  <a:pos x="68" y="60"/>
                </a:cxn>
                <a:cxn ang="0">
                  <a:pos x="18" y="23"/>
                </a:cxn>
                <a:cxn ang="0">
                  <a:pos x="18" y="50"/>
                </a:cxn>
                <a:cxn ang="0">
                  <a:pos x="23" y="50"/>
                </a:cxn>
                <a:cxn ang="0">
                  <a:pos x="23" y="23"/>
                </a:cxn>
                <a:cxn ang="0">
                  <a:pos x="32" y="23"/>
                </a:cxn>
                <a:cxn ang="0">
                  <a:pos x="32" y="50"/>
                </a:cxn>
                <a:cxn ang="0">
                  <a:pos x="36" y="50"/>
                </a:cxn>
                <a:cxn ang="0">
                  <a:pos x="36" y="23"/>
                </a:cxn>
                <a:cxn ang="0">
                  <a:pos x="45" y="23"/>
                </a:cxn>
                <a:cxn ang="0">
                  <a:pos x="45" y="50"/>
                </a:cxn>
                <a:cxn ang="0">
                  <a:pos x="50" y="50"/>
                </a:cxn>
                <a:cxn ang="0">
                  <a:pos x="50" y="23"/>
                </a:cxn>
                <a:cxn ang="0">
                  <a:pos x="59" y="23"/>
                </a:cxn>
                <a:cxn ang="0">
                  <a:pos x="59" y="50"/>
                </a:cxn>
                <a:cxn ang="0">
                  <a:pos x="61" y="50"/>
                </a:cxn>
                <a:cxn ang="0">
                  <a:pos x="64" y="53"/>
                </a:cxn>
                <a:cxn ang="0">
                  <a:pos x="64" y="55"/>
                </a:cxn>
                <a:cxn ang="0">
                  <a:pos x="4" y="55"/>
                </a:cxn>
                <a:cxn ang="0">
                  <a:pos x="4" y="53"/>
                </a:cxn>
                <a:cxn ang="0">
                  <a:pos x="7" y="50"/>
                </a:cxn>
                <a:cxn ang="0">
                  <a:pos x="9" y="50"/>
                </a:cxn>
                <a:cxn ang="0">
                  <a:pos x="9" y="23"/>
                </a:cxn>
                <a:cxn ang="0">
                  <a:pos x="18" y="23"/>
                </a:cxn>
              </a:cxnLst>
              <a:rect l="0" t="0" r="r" b="b"/>
              <a:pathLst>
                <a:path w="68" h="64">
                  <a:moveTo>
                    <a:pt x="68" y="14"/>
                  </a:moveTo>
                  <a:cubicBezTo>
                    <a:pt x="68" y="18"/>
                    <a:pt x="68" y="18"/>
                    <a:pt x="68" y="18"/>
                  </a:cubicBezTo>
                  <a:cubicBezTo>
                    <a:pt x="64" y="18"/>
                    <a:pt x="64" y="18"/>
                    <a:pt x="64" y="18"/>
                  </a:cubicBezTo>
                  <a:cubicBezTo>
                    <a:pt x="64" y="20"/>
                    <a:pt x="63" y="21"/>
                    <a:pt x="61" y="21"/>
                  </a:cubicBezTo>
                  <a:cubicBezTo>
                    <a:pt x="7" y="21"/>
                    <a:pt x="7" y="21"/>
                    <a:pt x="7" y="21"/>
                  </a:cubicBezTo>
                  <a:cubicBezTo>
                    <a:pt x="5" y="21"/>
                    <a:pt x="4" y="20"/>
                    <a:pt x="4" y="18"/>
                  </a:cubicBezTo>
                  <a:cubicBezTo>
                    <a:pt x="0" y="18"/>
                    <a:pt x="0" y="18"/>
                    <a:pt x="0" y="18"/>
                  </a:cubicBezTo>
                  <a:cubicBezTo>
                    <a:pt x="0" y="14"/>
                    <a:pt x="0" y="14"/>
                    <a:pt x="0" y="14"/>
                  </a:cubicBezTo>
                  <a:cubicBezTo>
                    <a:pt x="34" y="0"/>
                    <a:pt x="34" y="0"/>
                    <a:pt x="34" y="0"/>
                  </a:cubicBezTo>
                  <a:lnTo>
                    <a:pt x="68" y="14"/>
                  </a:lnTo>
                  <a:close/>
                  <a:moveTo>
                    <a:pt x="68" y="60"/>
                  </a:moveTo>
                  <a:cubicBezTo>
                    <a:pt x="68" y="64"/>
                    <a:pt x="68" y="64"/>
                    <a:pt x="68" y="64"/>
                  </a:cubicBezTo>
                  <a:cubicBezTo>
                    <a:pt x="0" y="64"/>
                    <a:pt x="0" y="64"/>
                    <a:pt x="0" y="64"/>
                  </a:cubicBezTo>
                  <a:cubicBezTo>
                    <a:pt x="0" y="60"/>
                    <a:pt x="0" y="60"/>
                    <a:pt x="0" y="60"/>
                  </a:cubicBezTo>
                  <a:cubicBezTo>
                    <a:pt x="0" y="58"/>
                    <a:pt x="1" y="57"/>
                    <a:pt x="2" y="57"/>
                  </a:cubicBezTo>
                  <a:cubicBezTo>
                    <a:pt x="66" y="57"/>
                    <a:pt x="66" y="57"/>
                    <a:pt x="66" y="57"/>
                  </a:cubicBezTo>
                  <a:cubicBezTo>
                    <a:pt x="67" y="57"/>
                    <a:pt x="68" y="58"/>
                    <a:pt x="68" y="60"/>
                  </a:cubicBezTo>
                  <a:close/>
                  <a:moveTo>
                    <a:pt x="18" y="23"/>
                  </a:moveTo>
                  <a:cubicBezTo>
                    <a:pt x="18" y="50"/>
                    <a:pt x="18" y="50"/>
                    <a:pt x="18" y="50"/>
                  </a:cubicBezTo>
                  <a:cubicBezTo>
                    <a:pt x="23" y="50"/>
                    <a:pt x="23" y="50"/>
                    <a:pt x="23" y="50"/>
                  </a:cubicBezTo>
                  <a:cubicBezTo>
                    <a:pt x="23" y="23"/>
                    <a:pt x="23" y="23"/>
                    <a:pt x="23" y="23"/>
                  </a:cubicBezTo>
                  <a:cubicBezTo>
                    <a:pt x="32" y="23"/>
                    <a:pt x="32" y="23"/>
                    <a:pt x="32" y="23"/>
                  </a:cubicBezTo>
                  <a:cubicBezTo>
                    <a:pt x="32" y="50"/>
                    <a:pt x="32" y="50"/>
                    <a:pt x="32" y="50"/>
                  </a:cubicBezTo>
                  <a:cubicBezTo>
                    <a:pt x="36" y="50"/>
                    <a:pt x="36" y="50"/>
                    <a:pt x="36" y="50"/>
                  </a:cubicBezTo>
                  <a:cubicBezTo>
                    <a:pt x="36" y="23"/>
                    <a:pt x="36" y="23"/>
                    <a:pt x="36" y="23"/>
                  </a:cubicBezTo>
                  <a:cubicBezTo>
                    <a:pt x="45" y="23"/>
                    <a:pt x="45" y="23"/>
                    <a:pt x="45" y="23"/>
                  </a:cubicBezTo>
                  <a:cubicBezTo>
                    <a:pt x="45" y="50"/>
                    <a:pt x="45" y="50"/>
                    <a:pt x="45" y="50"/>
                  </a:cubicBezTo>
                  <a:cubicBezTo>
                    <a:pt x="50" y="50"/>
                    <a:pt x="50" y="50"/>
                    <a:pt x="50" y="50"/>
                  </a:cubicBezTo>
                  <a:cubicBezTo>
                    <a:pt x="50" y="23"/>
                    <a:pt x="50" y="23"/>
                    <a:pt x="50" y="23"/>
                  </a:cubicBezTo>
                  <a:cubicBezTo>
                    <a:pt x="59" y="23"/>
                    <a:pt x="59" y="23"/>
                    <a:pt x="59" y="23"/>
                  </a:cubicBezTo>
                  <a:cubicBezTo>
                    <a:pt x="59" y="50"/>
                    <a:pt x="59" y="50"/>
                    <a:pt x="59" y="50"/>
                  </a:cubicBezTo>
                  <a:cubicBezTo>
                    <a:pt x="61" y="50"/>
                    <a:pt x="61" y="50"/>
                    <a:pt x="61" y="50"/>
                  </a:cubicBezTo>
                  <a:cubicBezTo>
                    <a:pt x="63" y="50"/>
                    <a:pt x="64" y="51"/>
                    <a:pt x="64" y="53"/>
                  </a:cubicBezTo>
                  <a:cubicBezTo>
                    <a:pt x="64" y="55"/>
                    <a:pt x="64" y="55"/>
                    <a:pt x="64" y="55"/>
                  </a:cubicBezTo>
                  <a:cubicBezTo>
                    <a:pt x="4" y="55"/>
                    <a:pt x="4" y="55"/>
                    <a:pt x="4" y="55"/>
                  </a:cubicBezTo>
                  <a:cubicBezTo>
                    <a:pt x="4" y="53"/>
                    <a:pt x="4" y="53"/>
                    <a:pt x="4" y="53"/>
                  </a:cubicBezTo>
                  <a:cubicBezTo>
                    <a:pt x="4" y="51"/>
                    <a:pt x="5" y="50"/>
                    <a:pt x="7" y="50"/>
                  </a:cubicBezTo>
                  <a:cubicBezTo>
                    <a:pt x="9" y="50"/>
                    <a:pt x="9" y="50"/>
                    <a:pt x="9" y="50"/>
                  </a:cubicBezTo>
                  <a:cubicBezTo>
                    <a:pt x="9" y="23"/>
                    <a:pt x="9" y="23"/>
                    <a:pt x="9" y="23"/>
                  </a:cubicBezTo>
                  <a:lnTo>
                    <a:pt x="18" y="23"/>
                  </a:lnTo>
                  <a:close/>
                </a:path>
              </a:pathLst>
            </a:custGeom>
            <a:solidFill>
              <a:schemeClr val="bg1"/>
            </a:solidFill>
            <a:ln w="9525">
              <a:noFill/>
              <a:round/>
            </a:ln>
          </p:spPr>
          <p:txBody>
            <a:bodyPr vert="horz" wrap="square" lIns="121920" tIns="60960" rIns="121920" bIns="60960" numCol="1" anchor="t" anchorCtr="0" compatLnSpc="1"/>
            <a:lstStyle/>
            <a:p>
              <a:endParaRPr lang="en-US" sz="24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71" name="Group 270"/>
          <p:cNvGrpSpPr/>
          <p:nvPr/>
        </p:nvGrpSpPr>
        <p:grpSpPr>
          <a:xfrm>
            <a:off x="7461504" y="4070993"/>
            <a:ext cx="1758696" cy="1105331"/>
            <a:chOff x="5596128" y="3053245"/>
            <a:chExt cx="1319022" cy="828998"/>
          </a:xfrm>
        </p:grpSpPr>
        <p:grpSp>
          <p:nvGrpSpPr>
            <p:cNvPr id="243" name="Group 242"/>
            <p:cNvGrpSpPr/>
            <p:nvPr/>
          </p:nvGrpSpPr>
          <p:grpSpPr>
            <a:xfrm>
              <a:off x="5596128" y="3053245"/>
              <a:ext cx="1319022" cy="828998"/>
              <a:chOff x="870571" y="2299612"/>
              <a:chExt cx="1192213" cy="749301"/>
            </a:xfrm>
            <a:solidFill>
              <a:schemeClr val="tx1">
                <a:lumMod val="75000"/>
                <a:lumOff val="25000"/>
              </a:schemeClr>
            </a:solidFill>
          </p:grpSpPr>
          <p:sp>
            <p:nvSpPr>
              <p:cNvPr id="244" name="Freeform 7"/>
              <p:cNvSpPr>
                <a:spLocks noEditPoints="1"/>
              </p:cNvSpPr>
              <p:nvPr/>
            </p:nvSpPr>
            <p:spPr bwMode="auto">
              <a:xfrm>
                <a:off x="870571" y="2313900"/>
                <a:ext cx="609600" cy="735013"/>
              </a:xfrm>
              <a:custGeom>
                <a:avLst/>
                <a:gdLst/>
                <a:ahLst/>
                <a:cxnLst>
                  <a:cxn ang="0">
                    <a:pos x="128" y="28"/>
                  </a:cxn>
                  <a:cxn ang="0">
                    <a:pos x="94" y="16"/>
                  </a:cxn>
                  <a:cxn ang="0">
                    <a:pos x="39" y="70"/>
                  </a:cxn>
                  <a:cxn ang="0">
                    <a:pos x="40" y="80"/>
                  </a:cxn>
                  <a:cxn ang="0">
                    <a:pos x="0" y="136"/>
                  </a:cxn>
                  <a:cxn ang="0">
                    <a:pos x="59" y="195"/>
                  </a:cxn>
                  <a:cxn ang="0">
                    <a:pos x="67" y="194"/>
                  </a:cxn>
                  <a:cxn ang="0">
                    <a:pos x="162" y="194"/>
                  </a:cxn>
                  <a:cxn ang="0">
                    <a:pos x="162" y="0"/>
                  </a:cxn>
                  <a:cxn ang="0">
                    <a:pos x="128" y="28"/>
                  </a:cxn>
                  <a:cxn ang="0">
                    <a:pos x="134" y="107"/>
                  </a:cxn>
                  <a:cxn ang="0">
                    <a:pos x="134" y="106"/>
                  </a:cxn>
                  <a:cxn ang="0">
                    <a:pos x="134" y="107"/>
                  </a:cxn>
                </a:cxnLst>
                <a:rect l="0" t="0" r="r" b="b"/>
                <a:pathLst>
                  <a:path w="162" h="195">
                    <a:moveTo>
                      <a:pt x="128" y="28"/>
                    </a:moveTo>
                    <a:cubicBezTo>
                      <a:pt x="119" y="20"/>
                      <a:pt x="107" y="16"/>
                      <a:pt x="94" y="16"/>
                    </a:cubicBezTo>
                    <a:cubicBezTo>
                      <a:pt x="64" y="16"/>
                      <a:pt x="39" y="40"/>
                      <a:pt x="39" y="70"/>
                    </a:cubicBezTo>
                    <a:cubicBezTo>
                      <a:pt x="39" y="73"/>
                      <a:pt x="40" y="77"/>
                      <a:pt x="40" y="80"/>
                    </a:cubicBezTo>
                    <a:cubicBezTo>
                      <a:pt x="17" y="88"/>
                      <a:pt x="0" y="110"/>
                      <a:pt x="0" y="136"/>
                    </a:cubicBezTo>
                    <a:cubicBezTo>
                      <a:pt x="0" y="169"/>
                      <a:pt x="26" y="195"/>
                      <a:pt x="59" y="195"/>
                    </a:cubicBezTo>
                    <a:cubicBezTo>
                      <a:pt x="61" y="195"/>
                      <a:pt x="64" y="195"/>
                      <a:pt x="67" y="194"/>
                    </a:cubicBezTo>
                    <a:cubicBezTo>
                      <a:pt x="162" y="194"/>
                      <a:pt x="162" y="194"/>
                      <a:pt x="162" y="194"/>
                    </a:cubicBezTo>
                    <a:cubicBezTo>
                      <a:pt x="162" y="0"/>
                      <a:pt x="162" y="0"/>
                      <a:pt x="162" y="0"/>
                    </a:cubicBezTo>
                    <a:cubicBezTo>
                      <a:pt x="148" y="5"/>
                      <a:pt x="136" y="15"/>
                      <a:pt x="128" y="28"/>
                    </a:cubicBezTo>
                    <a:close/>
                    <a:moveTo>
                      <a:pt x="134" y="107"/>
                    </a:moveTo>
                    <a:cubicBezTo>
                      <a:pt x="134" y="107"/>
                      <a:pt x="134" y="107"/>
                      <a:pt x="134" y="106"/>
                    </a:cubicBezTo>
                    <a:cubicBezTo>
                      <a:pt x="134" y="107"/>
                      <a:pt x="134" y="107"/>
                      <a:pt x="134" y="107"/>
                    </a:cubicBezTo>
                    <a:close/>
                  </a:path>
                </a:pathLst>
              </a:custGeom>
              <a:solidFill>
                <a:schemeClr val="accent3"/>
              </a:solidFill>
              <a:ln w="9525">
                <a:noFill/>
                <a:round/>
              </a:ln>
            </p:spPr>
            <p:txBody>
              <a:bodyPr vert="horz" wrap="square" lIns="121920" tIns="60960" rIns="121920" bIns="60960" numCol="1" anchor="t" anchorCtr="0" compatLnSpc="1"/>
              <a:lstStyle/>
              <a:p>
                <a:endParaRPr lang="en-US" sz="2400" dirty="0">
                  <a:solidFill>
                    <a:schemeClr val="accent4">
                      <a:lumMod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5" name="Freeform 8"/>
              <p:cNvSpPr/>
              <p:nvPr/>
            </p:nvSpPr>
            <p:spPr bwMode="auto">
              <a:xfrm>
                <a:off x="1480171" y="2299612"/>
                <a:ext cx="582613" cy="749300"/>
              </a:xfrm>
              <a:custGeom>
                <a:avLst/>
                <a:gdLst/>
                <a:ahLst/>
                <a:cxnLst>
                  <a:cxn ang="0">
                    <a:pos x="90" y="65"/>
                  </a:cxn>
                  <a:cxn ang="0">
                    <a:pos x="23" y="0"/>
                  </a:cxn>
                  <a:cxn ang="0">
                    <a:pos x="1" y="4"/>
                  </a:cxn>
                  <a:cxn ang="0">
                    <a:pos x="0" y="4"/>
                  </a:cxn>
                  <a:cxn ang="0">
                    <a:pos x="0" y="198"/>
                  </a:cxn>
                  <a:cxn ang="0">
                    <a:pos x="1" y="198"/>
                  </a:cxn>
                  <a:cxn ang="0">
                    <a:pos x="81" y="198"/>
                  </a:cxn>
                  <a:cxn ang="0">
                    <a:pos x="88" y="199"/>
                  </a:cxn>
                  <a:cxn ang="0">
                    <a:pos x="155" y="132"/>
                  </a:cxn>
                  <a:cxn ang="0">
                    <a:pos x="90" y="65"/>
                  </a:cxn>
                </a:cxnLst>
                <a:rect l="0" t="0" r="r" b="b"/>
                <a:pathLst>
                  <a:path w="155" h="199">
                    <a:moveTo>
                      <a:pt x="90" y="65"/>
                    </a:moveTo>
                    <a:cubicBezTo>
                      <a:pt x="89" y="29"/>
                      <a:pt x="60" y="0"/>
                      <a:pt x="23" y="0"/>
                    </a:cubicBezTo>
                    <a:cubicBezTo>
                      <a:pt x="15" y="0"/>
                      <a:pt x="8" y="1"/>
                      <a:pt x="1" y="4"/>
                    </a:cubicBezTo>
                    <a:cubicBezTo>
                      <a:pt x="0" y="4"/>
                      <a:pt x="0" y="4"/>
                      <a:pt x="0" y="4"/>
                    </a:cubicBezTo>
                    <a:cubicBezTo>
                      <a:pt x="0" y="198"/>
                      <a:pt x="0" y="198"/>
                      <a:pt x="0" y="198"/>
                    </a:cubicBezTo>
                    <a:cubicBezTo>
                      <a:pt x="1" y="198"/>
                      <a:pt x="1" y="198"/>
                      <a:pt x="1" y="198"/>
                    </a:cubicBezTo>
                    <a:cubicBezTo>
                      <a:pt x="81" y="198"/>
                      <a:pt x="81" y="198"/>
                      <a:pt x="81" y="198"/>
                    </a:cubicBezTo>
                    <a:cubicBezTo>
                      <a:pt x="83" y="199"/>
                      <a:pt x="85" y="199"/>
                      <a:pt x="88" y="199"/>
                    </a:cubicBezTo>
                    <a:cubicBezTo>
                      <a:pt x="125" y="199"/>
                      <a:pt x="155" y="169"/>
                      <a:pt x="155" y="132"/>
                    </a:cubicBezTo>
                    <a:cubicBezTo>
                      <a:pt x="155" y="95"/>
                      <a:pt x="126" y="66"/>
                      <a:pt x="90" y="65"/>
                    </a:cubicBezTo>
                    <a:close/>
                  </a:path>
                </a:pathLst>
              </a:custGeom>
              <a:solidFill>
                <a:schemeClr val="accent3">
                  <a:lumMod val="75000"/>
                </a:schemeClr>
              </a:solidFill>
              <a:ln w="9525">
                <a:noFill/>
                <a:round/>
              </a:ln>
            </p:spPr>
            <p:txBody>
              <a:bodyPr vert="horz" wrap="square" lIns="121920" tIns="60960" rIns="121920" bIns="60960" numCol="1" anchor="t" anchorCtr="0" compatLnSpc="1"/>
              <a:lstStyle/>
              <a:p>
                <a:endParaRPr lang="en-US" sz="2400" dirty="0">
                  <a:solidFill>
                    <a:schemeClr val="accent4">
                      <a:lumMod val="5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70" name="Freeform 62"/>
            <p:cNvSpPr>
              <a:spLocks noChangeAspect="1" noEditPoints="1"/>
            </p:cNvSpPr>
            <p:nvPr/>
          </p:nvSpPr>
          <p:spPr bwMode="auto">
            <a:xfrm>
              <a:off x="6020764" y="3278399"/>
              <a:ext cx="469750" cy="473506"/>
            </a:xfrm>
            <a:custGeom>
              <a:avLst/>
              <a:gdLst/>
              <a:ahLst/>
              <a:cxnLst>
                <a:cxn ang="0">
                  <a:pos x="58" y="33"/>
                </a:cxn>
                <a:cxn ang="0">
                  <a:pos x="57" y="34"/>
                </a:cxn>
                <a:cxn ang="0">
                  <a:pos x="50" y="35"/>
                </a:cxn>
                <a:cxn ang="0">
                  <a:pos x="49" y="39"/>
                </a:cxn>
                <a:cxn ang="0">
                  <a:pos x="53" y="44"/>
                </a:cxn>
                <a:cxn ang="0">
                  <a:pos x="53" y="45"/>
                </a:cxn>
                <a:cxn ang="0">
                  <a:pos x="53" y="46"/>
                </a:cxn>
                <a:cxn ang="0">
                  <a:pos x="45" y="53"/>
                </a:cxn>
                <a:cxn ang="0">
                  <a:pos x="44" y="52"/>
                </a:cxn>
                <a:cxn ang="0">
                  <a:pos x="39" y="48"/>
                </a:cxn>
                <a:cxn ang="0">
                  <a:pos x="36" y="50"/>
                </a:cxn>
                <a:cxn ang="0">
                  <a:pos x="34" y="57"/>
                </a:cxn>
                <a:cxn ang="0">
                  <a:pos x="33" y="58"/>
                </a:cxn>
                <a:cxn ang="0">
                  <a:pos x="25" y="58"/>
                </a:cxn>
                <a:cxn ang="0">
                  <a:pos x="23" y="57"/>
                </a:cxn>
                <a:cxn ang="0">
                  <a:pos x="22" y="50"/>
                </a:cxn>
                <a:cxn ang="0">
                  <a:pos x="19" y="48"/>
                </a:cxn>
                <a:cxn ang="0">
                  <a:pos x="14" y="52"/>
                </a:cxn>
                <a:cxn ang="0">
                  <a:pos x="13" y="53"/>
                </a:cxn>
                <a:cxn ang="0">
                  <a:pos x="12" y="52"/>
                </a:cxn>
                <a:cxn ang="0">
                  <a:pos x="5" y="46"/>
                </a:cxn>
                <a:cxn ang="0">
                  <a:pos x="5" y="45"/>
                </a:cxn>
                <a:cxn ang="0">
                  <a:pos x="5" y="44"/>
                </a:cxn>
                <a:cxn ang="0">
                  <a:pos x="9" y="39"/>
                </a:cxn>
                <a:cxn ang="0">
                  <a:pos x="8" y="35"/>
                </a:cxn>
                <a:cxn ang="0">
                  <a:pos x="1" y="34"/>
                </a:cxn>
                <a:cxn ang="0">
                  <a:pos x="0" y="33"/>
                </a:cxn>
                <a:cxn ang="0">
                  <a:pos x="0" y="24"/>
                </a:cxn>
                <a:cxn ang="0">
                  <a:pos x="1" y="23"/>
                </a:cxn>
                <a:cxn ang="0">
                  <a:pos x="8" y="22"/>
                </a:cxn>
                <a:cxn ang="0">
                  <a:pos x="9" y="18"/>
                </a:cxn>
                <a:cxn ang="0">
                  <a:pos x="5" y="13"/>
                </a:cxn>
                <a:cxn ang="0">
                  <a:pos x="5" y="12"/>
                </a:cxn>
                <a:cxn ang="0">
                  <a:pos x="5" y="11"/>
                </a:cxn>
                <a:cxn ang="0">
                  <a:pos x="13" y="5"/>
                </a:cxn>
                <a:cxn ang="0">
                  <a:pos x="14" y="5"/>
                </a:cxn>
                <a:cxn ang="0">
                  <a:pos x="19" y="9"/>
                </a:cxn>
                <a:cxn ang="0">
                  <a:pos x="22" y="8"/>
                </a:cxn>
                <a:cxn ang="0">
                  <a:pos x="23" y="1"/>
                </a:cxn>
                <a:cxn ang="0">
                  <a:pos x="25" y="0"/>
                </a:cxn>
                <a:cxn ang="0">
                  <a:pos x="33" y="0"/>
                </a:cxn>
                <a:cxn ang="0">
                  <a:pos x="34" y="1"/>
                </a:cxn>
                <a:cxn ang="0">
                  <a:pos x="36" y="8"/>
                </a:cxn>
                <a:cxn ang="0">
                  <a:pos x="39" y="9"/>
                </a:cxn>
                <a:cxn ang="0">
                  <a:pos x="44" y="5"/>
                </a:cxn>
                <a:cxn ang="0">
                  <a:pos x="45" y="5"/>
                </a:cxn>
                <a:cxn ang="0">
                  <a:pos x="46" y="5"/>
                </a:cxn>
                <a:cxn ang="0">
                  <a:pos x="52" y="12"/>
                </a:cxn>
                <a:cxn ang="0">
                  <a:pos x="53" y="12"/>
                </a:cxn>
                <a:cxn ang="0">
                  <a:pos x="52" y="13"/>
                </a:cxn>
                <a:cxn ang="0">
                  <a:pos x="48" y="18"/>
                </a:cxn>
                <a:cxn ang="0">
                  <a:pos x="50" y="22"/>
                </a:cxn>
                <a:cxn ang="0">
                  <a:pos x="57" y="23"/>
                </a:cxn>
                <a:cxn ang="0">
                  <a:pos x="58" y="25"/>
                </a:cxn>
                <a:cxn ang="0">
                  <a:pos x="58" y="33"/>
                </a:cxn>
                <a:cxn ang="0">
                  <a:pos x="29" y="19"/>
                </a:cxn>
                <a:cxn ang="0">
                  <a:pos x="19" y="29"/>
                </a:cxn>
                <a:cxn ang="0">
                  <a:pos x="29" y="38"/>
                </a:cxn>
                <a:cxn ang="0">
                  <a:pos x="39" y="29"/>
                </a:cxn>
                <a:cxn ang="0">
                  <a:pos x="29" y="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chemeClr val="bg1"/>
            </a:solidFill>
            <a:ln w="9525">
              <a:noFill/>
              <a:round/>
            </a:ln>
          </p:spPr>
          <p:txBody>
            <a:bodyPr vert="horz" wrap="square" lIns="121920" tIns="60960" rIns="121920" bIns="60960" numCol="1" anchor="t" anchorCtr="0" compatLnSpc="1"/>
            <a:lstStyle/>
            <a:p>
              <a:endParaRPr lang="en-US" sz="24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pic>
        <p:nvPicPr>
          <p:cNvPr id="51" name="图片 5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accel="50000" decel="50000" fill="hold" nodeType="afterEffect">
                                  <p:stCondLst>
                                    <p:cond delay="0"/>
                                  </p:stCondLst>
                                  <p:childTnLst>
                                    <p:set>
                                      <p:cBhvr>
                                        <p:cTn id="6" dur="1" fill="hold">
                                          <p:stCondLst>
                                            <p:cond delay="0"/>
                                          </p:stCondLst>
                                        </p:cTn>
                                        <p:tgtEl>
                                          <p:spTgt spid="248"/>
                                        </p:tgtEl>
                                        <p:attrNameLst>
                                          <p:attrName>style.visibility</p:attrName>
                                        </p:attrNameLst>
                                      </p:cBhvr>
                                      <p:to>
                                        <p:strVal val="visible"/>
                                      </p:to>
                                    </p:set>
                                    <p:anim calcmode="lin" valueType="num">
                                      <p:cBhvr additive="base">
                                        <p:cTn id="7" dur="500" fill="hold"/>
                                        <p:tgtEl>
                                          <p:spTgt spid="248"/>
                                        </p:tgtEl>
                                        <p:attrNameLst>
                                          <p:attrName>ppt_x</p:attrName>
                                        </p:attrNameLst>
                                      </p:cBhvr>
                                      <p:tavLst>
                                        <p:tav tm="0">
                                          <p:val>
                                            <p:strVal val="0-#ppt_w/2"/>
                                          </p:val>
                                        </p:tav>
                                        <p:tav tm="100000">
                                          <p:val>
                                            <p:strVal val="#ppt_x"/>
                                          </p:val>
                                        </p:tav>
                                      </p:tavLst>
                                    </p:anim>
                                    <p:anim calcmode="lin" valueType="num">
                                      <p:cBhvr additive="base">
                                        <p:cTn id="8" dur="500" fill="hold"/>
                                        <p:tgtEl>
                                          <p:spTgt spid="24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71"/>
                                        </p:tgtEl>
                                        <p:attrNameLst>
                                          <p:attrName>style.visibility</p:attrName>
                                        </p:attrNameLst>
                                      </p:cBhvr>
                                      <p:to>
                                        <p:strVal val="visible"/>
                                      </p:to>
                                    </p:set>
                                    <p:anim calcmode="lin" valueType="num">
                                      <p:cBhvr>
                                        <p:cTn id="12" dur="500" fill="hold"/>
                                        <p:tgtEl>
                                          <p:spTgt spid="271"/>
                                        </p:tgtEl>
                                        <p:attrNameLst>
                                          <p:attrName>ppt_w</p:attrName>
                                        </p:attrNameLst>
                                      </p:cBhvr>
                                      <p:tavLst>
                                        <p:tav tm="0">
                                          <p:val>
                                            <p:fltVal val="0"/>
                                          </p:val>
                                        </p:tav>
                                        <p:tav tm="100000">
                                          <p:val>
                                            <p:strVal val="#ppt_w"/>
                                          </p:val>
                                        </p:tav>
                                      </p:tavLst>
                                    </p:anim>
                                    <p:anim calcmode="lin" valueType="num">
                                      <p:cBhvr>
                                        <p:cTn id="13" dur="500" fill="hold"/>
                                        <p:tgtEl>
                                          <p:spTgt spid="271"/>
                                        </p:tgtEl>
                                        <p:attrNameLst>
                                          <p:attrName>ppt_h</p:attrName>
                                        </p:attrNameLst>
                                      </p:cBhvr>
                                      <p:tavLst>
                                        <p:tav tm="0">
                                          <p:val>
                                            <p:fltVal val="0"/>
                                          </p:val>
                                        </p:tav>
                                        <p:tav tm="100000">
                                          <p:val>
                                            <p:strVal val="#ppt_h"/>
                                          </p:val>
                                        </p:tav>
                                      </p:tavLst>
                                    </p:anim>
                                    <p:animEffect transition="in" filter="fade">
                                      <p:cBhvr>
                                        <p:cTn id="14" dur="500"/>
                                        <p:tgtEl>
                                          <p:spTgt spid="271"/>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263"/>
                                        </p:tgtEl>
                                        <p:attrNameLst>
                                          <p:attrName>style.visibility</p:attrName>
                                        </p:attrNameLst>
                                      </p:cBhvr>
                                      <p:to>
                                        <p:strVal val="visible"/>
                                      </p:to>
                                    </p:set>
                                    <p:animEffect transition="in" filter="wipe(left)">
                                      <p:cBhvr>
                                        <p:cTn id="18" dur="500"/>
                                        <p:tgtEl>
                                          <p:spTgt spid="263"/>
                                        </p:tgtEl>
                                      </p:cBhvr>
                                    </p:animEffect>
                                  </p:childTnLst>
                                </p:cTn>
                              </p:par>
                            </p:childTnLst>
                          </p:cTn>
                        </p:par>
                        <p:par>
                          <p:cTn id="19" fill="hold">
                            <p:stCondLst>
                              <p:cond delay="1500"/>
                            </p:stCondLst>
                            <p:childTnLst>
                              <p:par>
                                <p:cTn id="20" presetID="18" presetClass="entr" presetSubtype="12" fill="hold" grpId="0" nodeType="after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strips(downLeft)">
                                      <p:cBhvr>
                                        <p:cTn id="22" dur="500"/>
                                        <p:tgtEl>
                                          <p:spTgt spid="238"/>
                                        </p:tgtEl>
                                      </p:cBhvr>
                                    </p:animEffect>
                                  </p:childTnLst>
                                </p:cTn>
                              </p:par>
                            </p:childTnLst>
                          </p:cTn>
                        </p:par>
                        <p:par>
                          <p:cTn id="23" fill="hold">
                            <p:stCondLst>
                              <p:cond delay="2000"/>
                            </p:stCondLst>
                            <p:childTnLst>
                              <p:par>
                                <p:cTn id="24" presetID="53" presetClass="entr" presetSubtype="16" fill="hold" nodeType="afterEffect">
                                  <p:stCondLst>
                                    <p:cond delay="0"/>
                                  </p:stCondLst>
                                  <p:childTnLst>
                                    <p:set>
                                      <p:cBhvr>
                                        <p:cTn id="25" dur="1" fill="hold">
                                          <p:stCondLst>
                                            <p:cond delay="0"/>
                                          </p:stCondLst>
                                        </p:cTn>
                                        <p:tgtEl>
                                          <p:spTgt spid="267"/>
                                        </p:tgtEl>
                                        <p:attrNameLst>
                                          <p:attrName>style.visibility</p:attrName>
                                        </p:attrNameLst>
                                      </p:cBhvr>
                                      <p:to>
                                        <p:strVal val="visible"/>
                                      </p:to>
                                    </p:set>
                                    <p:anim calcmode="lin" valueType="num">
                                      <p:cBhvr>
                                        <p:cTn id="26" dur="500" fill="hold"/>
                                        <p:tgtEl>
                                          <p:spTgt spid="267"/>
                                        </p:tgtEl>
                                        <p:attrNameLst>
                                          <p:attrName>ppt_w</p:attrName>
                                        </p:attrNameLst>
                                      </p:cBhvr>
                                      <p:tavLst>
                                        <p:tav tm="0">
                                          <p:val>
                                            <p:fltVal val="0"/>
                                          </p:val>
                                        </p:tav>
                                        <p:tav tm="100000">
                                          <p:val>
                                            <p:strVal val="#ppt_w"/>
                                          </p:val>
                                        </p:tav>
                                      </p:tavLst>
                                    </p:anim>
                                    <p:anim calcmode="lin" valueType="num">
                                      <p:cBhvr>
                                        <p:cTn id="27" dur="500" fill="hold"/>
                                        <p:tgtEl>
                                          <p:spTgt spid="267"/>
                                        </p:tgtEl>
                                        <p:attrNameLst>
                                          <p:attrName>ppt_h</p:attrName>
                                        </p:attrNameLst>
                                      </p:cBhvr>
                                      <p:tavLst>
                                        <p:tav tm="0">
                                          <p:val>
                                            <p:fltVal val="0"/>
                                          </p:val>
                                        </p:tav>
                                        <p:tav tm="100000">
                                          <p:val>
                                            <p:strVal val="#ppt_h"/>
                                          </p:val>
                                        </p:tav>
                                      </p:tavLst>
                                    </p:anim>
                                    <p:animEffect transition="in" filter="fade">
                                      <p:cBhvr>
                                        <p:cTn id="28" dur="500"/>
                                        <p:tgtEl>
                                          <p:spTgt spid="267"/>
                                        </p:tgtEl>
                                      </p:cBhvr>
                                    </p:animEffect>
                                  </p:childTnLst>
                                </p:cTn>
                              </p:par>
                            </p:childTnLst>
                          </p:cTn>
                        </p:par>
                        <p:par>
                          <p:cTn id="29" fill="hold">
                            <p:stCondLst>
                              <p:cond delay="2500"/>
                            </p:stCondLst>
                            <p:childTnLst>
                              <p:par>
                                <p:cTn id="30" presetID="22" presetClass="entr" presetSubtype="2" fill="hold" nodeType="afterEffect">
                                  <p:stCondLst>
                                    <p:cond delay="0"/>
                                  </p:stCondLst>
                                  <p:childTnLst>
                                    <p:set>
                                      <p:cBhvr>
                                        <p:cTn id="31" dur="1" fill="hold">
                                          <p:stCondLst>
                                            <p:cond delay="0"/>
                                          </p:stCondLst>
                                        </p:cTn>
                                        <p:tgtEl>
                                          <p:spTgt spid="260"/>
                                        </p:tgtEl>
                                        <p:attrNameLst>
                                          <p:attrName>style.visibility</p:attrName>
                                        </p:attrNameLst>
                                      </p:cBhvr>
                                      <p:to>
                                        <p:strVal val="visible"/>
                                      </p:to>
                                    </p:set>
                                    <p:animEffect transition="in" filter="wipe(right)">
                                      <p:cBhvr>
                                        <p:cTn id="32" dur="500"/>
                                        <p:tgtEl>
                                          <p:spTgt spid="260"/>
                                        </p:tgtEl>
                                      </p:cBhvr>
                                    </p:animEffect>
                                  </p:childTnLst>
                                </p:cTn>
                              </p:par>
                            </p:childTnLst>
                          </p:cTn>
                        </p:par>
                        <p:par>
                          <p:cTn id="33" fill="hold">
                            <p:stCondLst>
                              <p:cond delay="3000"/>
                            </p:stCondLst>
                            <p:childTnLst>
                              <p:par>
                                <p:cTn id="34" presetID="18" presetClass="entr" presetSubtype="3" fill="hold" grpId="0" nodeType="afterEffect">
                                  <p:stCondLst>
                                    <p:cond delay="0"/>
                                  </p:stCondLst>
                                  <p:childTnLst>
                                    <p:set>
                                      <p:cBhvr>
                                        <p:cTn id="35" dur="1" fill="hold">
                                          <p:stCondLst>
                                            <p:cond delay="0"/>
                                          </p:stCondLst>
                                        </p:cTn>
                                        <p:tgtEl>
                                          <p:spTgt spid="250"/>
                                        </p:tgtEl>
                                        <p:attrNameLst>
                                          <p:attrName>style.visibility</p:attrName>
                                        </p:attrNameLst>
                                      </p:cBhvr>
                                      <p:to>
                                        <p:strVal val="visible"/>
                                      </p:to>
                                    </p:set>
                                    <p:animEffect transition="in" filter="strips(upRight)">
                                      <p:cBhvr>
                                        <p:cTn id="36" dur="500"/>
                                        <p:tgtEl>
                                          <p:spTgt spid="250"/>
                                        </p:tgtEl>
                                      </p:cBhvr>
                                    </p:animEffect>
                                  </p:childTnLst>
                                </p:cTn>
                              </p:par>
                            </p:childTnLst>
                          </p:cTn>
                        </p:par>
                        <p:par>
                          <p:cTn id="37" fill="hold">
                            <p:stCondLst>
                              <p:cond delay="3500"/>
                            </p:stCondLst>
                            <p:childTnLst>
                              <p:par>
                                <p:cTn id="38" presetID="53" presetClass="entr" presetSubtype="16" fill="hold" nodeType="afterEffect">
                                  <p:stCondLst>
                                    <p:cond delay="0"/>
                                  </p:stCondLst>
                                  <p:childTnLst>
                                    <p:set>
                                      <p:cBhvr>
                                        <p:cTn id="39" dur="1" fill="hold">
                                          <p:stCondLst>
                                            <p:cond delay="0"/>
                                          </p:stCondLst>
                                        </p:cTn>
                                        <p:tgtEl>
                                          <p:spTgt spid="269"/>
                                        </p:tgtEl>
                                        <p:attrNameLst>
                                          <p:attrName>style.visibility</p:attrName>
                                        </p:attrNameLst>
                                      </p:cBhvr>
                                      <p:to>
                                        <p:strVal val="visible"/>
                                      </p:to>
                                    </p:set>
                                    <p:anim calcmode="lin" valueType="num">
                                      <p:cBhvr>
                                        <p:cTn id="40" dur="500" fill="hold"/>
                                        <p:tgtEl>
                                          <p:spTgt spid="269"/>
                                        </p:tgtEl>
                                        <p:attrNameLst>
                                          <p:attrName>ppt_w</p:attrName>
                                        </p:attrNameLst>
                                      </p:cBhvr>
                                      <p:tavLst>
                                        <p:tav tm="0">
                                          <p:val>
                                            <p:fltVal val="0"/>
                                          </p:val>
                                        </p:tav>
                                        <p:tav tm="100000">
                                          <p:val>
                                            <p:strVal val="#ppt_w"/>
                                          </p:val>
                                        </p:tav>
                                      </p:tavLst>
                                    </p:anim>
                                    <p:anim calcmode="lin" valueType="num">
                                      <p:cBhvr>
                                        <p:cTn id="41" dur="500" fill="hold"/>
                                        <p:tgtEl>
                                          <p:spTgt spid="269"/>
                                        </p:tgtEl>
                                        <p:attrNameLst>
                                          <p:attrName>ppt_h</p:attrName>
                                        </p:attrNameLst>
                                      </p:cBhvr>
                                      <p:tavLst>
                                        <p:tav tm="0">
                                          <p:val>
                                            <p:fltVal val="0"/>
                                          </p:val>
                                        </p:tav>
                                        <p:tav tm="100000">
                                          <p:val>
                                            <p:strVal val="#ppt_h"/>
                                          </p:val>
                                        </p:tav>
                                      </p:tavLst>
                                    </p:anim>
                                    <p:animEffect transition="in" filter="fade">
                                      <p:cBhvr>
                                        <p:cTn id="42" dur="500"/>
                                        <p:tgtEl>
                                          <p:spTgt spid="269"/>
                                        </p:tgtEl>
                                      </p:cBhvr>
                                    </p:animEffect>
                                  </p:childTnLst>
                                </p:cTn>
                              </p:par>
                            </p:childTnLst>
                          </p:cTn>
                        </p:par>
                        <p:par>
                          <p:cTn id="43" fill="hold">
                            <p:stCondLst>
                              <p:cond delay="4000"/>
                            </p:stCondLst>
                            <p:childTnLst>
                              <p:par>
                                <p:cTn id="44" presetID="22" presetClass="entr" presetSubtype="2" fill="hold" nodeType="afterEffect">
                                  <p:stCondLst>
                                    <p:cond delay="0"/>
                                  </p:stCondLst>
                                  <p:childTnLst>
                                    <p:set>
                                      <p:cBhvr>
                                        <p:cTn id="45" dur="1" fill="hold">
                                          <p:stCondLst>
                                            <p:cond delay="0"/>
                                          </p:stCondLst>
                                        </p:cTn>
                                        <p:tgtEl>
                                          <p:spTgt spid="257"/>
                                        </p:tgtEl>
                                        <p:attrNameLst>
                                          <p:attrName>style.visibility</p:attrName>
                                        </p:attrNameLst>
                                      </p:cBhvr>
                                      <p:to>
                                        <p:strVal val="visible"/>
                                      </p:to>
                                    </p:set>
                                    <p:animEffect transition="in" filter="wipe(right)">
                                      <p:cBhvr>
                                        <p:cTn id="46" dur="5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 grpId="0" bldLvl="0" animBg="1"/>
      <p:bldP spid="250"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Parallelogram 7">
            <a:extLst>
              <a:ext uri="{FF2B5EF4-FFF2-40B4-BE49-F238E27FC236}">
                <a16:creationId xmlns:a16="http://schemas.microsoft.com/office/drawing/2014/main" xmlns="" id="{06D38D05-20B4-4E70-A9A3-397E4D73196C}"/>
              </a:ext>
            </a:extLst>
          </p:cNvPr>
          <p:cNvSpPr/>
          <p:nvPr/>
        </p:nvSpPr>
        <p:spPr>
          <a:xfrm>
            <a:off x="1931504" y="1051699"/>
            <a:ext cx="1578429" cy="2668794"/>
          </a:xfrm>
          <a:prstGeom prst="parallelogram">
            <a:avLst>
              <a:gd name="adj" fmla="val 7467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Title 2">
            <a:extLst>
              <a:ext uri="{FF2B5EF4-FFF2-40B4-BE49-F238E27FC236}">
                <a16:creationId xmlns:a16="http://schemas.microsoft.com/office/drawing/2014/main" xmlns="" id="{31E87707-A546-4CA1-B638-2B4567EC75F6}"/>
              </a:ext>
            </a:extLst>
          </p:cNvPr>
          <p:cNvSpPr txBox="1">
            <a:spLocks/>
          </p:cNvSpPr>
          <p:nvPr/>
        </p:nvSpPr>
        <p:spPr>
          <a:xfrm>
            <a:off x="334936" y="1675843"/>
            <a:ext cx="4575629" cy="148786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LEFT</a:t>
            </a:r>
            <a:br>
              <a:rPr lang="en-US" sz="48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br>
            <a:r>
              <a:rPr lang="en-US" sz="48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PICTURE</a:t>
            </a:r>
            <a:br>
              <a:rPr lang="en-US" sz="48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br>
            <a:r>
              <a:rPr lang="en-US" sz="48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SLIDE</a:t>
            </a:r>
          </a:p>
        </p:txBody>
      </p:sp>
      <p:sp>
        <p:nvSpPr>
          <p:cNvPr id="25" name="TextBox 5">
            <a:extLst>
              <a:ext uri="{FF2B5EF4-FFF2-40B4-BE49-F238E27FC236}">
                <a16:creationId xmlns:a16="http://schemas.microsoft.com/office/drawing/2014/main" xmlns="" id="{19015D54-FC01-4F72-8529-190E3DEB02E1}"/>
              </a:ext>
            </a:extLst>
          </p:cNvPr>
          <p:cNvSpPr txBox="1"/>
          <p:nvPr/>
        </p:nvSpPr>
        <p:spPr>
          <a:xfrm>
            <a:off x="1931504" y="3953740"/>
            <a:ext cx="634789" cy="276999"/>
          </a:xfrm>
          <a:prstGeom prst="rect">
            <a:avLst/>
          </a:prstGeom>
          <a:noFill/>
        </p:spPr>
        <p:txBody>
          <a:bodyPr wrap="none" lIns="0" rIns="0" rtlCol="0">
            <a:spAutoFit/>
          </a:bodyPr>
          <a:lstStyle/>
          <a:p>
            <a:pPr marL="0" marR="0" lvl="0" indent="0" algn="l" defTabSz="91433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13435"/>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标题内容</a:t>
            </a:r>
            <a:endParaRPr kumimoji="0" lang="en-US" sz="1200" b="1" i="0" u="none" strike="noStrike" kern="1200" cap="none" spc="0" normalizeH="0" baseline="0" noProof="0" dirty="0">
              <a:ln>
                <a:noFill/>
              </a:ln>
              <a:solidFill>
                <a:srgbClr val="013435"/>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Text Placeholder 3">
            <a:extLst>
              <a:ext uri="{FF2B5EF4-FFF2-40B4-BE49-F238E27FC236}">
                <a16:creationId xmlns:a16="http://schemas.microsoft.com/office/drawing/2014/main" xmlns="" id="{51BE6C53-ECDA-4C20-8F5D-443CBE5FC8D3}"/>
              </a:ext>
            </a:extLst>
          </p:cNvPr>
          <p:cNvSpPr txBox="1">
            <a:spLocks/>
          </p:cNvSpPr>
          <p:nvPr/>
        </p:nvSpPr>
        <p:spPr>
          <a:xfrm>
            <a:off x="1931504" y="4322948"/>
            <a:ext cx="2277675" cy="1185498"/>
          </a:xfrm>
          <a:prstGeom prst="rect">
            <a:avLst/>
          </a:prstGeom>
        </p:spPr>
        <p:txBody>
          <a:bodyPr lIns="0" rIns="0"/>
          <a:lstStyle>
            <a:lvl1pPr marL="0" indent="0" algn="l" defTabSz="914318" rtl="0" eaLnBrk="1" latinLnBrk="0" hangingPunct="1">
              <a:lnSpc>
                <a:spcPct val="120000"/>
              </a:lnSpc>
              <a:spcBef>
                <a:spcPts val="1000"/>
              </a:spcBef>
              <a:buFont typeface="Arial" panose="020B0604020202020204" pitchFamily="34" charset="0"/>
              <a:buNone/>
              <a:defRPr sz="2800" kern="1200">
                <a:solidFill>
                  <a:schemeClr val="tx1"/>
                </a:solidFill>
                <a:latin typeface="+mn-lt"/>
                <a:ea typeface="+mn-ea"/>
                <a:cs typeface="+mn-cs"/>
              </a:defRPr>
            </a:lvl1pPr>
            <a:lvl2pPr marL="0" indent="0" algn="l" defTabSz="914318" rtl="0" eaLnBrk="1" latinLnBrk="0" hangingPunct="1">
              <a:lnSpc>
                <a:spcPct val="120000"/>
              </a:lnSpc>
              <a:spcBef>
                <a:spcPts val="499"/>
              </a:spcBef>
              <a:buFont typeface="Arial" panose="020B0604020202020204" pitchFamily="34" charset="0"/>
              <a:buNone/>
              <a:defRPr sz="1800" kern="1200">
                <a:solidFill>
                  <a:schemeClr val="tx1"/>
                </a:solidFill>
                <a:latin typeface="+mn-lt"/>
                <a:ea typeface="+mn-ea"/>
                <a:cs typeface="+mn-cs"/>
              </a:defRPr>
            </a:lvl2pPr>
            <a:lvl3pPr marL="0" indent="0" algn="l" defTabSz="914318" rtl="0" eaLnBrk="1" latinLnBrk="0" hangingPunct="1">
              <a:lnSpc>
                <a:spcPct val="120000"/>
              </a:lnSpc>
              <a:spcBef>
                <a:spcPts val="499"/>
              </a:spcBef>
              <a:buFont typeface="Arial" panose="020B0604020202020204" pitchFamily="34" charset="0"/>
              <a:buNone/>
              <a:defRPr sz="1200" kern="1200">
                <a:solidFill>
                  <a:schemeClr val="tx1"/>
                </a:solidFill>
                <a:latin typeface="+mn-lt"/>
                <a:ea typeface="+mn-ea"/>
                <a:cs typeface="+mn-cs"/>
              </a:defRPr>
            </a:lvl3pPr>
            <a:lvl4pPr marL="0" indent="0" algn="l" defTabSz="914318" rtl="0" eaLnBrk="1" latinLnBrk="0" hangingPunct="1">
              <a:lnSpc>
                <a:spcPct val="120000"/>
              </a:lnSpc>
              <a:spcBef>
                <a:spcPts val="499"/>
              </a:spcBef>
              <a:buFont typeface="Arial" panose="020B0604020202020204" pitchFamily="34" charset="0"/>
              <a:buNone/>
              <a:defRPr sz="1000" kern="1200">
                <a:solidFill>
                  <a:schemeClr val="tx1">
                    <a:alpha val="70000"/>
                  </a:schemeClr>
                </a:solidFill>
                <a:latin typeface="+mn-lt"/>
                <a:ea typeface="+mn-ea"/>
                <a:cs typeface="+mn-cs"/>
              </a:defRPr>
            </a:lvl4pPr>
            <a:lvl5pPr marL="0" indent="0" algn="l" defTabSz="914318" rtl="0" eaLnBrk="1" latinLnBrk="0" hangingPunct="1">
              <a:lnSpc>
                <a:spcPct val="120000"/>
              </a:lnSpc>
              <a:spcBef>
                <a:spcPts val="499"/>
              </a:spcBef>
              <a:buFont typeface="Arial" panose="020B0604020202020204" pitchFamily="34" charset="0"/>
              <a:buNone/>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lvl="0">
              <a:lnSpc>
                <a:spcPct val="145000"/>
              </a:lnSpc>
              <a:defRPr/>
            </a:pPr>
            <a:r>
              <a:rPr lang="zh-CN" altLang="en-US" sz="1000" dirty="0">
                <a:solidFill>
                  <a:srgbClr val="262626">
                    <a:alpha val="80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您的内容打在这里，或者通过复制您的文本后，在此框中选择粘贴，并选择只保留文字。您的内容打在这里，或者通过复制您的文本后，在此框中选择粘贴。您的内容打在这里，或者通过复制您的文本后，在此框中选择粘贴您的内容打在这里，或者通过复制您的文本后</a:t>
            </a:r>
            <a:endParaRPr kumimoji="0" lang="en-US" sz="1000" b="0" i="0" u="none" strike="noStrike" kern="1200" cap="none" spc="0" normalizeH="0" baseline="0" noProof="0" dirty="0">
              <a:ln>
                <a:noFill/>
              </a:ln>
              <a:solidFill>
                <a:srgbClr val="262626">
                  <a:alpha val="80000"/>
                </a:srgb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pic>
        <p:nvPicPr>
          <p:cNvPr id="6" name="图片占位符 5">
            <a:extLst>
              <a:ext uri="{FF2B5EF4-FFF2-40B4-BE49-F238E27FC236}">
                <a16:creationId xmlns:a16="http://schemas.microsoft.com/office/drawing/2014/main" xmlns="" id="{2AD3C470-CBEE-496F-82F8-16BA465A155F}"/>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18121" r="18901"/>
          <a:stretch/>
        </p:blipFill>
        <p:spPr>
          <a:xfrm>
            <a:off x="4487333" y="-17992"/>
            <a:ext cx="7730067" cy="6893984"/>
          </a:xfr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5900" y="202632"/>
            <a:ext cx="712334" cy="708842"/>
          </a:xfrm>
          <a:prstGeom prst="rect">
            <a:avLst/>
          </a:prstGeom>
        </p:spPr>
      </p:pic>
    </p:spTree>
    <p:extLst>
      <p:ext uri="{BB962C8B-B14F-4D97-AF65-F5344CB8AC3E}">
        <p14:creationId xmlns:p14="http://schemas.microsoft.com/office/powerpoint/2010/main" val="377364863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1000"/>
                                        <p:tgtEl>
                                          <p:spTgt spid="26"/>
                                        </p:tgtEl>
                                      </p:cBhvr>
                                    </p:animEffect>
                                    <p:anim calcmode="lin" valueType="num">
                                      <p:cBhvr>
                                        <p:cTn id="13" dur="1000" fill="hold"/>
                                        <p:tgtEl>
                                          <p:spTgt spid="26"/>
                                        </p:tgtEl>
                                        <p:attrNameLst>
                                          <p:attrName>ppt_x</p:attrName>
                                        </p:attrNameLst>
                                      </p:cBhvr>
                                      <p:tavLst>
                                        <p:tav tm="0">
                                          <p:val>
                                            <p:strVal val="#ppt_x"/>
                                          </p:val>
                                        </p:tav>
                                        <p:tav tm="100000">
                                          <p:val>
                                            <p:strVal val="#ppt_x"/>
                                          </p:val>
                                        </p:tav>
                                      </p:tavLst>
                                    </p:anim>
                                    <p:anim calcmode="lin" valueType="num">
                                      <p:cBhvr>
                                        <p:cTn id="1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xmlns="" id="{7A6816EC-391E-4047-9B06-FA5A712F7C6B}"/>
              </a:ext>
            </a:extLst>
          </p:cNvPr>
          <p:cNvSpPr/>
          <p:nvPr/>
        </p:nvSpPr>
        <p:spPr>
          <a:xfrm flipV="1">
            <a:off x="0" y="0"/>
            <a:ext cx="12192000" cy="6858000"/>
          </a:xfrm>
          <a:prstGeom prst="rect">
            <a:avLst/>
          </a:prstGeom>
          <a:gradFill flip="none" rotWithShape="1">
            <a:gsLst>
              <a:gs pos="42000">
                <a:schemeClr val="bg1"/>
              </a:gs>
              <a:gs pos="100000">
                <a:schemeClr val="bg1">
                  <a:alpha val="18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23" name="任意多边形: 形状 22">
            <a:extLst>
              <a:ext uri="{FF2B5EF4-FFF2-40B4-BE49-F238E27FC236}">
                <a16:creationId xmlns:a16="http://schemas.microsoft.com/office/drawing/2014/main" xmlns="" id="{EB13650F-8596-4335-BEF3-2132C9014195}"/>
              </a:ext>
            </a:extLst>
          </p:cNvPr>
          <p:cNvSpPr/>
          <p:nvPr/>
        </p:nvSpPr>
        <p:spPr>
          <a:xfrm rot="16200000">
            <a:off x="3832964" y="-174713"/>
            <a:ext cx="12191999" cy="6063816"/>
          </a:xfrm>
          <a:custGeom>
            <a:avLst/>
            <a:gdLst>
              <a:gd name="connsiteX0" fmla="*/ 3276600 w 12191999"/>
              <a:gd name="connsiteY0" fmla="*/ 2466469 h 6063816"/>
              <a:gd name="connsiteX1" fmla="*/ 3733800 w 12191999"/>
              <a:gd name="connsiteY1" fmla="*/ 2923669 h 6063816"/>
              <a:gd name="connsiteX2" fmla="*/ 3733800 w 12191999"/>
              <a:gd name="connsiteY2" fmla="*/ 5606616 h 6063816"/>
              <a:gd name="connsiteX3" fmla="*/ 3276600 w 12191999"/>
              <a:gd name="connsiteY3" fmla="*/ 6063816 h 6063816"/>
              <a:gd name="connsiteX4" fmla="*/ 2819400 w 12191999"/>
              <a:gd name="connsiteY4" fmla="*/ 5606616 h 6063816"/>
              <a:gd name="connsiteX5" fmla="*/ 2819400 w 12191999"/>
              <a:gd name="connsiteY5" fmla="*/ 2923669 h 6063816"/>
              <a:gd name="connsiteX6" fmla="*/ 3276600 w 12191999"/>
              <a:gd name="connsiteY6" fmla="*/ 2466469 h 6063816"/>
              <a:gd name="connsiteX7" fmla="*/ 457200 w 12191999"/>
              <a:gd name="connsiteY7" fmla="*/ 2193877 h 6063816"/>
              <a:gd name="connsiteX8" fmla="*/ 914400 w 12191999"/>
              <a:gd name="connsiteY8" fmla="*/ 2651077 h 6063816"/>
              <a:gd name="connsiteX9" fmla="*/ 914400 w 12191999"/>
              <a:gd name="connsiteY9" fmla="*/ 5606616 h 6063816"/>
              <a:gd name="connsiteX10" fmla="*/ 457200 w 12191999"/>
              <a:gd name="connsiteY10" fmla="*/ 6063816 h 6063816"/>
              <a:gd name="connsiteX11" fmla="*/ 0 w 12191999"/>
              <a:gd name="connsiteY11" fmla="*/ 5606616 h 6063816"/>
              <a:gd name="connsiteX12" fmla="*/ 0 w 12191999"/>
              <a:gd name="connsiteY12" fmla="*/ 2651077 h 6063816"/>
              <a:gd name="connsiteX13" fmla="*/ 457200 w 12191999"/>
              <a:gd name="connsiteY13" fmla="*/ 2193877 h 6063816"/>
              <a:gd name="connsiteX14" fmla="*/ 10794999 w 12191999"/>
              <a:gd name="connsiteY14" fmla="*/ 2018710 h 6063816"/>
              <a:gd name="connsiteX15" fmla="*/ 11252199 w 12191999"/>
              <a:gd name="connsiteY15" fmla="*/ 2475910 h 6063816"/>
              <a:gd name="connsiteX16" fmla="*/ 11252199 w 12191999"/>
              <a:gd name="connsiteY16" fmla="*/ 5606616 h 6063816"/>
              <a:gd name="connsiteX17" fmla="*/ 10794999 w 12191999"/>
              <a:gd name="connsiteY17" fmla="*/ 6063816 h 6063816"/>
              <a:gd name="connsiteX18" fmla="*/ 10337799 w 12191999"/>
              <a:gd name="connsiteY18" fmla="*/ 5606616 h 6063816"/>
              <a:gd name="connsiteX19" fmla="*/ 10337799 w 12191999"/>
              <a:gd name="connsiteY19" fmla="*/ 2475910 h 6063816"/>
              <a:gd name="connsiteX20" fmla="*/ 10794999 w 12191999"/>
              <a:gd name="connsiteY20" fmla="*/ 2018710 h 6063816"/>
              <a:gd name="connsiteX21" fmla="*/ 8915399 w 12191999"/>
              <a:gd name="connsiteY21" fmla="*/ 1934425 h 6063816"/>
              <a:gd name="connsiteX22" fmla="*/ 9372599 w 12191999"/>
              <a:gd name="connsiteY22" fmla="*/ 2391625 h 6063816"/>
              <a:gd name="connsiteX23" fmla="*/ 9372599 w 12191999"/>
              <a:gd name="connsiteY23" fmla="*/ 5606616 h 6063816"/>
              <a:gd name="connsiteX24" fmla="*/ 8915399 w 12191999"/>
              <a:gd name="connsiteY24" fmla="*/ 6063816 h 6063816"/>
              <a:gd name="connsiteX25" fmla="*/ 8458199 w 12191999"/>
              <a:gd name="connsiteY25" fmla="*/ 5606616 h 6063816"/>
              <a:gd name="connsiteX26" fmla="*/ 8458199 w 12191999"/>
              <a:gd name="connsiteY26" fmla="*/ 2391625 h 6063816"/>
              <a:gd name="connsiteX27" fmla="*/ 8915399 w 12191999"/>
              <a:gd name="connsiteY27" fmla="*/ 1934425 h 6063816"/>
              <a:gd name="connsiteX28" fmla="*/ 7035799 w 12191999"/>
              <a:gd name="connsiteY28" fmla="*/ 1661833 h 6063816"/>
              <a:gd name="connsiteX29" fmla="*/ 7492999 w 12191999"/>
              <a:gd name="connsiteY29" fmla="*/ 2119033 h 6063816"/>
              <a:gd name="connsiteX30" fmla="*/ 7492999 w 12191999"/>
              <a:gd name="connsiteY30" fmla="*/ 5606616 h 6063816"/>
              <a:gd name="connsiteX31" fmla="*/ 7035799 w 12191999"/>
              <a:gd name="connsiteY31" fmla="*/ 6063816 h 6063816"/>
              <a:gd name="connsiteX32" fmla="*/ 6578599 w 12191999"/>
              <a:gd name="connsiteY32" fmla="*/ 5606616 h 6063816"/>
              <a:gd name="connsiteX33" fmla="*/ 6578599 w 12191999"/>
              <a:gd name="connsiteY33" fmla="*/ 2119033 h 6063816"/>
              <a:gd name="connsiteX34" fmla="*/ 7035799 w 12191999"/>
              <a:gd name="connsiteY34" fmla="*/ 1661833 h 6063816"/>
              <a:gd name="connsiteX35" fmla="*/ 4216400 w 12191999"/>
              <a:gd name="connsiteY35" fmla="*/ 1376101 h 6063816"/>
              <a:gd name="connsiteX36" fmla="*/ 4673599 w 12191999"/>
              <a:gd name="connsiteY36" fmla="*/ 1833301 h 6063816"/>
              <a:gd name="connsiteX37" fmla="*/ 4673599 w 12191999"/>
              <a:gd name="connsiteY37" fmla="*/ 5606616 h 6063816"/>
              <a:gd name="connsiteX38" fmla="*/ 4216400 w 12191999"/>
              <a:gd name="connsiteY38" fmla="*/ 6063816 h 6063816"/>
              <a:gd name="connsiteX39" fmla="*/ 3759200 w 12191999"/>
              <a:gd name="connsiteY39" fmla="*/ 5606616 h 6063816"/>
              <a:gd name="connsiteX40" fmla="*/ 3759200 w 12191999"/>
              <a:gd name="connsiteY40" fmla="*/ 1833301 h 6063816"/>
              <a:gd name="connsiteX41" fmla="*/ 4216400 w 12191999"/>
              <a:gd name="connsiteY41" fmla="*/ 1376101 h 6063816"/>
              <a:gd name="connsiteX42" fmla="*/ 1397000 w 12191999"/>
              <a:gd name="connsiteY42" fmla="*/ 1103509 h 6063816"/>
              <a:gd name="connsiteX43" fmla="*/ 1854200 w 12191999"/>
              <a:gd name="connsiteY43" fmla="*/ 1560709 h 6063816"/>
              <a:gd name="connsiteX44" fmla="*/ 1854200 w 12191999"/>
              <a:gd name="connsiteY44" fmla="*/ 5606616 h 6063816"/>
              <a:gd name="connsiteX45" fmla="*/ 1397000 w 12191999"/>
              <a:gd name="connsiteY45" fmla="*/ 6063816 h 6063816"/>
              <a:gd name="connsiteX46" fmla="*/ 939800 w 12191999"/>
              <a:gd name="connsiteY46" fmla="*/ 5606616 h 6063816"/>
              <a:gd name="connsiteX47" fmla="*/ 939800 w 12191999"/>
              <a:gd name="connsiteY47" fmla="*/ 1560709 h 6063816"/>
              <a:gd name="connsiteX48" fmla="*/ 1397000 w 12191999"/>
              <a:gd name="connsiteY48" fmla="*/ 1103509 h 6063816"/>
              <a:gd name="connsiteX49" fmla="*/ 6096000 w 12191999"/>
              <a:gd name="connsiteY49" fmla="*/ 844057 h 6063816"/>
              <a:gd name="connsiteX50" fmla="*/ 6553199 w 12191999"/>
              <a:gd name="connsiteY50" fmla="*/ 1301257 h 6063816"/>
              <a:gd name="connsiteX51" fmla="*/ 6553199 w 12191999"/>
              <a:gd name="connsiteY51" fmla="*/ 5606616 h 6063816"/>
              <a:gd name="connsiteX52" fmla="*/ 6096000 w 12191999"/>
              <a:gd name="connsiteY52" fmla="*/ 6063816 h 6063816"/>
              <a:gd name="connsiteX53" fmla="*/ 5638799 w 12191999"/>
              <a:gd name="connsiteY53" fmla="*/ 5606616 h 6063816"/>
              <a:gd name="connsiteX54" fmla="*/ 5638799 w 12191999"/>
              <a:gd name="connsiteY54" fmla="*/ 1301257 h 6063816"/>
              <a:gd name="connsiteX55" fmla="*/ 6096000 w 12191999"/>
              <a:gd name="connsiteY55" fmla="*/ 844057 h 6063816"/>
              <a:gd name="connsiteX56" fmla="*/ 9855199 w 12191999"/>
              <a:gd name="connsiteY56" fmla="*/ 558325 h 6063816"/>
              <a:gd name="connsiteX57" fmla="*/ 10312399 w 12191999"/>
              <a:gd name="connsiteY57" fmla="*/ 1015525 h 6063816"/>
              <a:gd name="connsiteX58" fmla="*/ 10312399 w 12191999"/>
              <a:gd name="connsiteY58" fmla="*/ 5606616 h 6063816"/>
              <a:gd name="connsiteX59" fmla="*/ 9855199 w 12191999"/>
              <a:gd name="connsiteY59" fmla="*/ 6063816 h 6063816"/>
              <a:gd name="connsiteX60" fmla="*/ 9397999 w 12191999"/>
              <a:gd name="connsiteY60" fmla="*/ 5606616 h 6063816"/>
              <a:gd name="connsiteX61" fmla="*/ 9397999 w 12191999"/>
              <a:gd name="connsiteY61" fmla="*/ 1015525 h 6063816"/>
              <a:gd name="connsiteX62" fmla="*/ 9855199 w 12191999"/>
              <a:gd name="connsiteY62" fmla="*/ 558325 h 6063816"/>
              <a:gd name="connsiteX63" fmla="*/ 5156199 w 12191999"/>
              <a:gd name="connsiteY63" fmla="*/ 285733 h 6063816"/>
              <a:gd name="connsiteX64" fmla="*/ 5613399 w 12191999"/>
              <a:gd name="connsiteY64" fmla="*/ 742933 h 6063816"/>
              <a:gd name="connsiteX65" fmla="*/ 5613399 w 12191999"/>
              <a:gd name="connsiteY65" fmla="*/ 5606616 h 6063816"/>
              <a:gd name="connsiteX66" fmla="*/ 5156199 w 12191999"/>
              <a:gd name="connsiteY66" fmla="*/ 6063816 h 6063816"/>
              <a:gd name="connsiteX67" fmla="*/ 4698999 w 12191999"/>
              <a:gd name="connsiteY67" fmla="*/ 5606616 h 6063816"/>
              <a:gd name="connsiteX68" fmla="*/ 4698999 w 12191999"/>
              <a:gd name="connsiteY68" fmla="*/ 742933 h 6063816"/>
              <a:gd name="connsiteX69" fmla="*/ 5156199 w 12191999"/>
              <a:gd name="connsiteY69" fmla="*/ 285733 h 6063816"/>
              <a:gd name="connsiteX70" fmla="*/ 2336801 w 12191999"/>
              <a:gd name="connsiteY70" fmla="*/ 285733 h 6063816"/>
              <a:gd name="connsiteX71" fmla="*/ 2794001 w 12191999"/>
              <a:gd name="connsiteY71" fmla="*/ 742933 h 6063816"/>
              <a:gd name="connsiteX72" fmla="*/ 2794001 w 12191999"/>
              <a:gd name="connsiteY72" fmla="*/ 5606616 h 6063816"/>
              <a:gd name="connsiteX73" fmla="*/ 2336801 w 12191999"/>
              <a:gd name="connsiteY73" fmla="*/ 6063816 h 6063816"/>
              <a:gd name="connsiteX74" fmla="*/ 1879601 w 12191999"/>
              <a:gd name="connsiteY74" fmla="*/ 5606616 h 6063816"/>
              <a:gd name="connsiteX75" fmla="*/ 1879601 w 12191999"/>
              <a:gd name="connsiteY75" fmla="*/ 742933 h 6063816"/>
              <a:gd name="connsiteX76" fmla="*/ 2336801 w 12191999"/>
              <a:gd name="connsiteY76" fmla="*/ 285733 h 6063816"/>
              <a:gd name="connsiteX77" fmla="*/ 7975599 w 12191999"/>
              <a:gd name="connsiteY77" fmla="*/ 26281 h 6063816"/>
              <a:gd name="connsiteX78" fmla="*/ 8432799 w 12191999"/>
              <a:gd name="connsiteY78" fmla="*/ 483481 h 6063816"/>
              <a:gd name="connsiteX79" fmla="*/ 8432799 w 12191999"/>
              <a:gd name="connsiteY79" fmla="*/ 5606616 h 6063816"/>
              <a:gd name="connsiteX80" fmla="*/ 7975599 w 12191999"/>
              <a:gd name="connsiteY80" fmla="*/ 6063816 h 6063816"/>
              <a:gd name="connsiteX81" fmla="*/ 7518399 w 12191999"/>
              <a:gd name="connsiteY81" fmla="*/ 5606616 h 6063816"/>
              <a:gd name="connsiteX82" fmla="*/ 7518399 w 12191999"/>
              <a:gd name="connsiteY82" fmla="*/ 483481 h 6063816"/>
              <a:gd name="connsiteX83" fmla="*/ 7975599 w 12191999"/>
              <a:gd name="connsiteY83" fmla="*/ 26281 h 6063816"/>
              <a:gd name="connsiteX84" fmla="*/ 11734799 w 12191999"/>
              <a:gd name="connsiteY84" fmla="*/ 0 h 6063816"/>
              <a:gd name="connsiteX85" fmla="*/ 12191999 w 12191999"/>
              <a:gd name="connsiteY85" fmla="*/ 457200 h 6063816"/>
              <a:gd name="connsiteX86" fmla="*/ 12191999 w 12191999"/>
              <a:gd name="connsiteY86" fmla="*/ 5606615 h 6063816"/>
              <a:gd name="connsiteX87" fmla="*/ 11734799 w 12191999"/>
              <a:gd name="connsiteY87" fmla="*/ 6063815 h 6063816"/>
              <a:gd name="connsiteX88" fmla="*/ 11277599 w 12191999"/>
              <a:gd name="connsiteY88" fmla="*/ 5606615 h 6063816"/>
              <a:gd name="connsiteX89" fmla="*/ 11277599 w 12191999"/>
              <a:gd name="connsiteY89" fmla="*/ 457200 h 6063816"/>
              <a:gd name="connsiteX90" fmla="*/ 11734799 w 12191999"/>
              <a:gd name="connsiteY90" fmla="*/ 0 h 6063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2191999" h="6063816">
                <a:moveTo>
                  <a:pt x="3276600" y="2466469"/>
                </a:moveTo>
                <a:cubicBezTo>
                  <a:pt x="3529105" y="2466469"/>
                  <a:pt x="3733800" y="2671164"/>
                  <a:pt x="3733800" y="2923669"/>
                </a:cubicBezTo>
                <a:lnTo>
                  <a:pt x="3733800" y="5606616"/>
                </a:lnTo>
                <a:cubicBezTo>
                  <a:pt x="3733800" y="5859121"/>
                  <a:pt x="3529105" y="6063816"/>
                  <a:pt x="3276600" y="6063816"/>
                </a:cubicBezTo>
                <a:cubicBezTo>
                  <a:pt x="3024094" y="6063816"/>
                  <a:pt x="2819400" y="5859121"/>
                  <a:pt x="2819400" y="5606616"/>
                </a:cubicBezTo>
                <a:lnTo>
                  <a:pt x="2819400" y="2923669"/>
                </a:lnTo>
                <a:cubicBezTo>
                  <a:pt x="2819400" y="2671164"/>
                  <a:pt x="3024094" y="2466469"/>
                  <a:pt x="3276600" y="2466469"/>
                </a:cubicBezTo>
                <a:close/>
                <a:moveTo>
                  <a:pt x="457200" y="2193877"/>
                </a:moveTo>
                <a:cubicBezTo>
                  <a:pt x="709705" y="2193877"/>
                  <a:pt x="914400" y="2398572"/>
                  <a:pt x="914400" y="2651077"/>
                </a:cubicBezTo>
                <a:lnTo>
                  <a:pt x="914400" y="5606616"/>
                </a:lnTo>
                <a:cubicBezTo>
                  <a:pt x="914400" y="5859121"/>
                  <a:pt x="709705" y="6063816"/>
                  <a:pt x="457200" y="6063816"/>
                </a:cubicBezTo>
                <a:cubicBezTo>
                  <a:pt x="204695" y="6063816"/>
                  <a:pt x="0" y="5859121"/>
                  <a:pt x="0" y="5606616"/>
                </a:cubicBezTo>
                <a:lnTo>
                  <a:pt x="0" y="2651077"/>
                </a:lnTo>
                <a:cubicBezTo>
                  <a:pt x="0" y="2398572"/>
                  <a:pt x="204695" y="2193877"/>
                  <a:pt x="457200" y="2193877"/>
                </a:cubicBezTo>
                <a:close/>
                <a:moveTo>
                  <a:pt x="10794999" y="2018710"/>
                </a:moveTo>
                <a:cubicBezTo>
                  <a:pt x="11047504" y="2018710"/>
                  <a:pt x="11252199" y="2223405"/>
                  <a:pt x="11252199" y="2475910"/>
                </a:cubicBezTo>
                <a:lnTo>
                  <a:pt x="11252199" y="5606616"/>
                </a:lnTo>
                <a:cubicBezTo>
                  <a:pt x="11252199" y="5859121"/>
                  <a:pt x="11047504" y="6063816"/>
                  <a:pt x="10794999" y="6063816"/>
                </a:cubicBezTo>
                <a:cubicBezTo>
                  <a:pt x="10542494" y="6063816"/>
                  <a:pt x="10337799" y="5859121"/>
                  <a:pt x="10337799" y="5606616"/>
                </a:cubicBezTo>
                <a:lnTo>
                  <a:pt x="10337799" y="2475910"/>
                </a:lnTo>
                <a:cubicBezTo>
                  <a:pt x="10337799" y="2223405"/>
                  <a:pt x="10542494" y="2018710"/>
                  <a:pt x="10794999" y="2018710"/>
                </a:cubicBezTo>
                <a:close/>
                <a:moveTo>
                  <a:pt x="8915399" y="1934425"/>
                </a:moveTo>
                <a:cubicBezTo>
                  <a:pt x="9167904" y="1934425"/>
                  <a:pt x="9372599" y="2139120"/>
                  <a:pt x="9372599" y="2391625"/>
                </a:cubicBezTo>
                <a:lnTo>
                  <a:pt x="9372599" y="5606616"/>
                </a:lnTo>
                <a:cubicBezTo>
                  <a:pt x="9372599" y="5859121"/>
                  <a:pt x="9167904" y="6063816"/>
                  <a:pt x="8915399" y="6063816"/>
                </a:cubicBezTo>
                <a:cubicBezTo>
                  <a:pt x="8662894" y="6063816"/>
                  <a:pt x="8458199" y="5859121"/>
                  <a:pt x="8458199" y="5606616"/>
                </a:cubicBezTo>
                <a:lnTo>
                  <a:pt x="8458199" y="2391625"/>
                </a:lnTo>
                <a:cubicBezTo>
                  <a:pt x="8458199" y="2139120"/>
                  <a:pt x="8662894" y="1934425"/>
                  <a:pt x="8915399" y="1934425"/>
                </a:cubicBezTo>
                <a:close/>
                <a:moveTo>
                  <a:pt x="7035799" y="1661833"/>
                </a:moveTo>
                <a:cubicBezTo>
                  <a:pt x="7288304" y="1661833"/>
                  <a:pt x="7492999" y="1866528"/>
                  <a:pt x="7492999" y="2119033"/>
                </a:cubicBezTo>
                <a:lnTo>
                  <a:pt x="7492999" y="5606616"/>
                </a:lnTo>
                <a:cubicBezTo>
                  <a:pt x="7492999" y="5859121"/>
                  <a:pt x="7288304" y="6063816"/>
                  <a:pt x="7035799" y="6063816"/>
                </a:cubicBezTo>
                <a:cubicBezTo>
                  <a:pt x="6783294" y="6063816"/>
                  <a:pt x="6578599" y="5859121"/>
                  <a:pt x="6578599" y="5606616"/>
                </a:cubicBezTo>
                <a:lnTo>
                  <a:pt x="6578599" y="2119033"/>
                </a:lnTo>
                <a:cubicBezTo>
                  <a:pt x="6578599" y="1866528"/>
                  <a:pt x="6783294" y="1661833"/>
                  <a:pt x="7035799" y="1661833"/>
                </a:cubicBezTo>
                <a:close/>
                <a:moveTo>
                  <a:pt x="4216400" y="1376101"/>
                </a:moveTo>
                <a:cubicBezTo>
                  <a:pt x="4468905" y="1376101"/>
                  <a:pt x="4673599" y="1580796"/>
                  <a:pt x="4673599" y="1833301"/>
                </a:cubicBezTo>
                <a:lnTo>
                  <a:pt x="4673599" y="5606616"/>
                </a:lnTo>
                <a:cubicBezTo>
                  <a:pt x="4673599" y="5859121"/>
                  <a:pt x="4468905" y="6063816"/>
                  <a:pt x="4216400" y="6063816"/>
                </a:cubicBezTo>
                <a:cubicBezTo>
                  <a:pt x="3963896" y="6063816"/>
                  <a:pt x="3759200" y="5859121"/>
                  <a:pt x="3759200" y="5606616"/>
                </a:cubicBezTo>
                <a:lnTo>
                  <a:pt x="3759200" y="1833301"/>
                </a:lnTo>
                <a:cubicBezTo>
                  <a:pt x="3759200" y="1580796"/>
                  <a:pt x="3963896" y="1376101"/>
                  <a:pt x="4216400" y="1376101"/>
                </a:cubicBezTo>
                <a:close/>
                <a:moveTo>
                  <a:pt x="1397000" y="1103509"/>
                </a:moveTo>
                <a:cubicBezTo>
                  <a:pt x="1649505" y="1103509"/>
                  <a:pt x="1854200" y="1308204"/>
                  <a:pt x="1854200" y="1560709"/>
                </a:cubicBezTo>
                <a:lnTo>
                  <a:pt x="1854200" y="5606616"/>
                </a:lnTo>
                <a:cubicBezTo>
                  <a:pt x="1854200" y="5859121"/>
                  <a:pt x="1649505" y="6063816"/>
                  <a:pt x="1397000" y="6063816"/>
                </a:cubicBezTo>
                <a:cubicBezTo>
                  <a:pt x="1144495" y="6063816"/>
                  <a:pt x="939800" y="5859121"/>
                  <a:pt x="939800" y="5606616"/>
                </a:cubicBezTo>
                <a:lnTo>
                  <a:pt x="939800" y="1560709"/>
                </a:lnTo>
                <a:cubicBezTo>
                  <a:pt x="939800" y="1308204"/>
                  <a:pt x="1144495" y="1103509"/>
                  <a:pt x="1397000" y="1103509"/>
                </a:cubicBezTo>
                <a:close/>
                <a:moveTo>
                  <a:pt x="6096000" y="844057"/>
                </a:moveTo>
                <a:cubicBezTo>
                  <a:pt x="6348504" y="844057"/>
                  <a:pt x="6553199" y="1048752"/>
                  <a:pt x="6553199" y="1301257"/>
                </a:cubicBezTo>
                <a:lnTo>
                  <a:pt x="6553199" y="5606616"/>
                </a:lnTo>
                <a:cubicBezTo>
                  <a:pt x="6553199" y="5859121"/>
                  <a:pt x="6348504" y="6063816"/>
                  <a:pt x="6096000" y="6063816"/>
                </a:cubicBezTo>
                <a:cubicBezTo>
                  <a:pt x="5843494" y="6063816"/>
                  <a:pt x="5638799" y="5859121"/>
                  <a:pt x="5638799" y="5606616"/>
                </a:cubicBezTo>
                <a:lnTo>
                  <a:pt x="5638799" y="1301257"/>
                </a:lnTo>
                <a:cubicBezTo>
                  <a:pt x="5638799" y="1048752"/>
                  <a:pt x="5843494" y="844057"/>
                  <a:pt x="6096000" y="844057"/>
                </a:cubicBezTo>
                <a:close/>
                <a:moveTo>
                  <a:pt x="9855199" y="558325"/>
                </a:moveTo>
                <a:cubicBezTo>
                  <a:pt x="10107704" y="558325"/>
                  <a:pt x="10312399" y="763020"/>
                  <a:pt x="10312399" y="1015525"/>
                </a:cubicBezTo>
                <a:lnTo>
                  <a:pt x="10312399" y="5606616"/>
                </a:lnTo>
                <a:cubicBezTo>
                  <a:pt x="10312399" y="5859121"/>
                  <a:pt x="10107704" y="6063816"/>
                  <a:pt x="9855199" y="6063816"/>
                </a:cubicBezTo>
                <a:cubicBezTo>
                  <a:pt x="9602694" y="6063816"/>
                  <a:pt x="9397999" y="5859121"/>
                  <a:pt x="9397999" y="5606616"/>
                </a:cubicBezTo>
                <a:lnTo>
                  <a:pt x="9397999" y="1015525"/>
                </a:lnTo>
                <a:cubicBezTo>
                  <a:pt x="9397999" y="763020"/>
                  <a:pt x="9602694" y="558325"/>
                  <a:pt x="9855199" y="558325"/>
                </a:cubicBezTo>
                <a:close/>
                <a:moveTo>
                  <a:pt x="5156199" y="285733"/>
                </a:moveTo>
                <a:cubicBezTo>
                  <a:pt x="5408705" y="285733"/>
                  <a:pt x="5613399" y="490428"/>
                  <a:pt x="5613399" y="742933"/>
                </a:cubicBezTo>
                <a:lnTo>
                  <a:pt x="5613399" y="5606616"/>
                </a:lnTo>
                <a:cubicBezTo>
                  <a:pt x="5613399" y="5859121"/>
                  <a:pt x="5408705" y="6063816"/>
                  <a:pt x="5156199" y="6063816"/>
                </a:cubicBezTo>
                <a:cubicBezTo>
                  <a:pt x="4903695" y="6063816"/>
                  <a:pt x="4698999" y="5859121"/>
                  <a:pt x="4698999" y="5606616"/>
                </a:cubicBezTo>
                <a:lnTo>
                  <a:pt x="4698999" y="742933"/>
                </a:lnTo>
                <a:cubicBezTo>
                  <a:pt x="4698999" y="490428"/>
                  <a:pt x="4903695" y="285733"/>
                  <a:pt x="5156199" y="285733"/>
                </a:cubicBezTo>
                <a:close/>
                <a:moveTo>
                  <a:pt x="2336801" y="285733"/>
                </a:moveTo>
                <a:cubicBezTo>
                  <a:pt x="2589305" y="285733"/>
                  <a:pt x="2794001" y="490428"/>
                  <a:pt x="2794001" y="742933"/>
                </a:cubicBezTo>
                <a:lnTo>
                  <a:pt x="2794001" y="5606616"/>
                </a:lnTo>
                <a:cubicBezTo>
                  <a:pt x="2794001" y="5859121"/>
                  <a:pt x="2589305" y="6063816"/>
                  <a:pt x="2336801" y="6063816"/>
                </a:cubicBezTo>
                <a:cubicBezTo>
                  <a:pt x="2084295" y="6063816"/>
                  <a:pt x="1879601" y="5859121"/>
                  <a:pt x="1879601" y="5606616"/>
                </a:cubicBezTo>
                <a:lnTo>
                  <a:pt x="1879601" y="742933"/>
                </a:lnTo>
                <a:cubicBezTo>
                  <a:pt x="1879601" y="490428"/>
                  <a:pt x="2084295" y="285733"/>
                  <a:pt x="2336801" y="285733"/>
                </a:cubicBezTo>
                <a:close/>
                <a:moveTo>
                  <a:pt x="7975599" y="26281"/>
                </a:moveTo>
                <a:cubicBezTo>
                  <a:pt x="8228104" y="26281"/>
                  <a:pt x="8432799" y="230976"/>
                  <a:pt x="8432799" y="483481"/>
                </a:cubicBezTo>
                <a:lnTo>
                  <a:pt x="8432799" y="5606616"/>
                </a:lnTo>
                <a:cubicBezTo>
                  <a:pt x="8432799" y="5859121"/>
                  <a:pt x="8228104" y="6063816"/>
                  <a:pt x="7975599" y="6063816"/>
                </a:cubicBezTo>
                <a:cubicBezTo>
                  <a:pt x="7723094" y="6063816"/>
                  <a:pt x="7518399" y="5859121"/>
                  <a:pt x="7518399" y="5606616"/>
                </a:cubicBezTo>
                <a:lnTo>
                  <a:pt x="7518399" y="483481"/>
                </a:lnTo>
                <a:cubicBezTo>
                  <a:pt x="7518399" y="230976"/>
                  <a:pt x="7723094" y="26281"/>
                  <a:pt x="7975599" y="26281"/>
                </a:cubicBezTo>
                <a:close/>
                <a:moveTo>
                  <a:pt x="11734799" y="0"/>
                </a:moveTo>
                <a:cubicBezTo>
                  <a:pt x="11987304" y="0"/>
                  <a:pt x="12191999" y="204695"/>
                  <a:pt x="12191999" y="457200"/>
                </a:cubicBezTo>
                <a:lnTo>
                  <a:pt x="12191999" y="5606615"/>
                </a:lnTo>
                <a:cubicBezTo>
                  <a:pt x="12191999" y="5859120"/>
                  <a:pt x="11987304" y="6063815"/>
                  <a:pt x="11734799" y="6063815"/>
                </a:cubicBezTo>
                <a:cubicBezTo>
                  <a:pt x="11482294" y="6063815"/>
                  <a:pt x="11277599" y="5859120"/>
                  <a:pt x="11277599" y="5606615"/>
                </a:cubicBezTo>
                <a:lnTo>
                  <a:pt x="11277599" y="457200"/>
                </a:lnTo>
                <a:cubicBezTo>
                  <a:pt x="11277599" y="204695"/>
                  <a:pt x="11482294" y="0"/>
                  <a:pt x="11734799"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55" name="椭圆 54"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3D92F2DC-6020-44C2-9EF8-056DF1684FF3}"/>
              </a:ext>
            </a:extLst>
          </p:cNvPr>
          <p:cNvSpPr/>
          <p:nvPr/>
        </p:nvSpPr>
        <p:spPr>
          <a:xfrm>
            <a:off x="1682999" y="1452883"/>
            <a:ext cx="2731296" cy="27312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 name="椭圆 55">
            <a:extLst>
              <a:ext uri="{FF2B5EF4-FFF2-40B4-BE49-F238E27FC236}">
                <a16:creationId xmlns:a16="http://schemas.microsoft.com/office/drawing/2014/main" xmlns="" id="{7949F50B-3CE9-46DB-9908-6188329C55CE}"/>
              </a:ext>
            </a:extLst>
          </p:cNvPr>
          <p:cNvSpPr/>
          <p:nvPr/>
        </p:nvSpPr>
        <p:spPr>
          <a:xfrm>
            <a:off x="1847891" y="1617775"/>
            <a:ext cx="2401512" cy="240151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 name="PA_文本框 14"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A9F840F5-5630-4A25-9981-5AA37753405F}"/>
              </a:ext>
            </a:extLst>
          </p:cNvPr>
          <p:cNvSpPr txBox="1"/>
          <p:nvPr/>
        </p:nvSpPr>
        <p:spPr>
          <a:xfrm>
            <a:off x="1694959" y="4562825"/>
            <a:ext cx="2707376" cy="646331"/>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r>
              <a:rPr lang="zh-CN" altLang="en-US"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在此输入</a:t>
            </a:r>
            <a:endParaRPr lang="en-US" altLang="zh-CN"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r>
              <a:rPr lang="zh-CN" altLang="en-US"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标题内容标题内容</a:t>
            </a:r>
            <a:r>
              <a:rPr lang="en-US" altLang="zh-CN"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lang="zh-CN" altLang="en-US" sz="11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 name="PA_文本框 13"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5912760D-E6FD-49E6-A5CB-E65FF16AA17A}"/>
              </a:ext>
            </a:extLst>
          </p:cNvPr>
          <p:cNvSpPr txBox="1"/>
          <p:nvPr/>
        </p:nvSpPr>
        <p:spPr>
          <a:xfrm>
            <a:off x="1956104" y="5406378"/>
            <a:ext cx="2293300" cy="646331"/>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r>
              <a:rPr lang="zh-CN" altLang="en-US" sz="12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US" altLang="zh-CN" sz="12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pic>
        <p:nvPicPr>
          <p:cNvPr id="8" name="图片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1300" y="202632"/>
            <a:ext cx="712334" cy="708842"/>
          </a:xfrm>
          <a:prstGeom prst="rect">
            <a:avLst/>
          </a:prstGeom>
        </p:spPr>
      </p:pic>
    </p:spTree>
    <p:custDataLst>
      <p:tags r:id="rId2"/>
    </p:custDataLst>
    <p:extLst>
      <p:ext uri="{BB962C8B-B14F-4D97-AF65-F5344CB8AC3E}">
        <p14:creationId xmlns:p14="http://schemas.microsoft.com/office/powerpoint/2010/main" val="76745027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anim calcmode="lin" valueType="num">
                                      <p:cBhvr>
                                        <p:cTn id="8" dur="1000" fill="hold"/>
                                        <p:tgtEl>
                                          <p:spTgt spid="55"/>
                                        </p:tgtEl>
                                        <p:attrNameLst>
                                          <p:attrName>ppt_x</p:attrName>
                                        </p:attrNameLst>
                                      </p:cBhvr>
                                      <p:tavLst>
                                        <p:tav tm="0">
                                          <p:val>
                                            <p:strVal val="#ppt_x"/>
                                          </p:val>
                                        </p:tav>
                                        <p:tav tm="100000">
                                          <p:val>
                                            <p:strVal val="#ppt_x"/>
                                          </p:val>
                                        </p:tav>
                                      </p:tavLst>
                                    </p:anim>
                                    <p:anim calcmode="lin" valueType="num">
                                      <p:cBhvr>
                                        <p:cTn id="9" dur="1000" fill="hold"/>
                                        <p:tgtEl>
                                          <p:spTgt spid="5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1000"/>
                                        <p:tgtEl>
                                          <p:spTgt spid="56"/>
                                        </p:tgtEl>
                                      </p:cBhvr>
                                    </p:animEffect>
                                    <p:anim calcmode="lin" valueType="num">
                                      <p:cBhvr>
                                        <p:cTn id="14" dur="1000" fill="hold"/>
                                        <p:tgtEl>
                                          <p:spTgt spid="56"/>
                                        </p:tgtEl>
                                        <p:attrNameLst>
                                          <p:attrName>ppt_x</p:attrName>
                                        </p:attrNameLst>
                                      </p:cBhvr>
                                      <p:tavLst>
                                        <p:tav tm="0">
                                          <p:val>
                                            <p:strVal val="#ppt_x"/>
                                          </p:val>
                                        </p:tav>
                                        <p:tav tm="100000">
                                          <p:val>
                                            <p:strVal val="#ppt_x"/>
                                          </p:val>
                                        </p:tav>
                                      </p:tavLst>
                                    </p:anim>
                                    <p:anim calcmode="lin" valueType="num">
                                      <p:cBhvr>
                                        <p:cTn id="15" dur="1000" fill="hold"/>
                                        <p:tgtEl>
                                          <p:spTgt spid="5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1000"/>
                                        <p:tgtEl>
                                          <p:spTgt spid="57"/>
                                        </p:tgtEl>
                                      </p:cBhvr>
                                    </p:animEffect>
                                    <p:anim calcmode="lin" valueType="num">
                                      <p:cBhvr>
                                        <p:cTn id="20" dur="1000" fill="hold"/>
                                        <p:tgtEl>
                                          <p:spTgt spid="57"/>
                                        </p:tgtEl>
                                        <p:attrNameLst>
                                          <p:attrName>ppt_x</p:attrName>
                                        </p:attrNameLst>
                                      </p:cBhvr>
                                      <p:tavLst>
                                        <p:tav tm="0">
                                          <p:val>
                                            <p:strVal val="#ppt_x"/>
                                          </p:val>
                                        </p:tav>
                                        <p:tav tm="100000">
                                          <p:val>
                                            <p:strVal val="#ppt_x"/>
                                          </p:val>
                                        </p:tav>
                                      </p:tavLst>
                                    </p:anim>
                                    <p:anim calcmode="lin" valueType="num">
                                      <p:cBhvr>
                                        <p:cTn id="21" dur="1000" fill="hold"/>
                                        <p:tgtEl>
                                          <p:spTgt spid="57"/>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1000"/>
                                        <p:tgtEl>
                                          <p:spTgt spid="58"/>
                                        </p:tgtEl>
                                      </p:cBhvr>
                                    </p:animEffect>
                                    <p:anim calcmode="lin" valueType="num">
                                      <p:cBhvr>
                                        <p:cTn id="26" dur="1000" fill="hold"/>
                                        <p:tgtEl>
                                          <p:spTgt spid="58"/>
                                        </p:tgtEl>
                                        <p:attrNameLst>
                                          <p:attrName>ppt_x</p:attrName>
                                        </p:attrNameLst>
                                      </p:cBhvr>
                                      <p:tavLst>
                                        <p:tav tm="0">
                                          <p:val>
                                            <p:strVal val="#ppt_x"/>
                                          </p:val>
                                        </p:tav>
                                        <p:tav tm="100000">
                                          <p:val>
                                            <p:strVal val="#ppt_x"/>
                                          </p:val>
                                        </p:tav>
                                      </p:tavLst>
                                    </p:anim>
                                    <p:anim calcmode="lin" valueType="num">
                                      <p:cBhvr>
                                        <p:cTn id="27"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p:bldP spid="5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3">
            <a:extLst>
              <a:ext uri="{FF2B5EF4-FFF2-40B4-BE49-F238E27FC236}">
                <a16:creationId xmlns:a16="http://schemas.microsoft.com/office/drawing/2014/main" xmlns="" id="{91744656-60BA-4078-A2CC-D3A2010F89E5}"/>
              </a:ext>
            </a:extLst>
          </p:cNvPr>
          <p:cNvSpPr/>
          <p:nvPr/>
        </p:nvSpPr>
        <p:spPr>
          <a:xfrm>
            <a:off x="0" y="4250028"/>
            <a:ext cx="12192000" cy="2607972"/>
          </a:xfrm>
          <a:prstGeom prst="rect">
            <a:avLst/>
          </a:prstGeom>
          <a:blipFill>
            <a:blip r:embed="rId3"/>
            <a:srcRect/>
            <a:stretch>
              <a:fillRect l="139" t="-230218" r="-139" b="-79716"/>
            </a:stretch>
          </a:blipFill>
          <a:ln w="5715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 name="Rectangle 3"/>
          <p:cNvSpPr/>
          <p:nvPr/>
        </p:nvSpPr>
        <p:spPr>
          <a:xfrm>
            <a:off x="0" y="4250028"/>
            <a:ext cx="12192000" cy="2607972"/>
          </a:xfrm>
          <a:prstGeom prst="rect">
            <a:avLst/>
          </a:prstGeom>
          <a:gradFill>
            <a:gsLst>
              <a:gs pos="0">
                <a:schemeClr val="bg1">
                  <a:alpha val="56000"/>
                </a:schemeClr>
              </a:gs>
              <a:gs pos="100000">
                <a:schemeClr val="bg1"/>
              </a:gs>
            </a:gsLst>
            <a:lin ang="13500000" scaled="1"/>
          </a:gradFill>
          <a:ln w="5715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13" name="Group 12"/>
          <p:cNvGrpSpPr/>
          <p:nvPr/>
        </p:nvGrpSpPr>
        <p:grpSpPr>
          <a:xfrm>
            <a:off x="1034065" y="5278993"/>
            <a:ext cx="2490989" cy="1225453"/>
            <a:chOff x="1134819" y="5060053"/>
            <a:chExt cx="2490989" cy="1225453"/>
          </a:xfrm>
        </p:grpSpPr>
        <p:sp>
          <p:nvSpPr>
            <p:cNvPr id="14" name="TextBox 13"/>
            <p:cNvSpPr txBox="1"/>
            <p:nvPr/>
          </p:nvSpPr>
          <p:spPr>
            <a:xfrm>
              <a:off x="1467245" y="5060053"/>
              <a:ext cx="1826142" cy="338554"/>
            </a:xfrm>
            <a:prstGeom prst="rect">
              <a:avLst/>
            </a:prstGeom>
            <a:noFill/>
          </p:spPr>
          <p:txBody>
            <a:bodyPr wrap="none" rtlCol="0">
              <a:spAutoFit/>
            </a:bodyPr>
            <a:lstStyle/>
            <a:p>
              <a:pPr algn="ctr"/>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 name="TextBox 14"/>
            <p:cNvSpPr txBox="1"/>
            <p:nvPr/>
          </p:nvSpPr>
          <p:spPr>
            <a:xfrm>
              <a:off x="1134819" y="5331399"/>
              <a:ext cx="2490989" cy="954107"/>
            </a:xfrm>
            <a:prstGeom prst="rect">
              <a:avLst/>
            </a:prstGeom>
            <a:noFill/>
          </p:spPr>
          <p:txBody>
            <a:bodyPr wrap="square" rtlCol="0">
              <a:spAutoFit/>
            </a:bodyPr>
            <a:lstStyle/>
            <a:p>
              <a:pPr algn="ct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vi-VN"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2" name="Group 21"/>
          <p:cNvGrpSpPr/>
          <p:nvPr/>
        </p:nvGrpSpPr>
        <p:grpSpPr>
          <a:xfrm>
            <a:off x="3768142" y="5241394"/>
            <a:ext cx="2490989" cy="1225453"/>
            <a:chOff x="1134819" y="5060053"/>
            <a:chExt cx="2490989" cy="1225453"/>
          </a:xfrm>
        </p:grpSpPr>
        <p:sp>
          <p:nvSpPr>
            <p:cNvPr id="23" name="TextBox 22"/>
            <p:cNvSpPr txBox="1"/>
            <p:nvPr/>
          </p:nvSpPr>
          <p:spPr>
            <a:xfrm>
              <a:off x="1467245" y="5060053"/>
              <a:ext cx="1826142" cy="338554"/>
            </a:xfrm>
            <a:prstGeom prst="rect">
              <a:avLst/>
            </a:prstGeom>
            <a:noFill/>
          </p:spPr>
          <p:txBody>
            <a:bodyPr wrap="none" rtlCol="0">
              <a:spAutoFit/>
            </a:bodyPr>
            <a:lstStyle/>
            <a:p>
              <a:pPr algn="ctr"/>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TextBox 23"/>
            <p:cNvSpPr txBox="1"/>
            <p:nvPr/>
          </p:nvSpPr>
          <p:spPr>
            <a:xfrm>
              <a:off x="1134819" y="5331399"/>
              <a:ext cx="2490989" cy="954107"/>
            </a:xfrm>
            <a:prstGeom prst="rect">
              <a:avLst/>
            </a:prstGeom>
            <a:noFill/>
          </p:spPr>
          <p:txBody>
            <a:bodyPr wrap="square" rtlCol="0">
              <a:spAutoFit/>
            </a:bodyPr>
            <a:lstStyle/>
            <a:p>
              <a:pPr algn="ct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vi-VN"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5" name="Group 24"/>
          <p:cNvGrpSpPr/>
          <p:nvPr/>
        </p:nvGrpSpPr>
        <p:grpSpPr>
          <a:xfrm>
            <a:off x="6340161" y="5278993"/>
            <a:ext cx="2490989" cy="1225453"/>
            <a:chOff x="1134819" y="5060053"/>
            <a:chExt cx="2490989" cy="1225453"/>
          </a:xfrm>
        </p:grpSpPr>
        <p:sp>
          <p:nvSpPr>
            <p:cNvPr id="26" name="TextBox 25"/>
            <p:cNvSpPr txBox="1"/>
            <p:nvPr/>
          </p:nvSpPr>
          <p:spPr>
            <a:xfrm>
              <a:off x="1467245" y="5060053"/>
              <a:ext cx="1826142" cy="338554"/>
            </a:xfrm>
            <a:prstGeom prst="rect">
              <a:avLst/>
            </a:prstGeom>
            <a:noFill/>
          </p:spPr>
          <p:txBody>
            <a:bodyPr wrap="none" rtlCol="0">
              <a:spAutoFit/>
            </a:bodyPr>
            <a:lstStyle/>
            <a:p>
              <a:pPr algn="ctr"/>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 name="TextBox 26"/>
            <p:cNvSpPr txBox="1"/>
            <p:nvPr/>
          </p:nvSpPr>
          <p:spPr>
            <a:xfrm>
              <a:off x="1134819" y="5331399"/>
              <a:ext cx="2490989" cy="954107"/>
            </a:xfrm>
            <a:prstGeom prst="rect">
              <a:avLst/>
            </a:prstGeom>
            <a:noFill/>
          </p:spPr>
          <p:txBody>
            <a:bodyPr wrap="square" rtlCol="0">
              <a:spAutoFit/>
            </a:bodyPr>
            <a:lstStyle/>
            <a:p>
              <a:pPr algn="ct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vi-VN"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8" name="Group 27"/>
          <p:cNvGrpSpPr/>
          <p:nvPr/>
        </p:nvGrpSpPr>
        <p:grpSpPr>
          <a:xfrm>
            <a:off x="8993210" y="5278993"/>
            <a:ext cx="2490989" cy="1225453"/>
            <a:chOff x="1134819" y="5060053"/>
            <a:chExt cx="2490989" cy="1225453"/>
          </a:xfrm>
        </p:grpSpPr>
        <p:sp>
          <p:nvSpPr>
            <p:cNvPr id="29" name="TextBox 28"/>
            <p:cNvSpPr txBox="1"/>
            <p:nvPr/>
          </p:nvSpPr>
          <p:spPr>
            <a:xfrm>
              <a:off x="1467245" y="5060053"/>
              <a:ext cx="1826142" cy="338554"/>
            </a:xfrm>
            <a:prstGeom prst="rect">
              <a:avLst/>
            </a:prstGeom>
            <a:noFill/>
          </p:spPr>
          <p:txBody>
            <a:bodyPr wrap="none" rtlCol="0">
              <a:spAutoFit/>
            </a:bodyPr>
            <a:lstStyle/>
            <a:p>
              <a:pPr algn="ctr"/>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 name="TextBox 29"/>
            <p:cNvSpPr txBox="1"/>
            <p:nvPr/>
          </p:nvSpPr>
          <p:spPr>
            <a:xfrm>
              <a:off x="1134819" y="5331399"/>
              <a:ext cx="2490989" cy="954107"/>
            </a:xfrm>
            <a:prstGeom prst="rect">
              <a:avLst/>
            </a:prstGeom>
            <a:noFill/>
          </p:spPr>
          <p:txBody>
            <a:bodyPr wrap="square" rtlCol="0">
              <a:spAutoFit/>
            </a:bodyPr>
            <a:lstStyle/>
            <a:p>
              <a:pPr algn="ct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vi-VN"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0" name="Group 19"/>
          <p:cNvGrpSpPr/>
          <p:nvPr/>
        </p:nvGrpSpPr>
        <p:grpSpPr>
          <a:xfrm>
            <a:off x="1026552" y="1853942"/>
            <a:ext cx="2506014" cy="1493245"/>
            <a:chOff x="1026552" y="1853942"/>
            <a:chExt cx="2506014" cy="1493245"/>
          </a:xfrm>
        </p:grpSpPr>
        <p:sp>
          <p:nvSpPr>
            <p:cNvPr id="12" name="Freeform 250"/>
            <p:cNvSpPr>
              <a:spLocks noEditPoints="1"/>
            </p:cNvSpPr>
            <p:nvPr/>
          </p:nvSpPr>
          <p:spPr bwMode="auto">
            <a:xfrm>
              <a:off x="1996985" y="2588362"/>
              <a:ext cx="565150" cy="758825"/>
            </a:xfrm>
            <a:custGeom>
              <a:avLst/>
              <a:gdLst>
                <a:gd name="T0" fmla="*/ 137 w 255"/>
                <a:gd name="T1" fmla="*/ 342 h 342"/>
                <a:gd name="T2" fmla="*/ 135 w 255"/>
                <a:gd name="T3" fmla="*/ 342 h 342"/>
                <a:gd name="T4" fmla="*/ 133 w 255"/>
                <a:gd name="T5" fmla="*/ 336 h 342"/>
                <a:gd name="T6" fmla="*/ 160 w 255"/>
                <a:gd name="T7" fmla="*/ 222 h 342"/>
                <a:gd name="T8" fmla="*/ 110 w 255"/>
                <a:gd name="T9" fmla="*/ 248 h 342"/>
                <a:gd name="T10" fmla="*/ 20 w 255"/>
                <a:gd name="T11" fmla="*/ 213 h 342"/>
                <a:gd name="T12" fmla="*/ 50 w 255"/>
                <a:gd name="T13" fmla="*/ 114 h 342"/>
                <a:gd name="T14" fmla="*/ 148 w 255"/>
                <a:gd name="T15" fmla="*/ 153 h 342"/>
                <a:gd name="T16" fmla="*/ 166 w 255"/>
                <a:gd name="T17" fmla="*/ 206 h 342"/>
                <a:gd name="T18" fmla="*/ 223 w 255"/>
                <a:gd name="T19" fmla="*/ 17 h 342"/>
                <a:gd name="T20" fmla="*/ 206 w 255"/>
                <a:gd name="T21" fmla="*/ 43 h 342"/>
                <a:gd name="T22" fmla="*/ 200 w 255"/>
                <a:gd name="T23" fmla="*/ 44 h 342"/>
                <a:gd name="T24" fmla="*/ 199 w 255"/>
                <a:gd name="T25" fmla="*/ 39 h 342"/>
                <a:gd name="T26" fmla="*/ 221 w 255"/>
                <a:gd name="T27" fmla="*/ 5 h 342"/>
                <a:gd name="T28" fmla="*/ 223 w 255"/>
                <a:gd name="T29" fmla="*/ 2 h 342"/>
                <a:gd name="T30" fmla="*/ 227 w 255"/>
                <a:gd name="T31" fmla="*/ 1 h 342"/>
                <a:gd name="T32" fmla="*/ 229 w 255"/>
                <a:gd name="T33" fmla="*/ 2 h 342"/>
                <a:gd name="T34" fmla="*/ 235 w 255"/>
                <a:gd name="T35" fmla="*/ 6 h 342"/>
                <a:gd name="T36" fmla="*/ 255 w 255"/>
                <a:gd name="T37" fmla="*/ 38 h 342"/>
                <a:gd name="T38" fmla="*/ 248 w 255"/>
                <a:gd name="T39" fmla="*/ 43 h 342"/>
                <a:gd name="T40" fmla="*/ 231 w 255"/>
                <a:gd name="T41" fmla="*/ 14 h 342"/>
                <a:gd name="T42" fmla="*/ 168 w 255"/>
                <a:gd name="T43" fmla="*/ 216 h 342"/>
                <a:gd name="T44" fmla="*/ 140 w 255"/>
                <a:gd name="T45" fmla="*/ 340 h 342"/>
                <a:gd name="T46" fmla="*/ 137 w 255"/>
                <a:gd name="T47" fmla="*/ 342 h 342"/>
                <a:gd name="T48" fmla="*/ 80 w 255"/>
                <a:gd name="T49" fmla="*/ 115 h 342"/>
                <a:gd name="T50" fmla="*/ 54 w 255"/>
                <a:gd name="T51" fmla="*/ 122 h 342"/>
                <a:gd name="T52" fmla="*/ 27 w 255"/>
                <a:gd name="T53" fmla="*/ 210 h 342"/>
                <a:gd name="T54" fmla="*/ 108 w 255"/>
                <a:gd name="T55" fmla="*/ 240 h 342"/>
                <a:gd name="T56" fmla="*/ 159 w 255"/>
                <a:gd name="T57" fmla="*/ 212 h 342"/>
                <a:gd name="T58" fmla="*/ 141 w 255"/>
                <a:gd name="T59" fmla="*/ 157 h 342"/>
                <a:gd name="T60" fmla="*/ 80 w 255"/>
                <a:gd name="T61"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5" h="342">
                  <a:moveTo>
                    <a:pt x="137" y="342"/>
                  </a:moveTo>
                  <a:cubicBezTo>
                    <a:pt x="136" y="342"/>
                    <a:pt x="135" y="342"/>
                    <a:pt x="135" y="342"/>
                  </a:cubicBezTo>
                  <a:cubicBezTo>
                    <a:pt x="133" y="341"/>
                    <a:pt x="132" y="338"/>
                    <a:pt x="133" y="336"/>
                  </a:cubicBezTo>
                  <a:cubicBezTo>
                    <a:pt x="134" y="336"/>
                    <a:pt x="165" y="284"/>
                    <a:pt x="160" y="222"/>
                  </a:cubicBezTo>
                  <a:cubicBezTo>
                    <a:pt x="145" y="235"/>
                    <a:pt x="127" y="243"/>
                    <a:pt x="110" y="248"/>
                  </a:cubicBezTo>
                  <a:cubicBezTo>
                    <a:pt x="70" y="259"/>
                    <a:pt x="34" y="245"/>
                    <a:pt x="20" y="213"/>
                  </a:cubicBezTo>
                  <a:cubicBezTo>
                    <a:pt x="0" y="168"/>
                    <a:pt x="20" y="130"/>
                    <a:pt x="50" y="114"/>
                  </a:cubicBezTo>
                  <a:cubicBezTo>
                    <a:pt x="80" y="100"/>
                    <a:pt x="121" y="106"/>
                    <a:pt x="148" y="153"/>
                  </a:cubicBezTo>
                  <a:cubicBezTo>
                    <a:pt x="158" y="170"/>
                    <a:pt x="164" y="188"/>
                    <a:pt x="166" y="206"/>
                  </a:cubicBezTo>
                  <a:cubicBezTo>
                    <a:pt x="203" y="169"/>
                    <a:pt x="229" y="106"/>
                    <a:pt x="223" y="17"/>
                  </a:cubicBezTo>
                  <a:cubicBezTo>
                    <a:pt x="206" y="43"/>
                    <a:pt x="206" y="43"/>
                    <a:pt x="206" y="43"/>
                  </a:cubicBezTo>
                  <a:cubicBezTo>
                    <a:pt x="204" y="45"/>
                    <a:pt x="202" y="45"/>
                    <a:pt x="200" y="44"/>
                  </a:cubicBezTo>
                  <a:cubicBezTo>
                    <a:pt x="198" y="43"/>
                    <a:pt x="198" y="41"/>
                    <a:pt x="199" y="39"/>
                  </a:cubicBezTo>
                  <a:cubicBezTo>
                    <a:pt x="203" y="30"/>
                    <a:pt x="212" y="12"/>
                    <a:pt x="221" y="5"/>
                  </a:cubicBezTo>
                  <a:cubicBezTo>
                    <a:pt x="223" y="2"/>
                    <a:pt x="223" y="2"/>
                    <a:pt x="223" y="2"/>
                  </a:cubicBezTo>
                  <a:cubicBezTo>
                    <a:pt x="224" y="1"/>
                    <a:pt x="225" y="0"/>
                    <a:pt x="227" y="1"/>
                  </a:cubicBezTo>
                  <a:cubicBezTo>
                    <a:pt x="228" y="1"/>
                    <a:pt x="228" y="1"/>
                    <a:pt x="229" y="2"/>
                  </a:cubicBezTo>
                  <a:cubicBezTo>
                    <a:pt x="230" y="2"/>
                    <a:pt x="233" y="3"/>
                    <a:pt x="235" y="6"/>
                  </a:cubicBezTo>
                  <a:cubicBezTo>
                    <a:pt x="243" y="19"/>
                    <a:pt x="255" y="38"/>
                    <a:pt x="255" y="38"/>
                  </a:cubicBezTo>
                  <a:cubicBezTo>
                    <a:pt x="248" y="43"/>
                    <a:pt x="248" y="43"/>
                    <a:pt x="248" y="43"/>
                  </a:cubicBezTo>
                  <a:cubicBezTo>
                    <a:pt x="248" y="43"/>
                    <a:pt x="238" y="27"/>
                    <a:pt x="231" y="14"/>
                  </a:cubicBezTo>
                  <a:cubicBezTo>
                    <a:pt x="238" y="110"/>
                    <a:pt x="209" y="178"/>
                    <a:pt x="168" y="216"/>
                  </a:cubicBezTo>
                  <a:cubicBezTo>
                    <a:pt x="175" y="283"/>
                    <a:pt x="140" y="340"/>
                    <a:pt x="140" y="340"/>
                  </a:cubicBezTo>
                  <a:cubicBezTo>
                    <a:pt x="139" y="342"/>
                    <a:pt x="138" y="342"/>
                    <a:pt x="137" y="342"/>
                  </a:cubicBezTo>
                  <a:close/>
                  <a:moveTo>
                    <a:pt x="80" y="115"/>
                  </a:moveTo>
                  <a:cubicBezTo>
                    <a:pt x="71" y="115"/>
                    <a:pt x="62" y="118"/>
                    <a:pt x="54" y="122"/>
                  </a:cubicBezTo>
                  <a:cubicBezTo>
                    <a:pt x="27" y="135"/>
                    <a:pt x="10" y="170"/>
                    <a:pt x="27" y="210"/>
                  </a:cubicBezTo>
                  <a:cubicBezTo>
                    <a:pt x="40" y="238"/>
                    <a:pt x="72" y="250"/>
                    <a:pt x="108" y="240"/>
                  </a:cubicBezTo>
                  <a:cubicBezTo>
                    <a:pt x="126" y="236"/>
                    <a:pt x="143" y="226"/>
                    <a:pt x="159" y="212"/>
                  </a:cubicBezTo>
                  <a:cubicBezTo>
                    <a:pt x="157" y="194"/>
                    <a:pt x="151" y="175"/>
                    <a:pt x="141" y="157"/>
                  </a:cubicBezTo>
                  <a:cubicBezTo>
                    <a:pt x="124" y="127"/>
                    <a:pt x="101" y="115"/>
                    <a:pt x="80" y="115"/>
                  </a:cubicBezTo>
                  <a:close/>
                </a:path>
              </a:pathLst>
            </a:custGeom>
            <a:solidFill>
              <a:schemeClr val="accent1"/>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 name="Rectangle 30"/>
            <p:cNvSpPr/>
            <p:nvPr/>
          </p:nvSpPr>
          <p:spPr>
            <a:xfrm>
              <a:off x="1026552" y="1853942"/>
              <a:ext cx="2506014" cy="307777"/>
            </a:xfrm>
            <a:prstGeom prst="rect">
              <a:avLst/>
            </a:prstGeom>
          </p:spPr>
          <p:txBody>
            <a:bodyPr wrap="square">
              <a:spAutoFit/>
            </a:bodyPr>
            <a:lstStyle/>
            <a:p>
              <a:pPr algn="ctr"/>
              <a:r>
                <a:rPr lang="zh-CN" alt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1" name="Group 20"/>
          <p:cNvGrpSpPr/>
          <p:nvPr/>
        </p:nvGrpSpPr>
        <p:grpSpPr>
          <a:xfrm>
            <a:off x="3677096" y="1853942"/>
            <a:ext cx="2506014" cy="1493245"/>
            <a:chOff x="3677096" y="1853942"/>
            <a:chExt cx="2506014" cy="1493245"/>
          </a:xfrm>
        </p:grpSpPr>
        <p:sp>
          <p:nvSpPr>
            <p:cNvPr id="11" name="Freeform 250"/>
            <p:cNvSpPr>
              <a:spLocks noEditPoints="1"/>
            </p:cNvSpPr>
            <p:nvPr/>
          </p:nvSpPr>
          <p:spPr bwMode="auto">
            <a:xfrm>
              <a:off x="4650033" y="2588362"/>
              <a:ext cx="565150" cy="758825"/>
            </a:xfrm>
            <a:custGeom>
              <a:avLst/>
              <a:gdLst>
                <a:gd name="T0" fmla="*/ 137 w 255"/>
                <a:gd name="T1" fmla="*/ 342 h 342"/>
                <a:gd name="T2" fmla="*/ 135 w 255"/>
                <a:gd name="T3" fmla="*/ 342 h 342"/>
                <a:gd name="T4" fmla="*/ 133 w 255"/>
                <a:gd name="T5" fmla="*/ 336 h 342"/>
                <a:gd name="T6" fmla="*/ 160 w 255"/>
                <a:gd name="T7" fmla="*/ 222 h 342"/>
                <a:gd name="T8" fmla="*/ 110 w 255"/>
                <a:gd name="T9" fmla="*/ 248 h 342"/>
                <a:gd name="T10" fmla="*/ 20 w 255"/>
                <a:gd name="T11" fmla="*/ 213 h 342"/>
                <a:gd name="T12" fmla="*/ 50 w 255"/>
                <a:gd name="T13" fmla="*/ 114 h 342"/>
                <a:gd name="T14" fmla="*/ 148 w 255"/>
                <a:gd name="T15" fmla="*/ 153 h 342"/>
                <a:gd name="T16" fmla="*/ 166 w 255"/>
                <a:gd name="T17" fmla="*/ 206 h 342"/>
                <a:gd name="T18" fmla="*/ 223 w 255"/>
                <a:gd name="T19" fmla="*/ 17 h 342"/>
                <a:gd name="T20" fmla="*/ 206 w 255"/>
                <a:gd name="T21" fmla="*/ 43 h 342"/>
                <a:gd name="T22" fmla="*/ 200 w 255"/>
                <a:gd name="T23" fmla="*/ 44 h 342"/>
                <a:gd name="T24" fmla="*/ 199 w 255"/>
                <a:gd name="T25" fmla="*/ 39 h 342"/>
                <a:gd name="T26" fmla="*/ 221 w 255"/>
                <a:gd name="T27" fmla="*/ 5 h 342"/>
                <a:gd name="T28" fmla="*/ 223 w 255"/>
                <a:gd name="T29" fmla="*/ 2 h 342"/>
                <a:gd name="T30" fmla="*/ 227 w 255"/>
                <a:gd name="T31" fmla="*/ 1 h 342"/>
                <a:gd name="T32" fmla="*/ 229 w 255"/>
                <a:gd name="T33" fmla="*/ 2 h 342"/>
                <a:gd name="T34" fmla="*/ 235 w 255"/>
                <a:gd name="T35" fmla="*/ 6 h 342"/>
                <a:gd name="T36" fmla="*/ 255 w 255"/>
                <a:gd name="T37" fmla="*/ 38 h 342"/>
                <a:gd name="T38" fmla="*/ 248 w 255"/>
                <a:gd name="T39" fmla="*/ 43 h 342"/>
                <a:gd name="T40" fmla="*/ 231 w 255"/>
                <a:gd name="T41" fmla="*/ 14 h 342"/>
                <a:gd name="T42" fmla="*/ 168 w 255"/>
                <a:gd name="T43" fmla="*/ 216 h 342"/>
                <a:gd name="T44" fmla="*/ 140 w 255"/>
                <a:gd name="T45" fmla="*/ 340 h 342"/>
                <a:gd name="T46" fmla="*/ 137 w 255"/>
                <a:gd name="T47" fmla="*/ 342 h 342"/>
                <a:gd name="T48" fmla="*/ 80 w 255"/>
                <a:gd name="T49" fmla="*/ 115 h 342"/>
                <a:gd name="T50" fmla="*/ 54 w 255"/>
                <a:gd name="T51" fmla="*/ 122 h 342"/>
                <a:gd name="T52" fmla="*/ 27 w 255"/>
                <a:gd name="T53" fmla="*/ 210 h 342"/>
                <a:gd name="T54" fmla="*/ 108 w 255"/>
                <a:gd name="T55" fmla="*/ 240 h 342"/>
                <a:gd name="T56" fmla="*/ 159 w 255"/>
                <a:gd name="T57" fmla="*/ 212 h 342"/>
                <a:gd name="T58" fmla="*/ 141 w 255"/>
                <a:gd name="T59" fmla="*/ 157 h 342"/>
                <a:gd name="T60" fmla="*/ 80 w 255"/>
                <a:gd name="T61"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5" h="342">
                  <a:moveTo>
                    <a:pt x="137" y="342"/>
                  </a:moveTo>
                  <a:cubicBezTo>
                    <a:pt x="136" y="342"/>
                    <a:pt x="135" y="342"/>
                    <a:pt x="135" y="342"/>
                  </a:cubicBezTo>
                  <a:cubicBezTo>
                    <a:pt x="133" y="341"/>
                    <a:pt x="132" y="338"/>
                    <a:pt x="133" y="336"/>
                  </a:cubicBezTo>
                  <a:cubicBezTo>
                    <a:pt x="134" y="336"/>
                    <a:pt x="165" y="284"/>
                    <a:pt x="160" y="222"/>
                  </a:cubicBezTo>
                  <a:cubicBezTo>
                    <a:pt x="145" y="235"/>
                    <a:pt x="127" y="243"/>
                    <a:pt x="110" y="248"/>
                  </a:cubicBezTo>
                  <a:cubicBezTo>
                    <a:pt x="70" y="259"/>
                    <a:pt x="34" y="245"/>
                    <a:pt x="20" y="213"/>
                  </a:cubicBezTo>
                  <a:cubicBezTo>
                    <a:pt x="0" y="168"/>
                    <a:pt x="20" y="130"/>
                    <a:pt x="50" y="114"/>
                  </a:cubicBezTo>
                  <a:cubicBezTo>
                    <a:pt x="80" y="100"/>
                    <a:pt x="121" y="106"/>
                    <a:pt x="148" y="153"/>
                  </a:cubicBezTo>
                  <a:cubicBezTo>
                    <a:pt x="158" y="170"/>
                    <a:pt x="164" y="188"/>
                    <a:pt x="166" y="206"/>
                  </a:cubicBezTo>
                  <a:cubicBezTo>
                    <a:pt x="203" y="169"/>
                    <a:pt x="229" y="106"/>
                    <a:pt x="223" y="17"/>
                  </a:cubicBezTo>
                  <a:cubicBezTo>
                    <a:pt x="206" y="43"/>
                    <a:pt x="206" y="43"/>
                    <a:pt x="206" y="43"/>
                  </a:cubicBezTo>
                  <a:cubicBezTo>
                    <a:pt x="204" y="45"/>
                    <a:pt x="202" y="45"/>
                    <a:pt x="200" y="44"/>
                  </a:cubicBezTo>
                  <a:cubicBezTo>
                    <a:pt x="198" y="43"/>
                    <a:pt x="198" y="41"/>
                    <a:pt x="199" y="39"/>
                  </a:cubicBezTo>
                  <a:cubicBezTo>
                    <a:pt x="203" y="30"/>
                    <a:pt x="212" y="12"/>
                    <a:pt x="221" y="5"/>
                  </a:cubicBezTo>
                  <a:cubicBezTo>
                    <a:pt x="223" y="2"/>
                    <a:pt x="223" y="2"/>
                    <a:pt x="223" y="2"/>
                  </a:cubicBezTo>
                  <a:cubicBezTo>
                    <a:pt x="224" y="1"/>
                    <a:pt x="225" y="0"/>
                    <a:pt x="227" y="1"/>
                  </a:cubicBezTo>
                  <a:cubicBezTo>
                    <a:pt x="228" y="1"/>
                    <a:pt x="228" y="1"/>
                    <a:pt x="229" y="2"/>
                  </a:cubicBezTo>
                  <a:cubicBezTo>
                    <a:pt x="230" y="2"/>
                    <a:pt x="233" y="3"/>
                    <a:pt x="235" y="6"/>
                  </a:cubicBezTo>
                  <a:cubicBezTo>
                    <a:pt x="243" y="19"/>
                    <a:pt x="255" y="38"/>
                    <a:pt x="255" y="38"/>
                  </a:cubicBezTo>
                  <a:cubicBezTo>
                    <a:pt x="248" y="43"/>
                    <a:pt x="248" y="43"/>
                    <a:pt x="248" y="43"/>
                  </a:cubicBezTo>
                  <a:cubicBezTo>
                    <a:pt x="248" y="43"/>
                    <a:pt x="238" y="27"/>
                    <a:pt x="231" y="14"/>
                  </a:cubicBezTo>
                  <a:cubicBezTo>
                    <a:pt x="238" y="110"/>
                    <a:pt x="209" y="178"/>
                    <a:pt x="168" y="216"/>
                  </a:cubicBezTo>
                  <a:cubicBezTo>
                    <a:pt x="175" y="283"/>
                    <a:pt x="140" y="340"/>
                    <a:pt x="140" y="340"/>
                  </a:cubicBezTo>
                  <a:cubicBezTo>
                    <a:pt x="139" y="342"/>
                    <a:pt x="138" y="342"/>
                    <a:pt x="137" y="342"/>
                  </a:cubicBezTo>
                  <a:close/>
                  <a:moveTo>
                    <a:pt x="80" y="115"/>
                  </a:moveTo>
                  <a:cubicBezTo>
                    <a:pt x="71" y="115"/>
                    <a:pt x="62" y="118"/>
                    <a:pt x="54" y="122"/>
                  </a:cubicBezTo>
                  <a:cubicBezTo>
                    <a:pt x="27" y="135"/>
                    <a:pt x="10" y="170"/>
                    <a:pt x="27" y="210"/>
                  </a:cubicBezTo>
                  <a:cubicBezTo>
                    <a:pt x="40" y="238"/>
                    <a:pt x="72" y="250"/>
                    <a:pt x="108" y="240"/>
                  </a:cubicBezTo>
                  <a:cubicBezTo>
                    <a:pt x="126" y="236"/>
                    <a:pt x="143" y="226"/>
                    <a:pt x="159" y="212"/>
                  </a:cubicBezTo>
                  <a:cubicBezTo>
                    <a:pt x="157" y="194"/>
                    <a:pt x="151" y="175"/>
                    <a:pt x="141" y="157"/>
                  </a:cubicBezTo>
                  <a:cubicBezTo>
                    <a:pt x="124" y="127"/>
                    <a:pt x="101" y="115"/>
                    <a:pt x="80" y="115"/>
                  </a:cubicBezTo>
                  <a:close/>
                </a:path>
              </a:pathLst>
            </a:custGeom>
            <a:solidFill>
              <a:schemeClr val="accent2"/>
            </a:solidFill>
            <a:ln>
              <a:solidFill>
                <a:schemeClr val="accent1">
                  <a:lumMod val="75000"/>
                </a:schemeClr>
              </a:solid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Rectangle 31"/>
            <p:cNvSpPr/>
            <p:nvPr/>
          </p:nvSpPr>
          <p:spPr>
            <a:xfrm>
              <a:off x="3677096" y="1853942"/>
              <a:ext cx="2506014" cy="307777"/>
            </a:xfrm>
            <a:prstGeom prst="rect">
              <a:avLst/>
            </a:prstGeom>
          </p:spPr>
          <p:txBody>
            <a:bodyPr wrap="square">
              <a:spAutoFit/>
            </a:bodyPr>
            <a:lstStyle/>
            <a:p>
              <a:pPr algn="ctr"/>
              <a:r>
                <a:rPr lang="zh-CN" alt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4" name="Group 53"/>
          <p:cNvGrpSpPr/>
          <p:nvPr/>
        </p:nvGrpSpPr>
        <p:grpSpPr>
          <a:xfrm>
            <a:off x="6327640" y="1853942"/>
            <a:ext cx="2506014" cy="1493245"/>
            <a:chOff x="6327640" y="1853942"/>
            <a:chExt cx="2506014" cy="1493245"/>
          </a:xfrm>
        </p:grpSpPr>
        <p:sp>
          <p:nvSpPr>
            <p:cNvPr id="9" name="Freeform 250"/>
            <p:cNvSpPr>
              <a:spLocks noEditPoints="1"/>
            </p:cNvSpPr>
            <p:nvPr/>
          </p:nvSpPr>
          <p:spPr bwMode="auto">
            <a:xfrm>
              <a:off x="7303081" y="2588362"/>
              <a:ext cx="565150" cy="758825"/>
            </a:xfrm>
            <a:custGeom>
              <a:avLst/>
              <a:gdLst>
                <a:gd name="T0" fmla="*/ 137 w 255"/>
                <a:gd name="T1" fmla="*/ 342 h 342"/>
                <a:gd name="T2" fmla="*/ 135 w 255"/>
                <a:gd name="T3" fmla="*/ 342 h 342"/>
                <a:gd name="T4" fmla="*/ 133 w 255"/>
                <a:gd name="T5" fmla="*/ 336 h 342"/>
                <a:gd name="T6" fmla="*/ 160 w 255"/>
                <a:gd name="T7" fmla="*/ 222 h 342"/>
                <a:gd name="T8" fmla="*/ 110 w 255"/>
                <a:gd name="T9" fmla="*/ 248 h 342"/>
                <a:gd name="T10" fmla="*/ 20 w 255"/>
                <a:gd name="T11" fmla="*/ 213 h 342"/>
                <a:gd name="T12" fmla="*/ 50 w 255"/>
                <a:gd name="T13" fmla="*/ 114 h 342"/>
                <a:gd name="T14" fmla="*/ 148 w 255"/>
                <a:gd name="T15" fmla="*/ 153 h 342"/>
                <a:gd name="T16" fmla="*/ 166 w 255"/>
                <a:gd name="T17" fmla="*/ 206 h 342"/>
                <a:gd name="T18" fmla="*/ 223 w 255"/>
                <a:gd name="T19" fmla="*/ 17 h 342"/>
                <a:gd name="T20" fmla="*/ 206 w 255"/>
                <a:gd name="T21" fmla="*/ 43 h 342"/>
                <a:gd name="T22" fmla="*/ 200 w 255"/>
                <a:gd name="T23" fmla="*/ 44 h 342"/>
                <a:gd name="T24" fmla="*/ 199 w 255"/>
                <a:gd name="T25" fmla="*/ 39 h 342"/>
                <a:gd name="T26" fmla="*/ 221 w 255"/>
                <a:gd name="T27" fmla="*/ 5 h 342"/>
                <a:gd name="T28" fmla="*/ 223 w 255"/>
                <a:gd name="T29" fmla="*/ 2 h 342"/>
                <a:gd name="T30" fmla="*/ 227 w 255"/>
                <a:gd name="T31" fmla="*/ 1 h 342"/>
                <a:gd name="T32" fmla="*/ 229 w 255"/>
                <a:gd name="T33" fmla="*/ 2 h 342"/>
                <a:gd name="T34" fmla="*/ 235 w 255"/>
                <a:gd name="T35" fmla="*/ 6 h 342"/>
                <a:gd name="T36" fmla="*/ 255 w 255"/>
                <a:gd name="T37" fmla="*/ 38 h 342"/>
                <a:gd name="T38" fmla="*/ 248 w 255"/>
                <a:gd name="T39" fmla="*/ 43 h 342"/>
                <a:gd name="T40" fmla="*/ 231 w 255"/>
                <a:gd name="T41" fmla="*/ 14 h 342"/>
                <a:gd name="T42" fmla="*/ 168 w 255"/>
                <a:gd name="T43" fmla="*/ 216 h 342"/>
                <a:gd name="T44" fmla="*/ 140 w 255"/>
                <a:gd name="T45" fmla="*/ 340 h 342"/>
                <a:gd name="T46" fmla="*/ 137 w 255"/>
                <a:gd name="T47" fmla="*/ 342 h 342"/>
                <a:gd name="T48" fmla="*/ 80 w 255"/>
                <a:gd name="T49" fmla="*/ 115 h 342"/>
                <a:gd name="T50" fmla="*/ 54 w 255"/>
                <a:gd name="T51" fmla="*/ 122 h 342"/>
                <a:gd name="T52" fmla="*/ 27 w 255"/>
                <a:gd name="T53" fmla="*/ 210 h 342"/>
                <a:gd name="T54" fmla="*/ 108 w 255"/>
                <a:gd name="T55" fmla="*/ 240 h 342"/>
                <a:gd name="T56" fmla="*/ 159 w 255"/>
                <a:gd name="T57" fmla="*/ 212 h 342"/>
                <a:gd name="T58" fmla="*/ 141 w 255"/>
                <a:gd name="T59" fmla="*/ 157 h 342"/>
                <a:gd name="T60" fmla="*/ 80 w 255"/>
                <a:gd name="T61"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5" h="342">
                  <a:moveTo>
                    <a:pt x="137" y="342"/>
                  </a:moveTo>
                  <a:cubicBezTo>
                    <a:pt x="136" y="342"/>
                    <a:pt x="135" y="342"/>
                    <a:pt x="135" y="342"/>
                  </a:cubicBezTo>
                  <a:cubicBezTo>
                    <a:pt x="133" y="341"/>
                    <a:pt x="132" y="338"/>
                    <a:pt x="133" y="336"/>
                  </a:cubicBezTo>
                  <a:cubicBezTo>
                    <a:pt x="134" y="336"/>
                    <a:pt x="165" y="284"/>
                    <a:pt x="160" y="222"/>
                  </a:cubicBezTo>
                  <a:cubicBezTo>
                    <a:pt x="145" y="235"/>
                    <a:pt x="127" y="243"/>
                    <a:pt x="110" y="248"/>
                  </a:cubicBezTo>
                  <a:cubicBezTo>
                    <a:pt x="70" y="259"/>
                    <a:pt x="34" y="245"/>
                    <a:pt x="20" y="213"/>
                  </a:cubicBezTo>
                  <a:cubicBezTo>
                    <a:pt x="0" y="168"/>
                    <a:pt x="20" y="130"/>
                    <a:pt x="50" y="114"/>
                  </a:cubicBezTo>
                  <a:cubicBezTo>
                    <a:pt x="80" y="100"/>
                    <a:pt x="121" y="106"/>
                    <a:pt x="148" y="153"/>
                  </a:cubicBezTo>
                  <a:cubicBezTo>
                    <a:pt x="158" y="170"/>
                    <a:pt x="164" y="188"/>
                    <a:pt x="166" y="206"/>
                  </a:cubicBezTo>
                  <a:cubicBezTo>
                    <a:pt x="203" y="169"/>
                    <a:pt x="229" y="106"/>
                    <a:pt x="223" y="17"/>
                  </a:cubicBezTo>
                  <a:cubicBezTo>
                    <a:pt x="206" y="43"/>
                    <a:pt x="206" y="43"/>
                    <a:pt x="206" y="43"/>
                  </a:cubicBezTo>
                  <a:cubicBezTo>
                    <a:pt x="204" y="45"/>
                    <a:pt x="202" y="45"/>
                    <a:pt x="200" y="44"/>
                  </a:cubicBezTo>
                  <a:cubicBezTo>
                    <a:pt x="198" y="43"/>
                    <a:pt x="198" y="41"/>
                    <a:pt x="199" y="39"/>
                  </a:cubicBezTo>
                  <a:cubicBezTo>
                    <a:pt x="203" y="30"/>
                    <a:pt x="212" y="12"/>
                    <a:pt x="221" y="5"/>
                  </a:cubicBezTo>
                  <a:cubicBezTo>
                    <a:pt x="223" y="2"/>
                    <a:pt x="223" y="2"/>
                    <a:pt x="223" y="2"/>
                  </a:cubicBezTo>
                  <a:cubicBezTo>
                    <a:pt x="224" y="1"/>
                    <a:pt x="225" y="0"/>
                    <a:pt x="227" y="1"/>
                  </a:cubicBezTo>
                  <a:cubicBezTo>
                    <a:pt x="228" y="1"/>
                    <a:pt x="228" y="1"/>
                    <a:pt x="229" y="2"/>
                  </a:cubicBezTo>
                  <a:cubicBezTo>
                    <a:pt x="230" y="2"/>
                    <a:pt x="233" y="3"/>
                    <a:pt x="235" y="6"/>
                  </a:cubicBezTo>
                  <a:cubicBezTo>
                    <a:pt x="243" y="19"/>
                    <a:pt x="255" y="38"/>
                    <a:pt x="255" y="38"/>
                  </a:cubicBezTo>
                  <a:cubicBezTo>
                    <a:pt x="248" y="43"/>
                    <a:pt x="248" y="43"/>
                    <a:pt x="248" y="43"/>
                  </a:cubicBezTo>
                  <a:cubicBezTo>
                    <a:pt x="248" y="43"/>
                    <a:pt x="238" y="27"/>
                    <a:pt x="231" y="14"/>
                  </a:cubicBezTo>
                  <a:cubicBezTo>
                    <a:pt x="238" y="110"/>
                    <a:pt x="209" y="178"/>
                    <a:pt x="168" y="216"/>
                  </a:cubicBezTo>
                  <a:cubicBezTo>
                    <a:pt x="175" y="283"/>
                    <a:pt x="140" y="340"/>
                    <a:pt x="140" y="340"/>
                  </a:cubicBezTo>
                  <a:cubicBezTo>
                    <a:pt x="139" y="342"/>
                    <a:pt x="138" y="342"/>
                    <a:pt x="137" y="342"/>
                  </a:cubicBezTo>
                  <a:close/>
                  <a:moveTo>
                    <a:pt x="80" y="115"/>
                  </a:moveTo>
                  <a:cubicBezTo>
                    <a:pt x="71" y="115"/>
                    <a:pt x="62" y="118"/>
                    <a:pt x="54" y="122"/>
                  </a:cubicBezTo>
                  <a:cubicBezTo>
                    <a:pt x="27" y="135"/>
                    <a:pt x="10" y="170"/>
                    <a:pt x="27" y="210"/>
                  </a:cubicBezTo>
                  <a:cubicBezTo>
                    <a:pt x="40" y="238"/>
                    <a:pt x="72" y="250"/>
                    <a:pt x="108" y="240"/>
                  </a:cubicBezTo>
                  <a:cubicBezTo>
                    <a:pt x="126" y="236"/>
                    <a:pt x="143" y="226"/>
                    <a:pt x="159" y="212"/>
                  </a:cubicBezTo>
                  <a:cubicBezTo>
                    <a:pt x="157" y="194"/>
                    <a:pt x="151" y="175"/>
                    <a:pt x="141" y="157"/>
                  </a:cubicBezTo>
                  <a:cubicBezTo>
                    <a:pt x="124" y="127"/>
                    <a:pt x="101" y="115"/>
                    <a:pt x="80" y="11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 name="Rectangle 32"/>
            <p:cNvSpPr/>
            <p:nvPr/>
          </p:nvSpPr>
          <p:spPr>
            <a:xfrm>
              <a:off x="6327640" y="1853942"/>
              <a:ext cx="2506014" cy="307777"/>
            </a:xfrm>
            <a:prstGeom prst="rect">
              <a:avLst/>
            </a:prstGeom>
          </p:spPr>
          <p:txBody>
            <a:bodyPr wrap="square">
              <a:spAutoFit/>
            </a:bodyPr>
            <a:lstStyle/>
            <a:p>
              <a:pPr algn="ctr"/>
              <a:r>
                <a:rPr lang="zh-CN" alt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5" name="Group 54"/>
          <p:cNvGrpSpPr/>
          <p:nvPr/>
        </p:nvGrpSpPr>
        <p:grpSpPr>
          <a:xfrm>
            <a:off x="8978185" y="1853942"/>
            <a:ext cx="2506014" cy="1493245"/>
            <a:chOff x="8978185" y="1853942"/>
            <a:chExt cx="2506014" cy="1493245"/>
          </a:xfrm>
        </p:grpSpPr>
        <p:sp>
          <p:nvSpPr>
            <p:cNvPr id="10" name="Freeform 250"/>
            <p:cNvSpPr>
              <a:spLocks noEditPoints="1"/>
            </p:cNvSpPr>
            <p:nvPr/>
          </p:nvSpPr>
          <p:spPr bwMode="auto">
            <a:xfrm>
              <a:off x="9956130" y="2588362"/>
              <a:ext cx="565150" cy="758825"/>
            </a:xfrm>
            <a:custGeom>
              <a:avLst/>
              <a:gdLst>
                <a:gd name="T0" fmla="*/ 137 w 255"/>
                <a:gd name="T1" fmla="*/ 342 h 342"/>
                <a:gd name="T2" fmla="*/ 135 w 255"/>
                <a:gd name="T3" fmla="*/ 342 h 342"/>
                <a:gd name="T4" fmla="*/ 133 w 255"/>
                <a:gd name="T5" fmla="*/ 336 h 342"/>
                <a:gd name="T6" fmla="*/ 160 w 255"/>
                <a:gd name="T7" fmla="*/ 222 h 342"/>
                <a:gd name="T8" fmla="*/ 110 w 255"/>
                <a:gd name="T9" fmla="*/ 248 h 342"/>
                <a:gd name="T10" fmla="*/ 20 w 255"/>
                <a:gd name="T11" fmla="*/ 213 h 342"/>
                <a:gd name="T12" fmla="*/ 50 w 255"/>
                <a:gd name="T13" fmla="*/ 114 h 342"/>
                <a:gd name="T14" fmla="*/ 148 w 255"/>
                <a:gd name="T15" fmla="*/ 153 h 342"/>
                <a:gd name="T16" fmla="*/ 166 w 255"/>
                <a:gd name="T17" fmla="*/ 206 h 342"/>
                <a:gd name="T18" fmla="*/ 223 w 255"/>
                <a:gd name="T19" fmla="*/ 17 h 342"/>
                <a:gd name="T20" fmla="*/ 206 w 255"/>
                <a:gd name="T21" fmla="*/ 43 h 342"/>
                <a:gd name="T22" fmla="*/ 200 w 255"/>
                <a:gd name="T23" fmla="*/ 44 h 342"/>
                <a:gd name="T24" fmla="*/ 199 w 255"/>
                <a:gd name="T25" fmla="*/ 39 h 342"/>
                <a:gd name="T26" fmla="*/ 221 w 255"/>
                <a:gd name="T27" fmla="*/ 5 h 342"/>
                <a:gd name="T28" fmla="*/ 223 w 255"/>
                <a:gd name="T29" fmla="*/ 2 h 342"/>
                <a:gd name="T30" fmla="*/ 227 w 255"/>
                <a:gd name="T31" fmla="*/ 1 h 342"/>
                <a:gd name="T32" fmla="*/ 229 w 255"/>
                <a:gd name="T33" fmla="*/ 2 h 342"/>
                <a:gd name="T34" fmla="*/ 235 w 255"/>
                <a:gd name="T35" fmla="*/ 6 h 342"/>
                <a:gd name="T36" fmla="*/ 255 w 255"/>
                <a:gd name="T37" fmla="*/ 38 h 342"/>
                <a:gd name="T38" fmla="*/ 248 w 255"/>
                <a:gd name="T39" fmla="*/ 43 h 342"/>
                <a:gd name="T40" fmla="*/ 231 w 255"/>
                <a:gd name="T41" fmla="*/ 14 h 342"/>
                <a:gd name="T42" fmla="*/ 168 w 255"/>
                <a:gd name="T43" fmla="*/ 216 h 342"/>
                <a:gd name="T44" fmla="*/ 140 w 255"/>
                <a:gd name="T45" fmla="*/ 340 h 342"/>
                <a:gd name="T46" fmla="*/ 137 w 255"/>
                <a:gd name="T47" fmla="*/ 342 h 342"/>
                <a:gd name="T48" fmla="*/ 80 w 255"/>
                <a:gd name="T49" fmla="*/ 115 h 342"/>
                <a:gd name="T50" fmla="*/ 54 w 255"/>
                <a:gd name="T51" fmla="*/ 122 h 342"/>
                <a:gd name="T52" fmla="*/ 27 w 255"/>
                <a:gd name="T53" fmla="*/ 210 h 342"/>
                <a:gd name="T54" fmla="*/ 108 w 255"/>
                <a:gd name="T55" fmla="*/ 240 h 342"/>
                <a:gd name="T56" fmla="*/ 159 w 255"/>
                <a:gd name="T57" fmla="*/ 212 h 342"/>
                <a:gd name="T58" fmla="*/ 141 w 255"/>
                <a:gd name="T59" fmla="*/ 157 h 342"/>
                <a:gd name="T60" fmla="*/ 80 w 255"/>
                <a:gd name="T61"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5" h="342">
                  <a:moveTo>
                    <a:pt x="137" y="342"/>
                  </a:moveTo>
                  <a:cubicBezTo>
                    <a:pt x="136" y="342"/>
                    <a:pt x="135" y="342"/>
                    <a:pt x="135" y="342"/>
                  </a:cubicBezTo>
                  <a:cubicBezTo>
                    <a:pt x="133" y="341"/>
                    <a:pt x="132" y="338"/>
                    <a:pt x="133" y="336"/>
                  </a:cubicBezTo>
                  <a:cubicBezTo>
                    <a:pt x="134" y="336"/>
                    <a:pt x="165" y="284"/>
                    <a:pt x="160" y="222"/>
                  </a:cubicBezTo>
                  <a:cubicBezTo>
                    <a:pt x="145" y="235"/>
                    <a:pt x="127" y="243"/>
                    <a:pt x="110" y="248"/>
                  </a:cubicBezTo>
                  <a:cubicBezTo>
                    <a:pt x="70" y="259"/>
                    <a:pt x="34" y="245"/>
                    <a:pt x="20" y="213"/>
                  </a:cubicBezTo>
                  <a:cubicBezTo>
                    <a:pt x="0" y="168"/>
                    <a:pt x="20" y="130"/>
                    <a:pt x="50" y="114"/>
                  </a:cubicBezTo>
                  <a:cubicBezTo>
                    <a:pt x="80" y="100"/>
                    <a:pt x="121" y="106"/>
                    <a:pt x="148" y="153"/>
                  </a:cubicBezTo>
                  <a:cubicBezTo>
                    <a:pt x="158" y="170"/>
                    <a:pt x="164" y="188"/>
                    <a:pt x="166" y="206"/>
                  </a:cubicBezTo>
                  <a:cubicBezTo>
                    <a:pt x="203" y="169"/>
                    <a:pt x="229" y="106"/>
                    <a:pt x="223" y="17"/>
                  </a:cubicBezTo>
                  <a:cubicBezTo>
                    <a:pt x="206" y="43"/>
                    <a:pt x="206" y="43"/>
                    <a:pt x="206" y="43"/>
                  </a:cubicBezTo>
                  <a:cubicBezTo>
                    <a:pt x="204" y="45"/>
                    <a:pt x="202" y="45"/>
                    <a:pt x="200" y="44"/>
                  </a:cubicBezTo>
                  <a:cubicBezTo>
                    <a:pt x="198" y="43"/>
                    <a:pt x="198" y="41"/>
                    <a:pt x="199" y="39"/>
                  </a:cubicBezTo>
                  <a:cubicBezTo>
                    <a:pt x="203" y="30"/>
                    <a:pt x="212" y="12"/>
                    <a:pt x="221" y="5"/>
                  </a:cubicBezTo>
                  <a:cubicBezTo>
                    <a:pt x="223" y="2"/>
                    <a:pt x="223" y="2"/>
                    <a:pt x="223" y="2"/>
                  </a:cubicBezTo>
                  <a:cubicBezTo>
                    <a:pt x="224" y="1"/>
                    <a:pt x="225" y="0"/>
                    <a:pt x="227" y="1"/>
                  </a:cubicBezTo>
                  <a:cubicBezTo>
                    <a:pt x="228" y="1"/>
                    <a:pt x="228" y="1"/>
                    <a:pt x="229" y="2"/>
                  </a:cubicBezTo>
                  <a:cubicBezTo>
                    <a:pt x="230" y="2"/>
                    <a:pt x="233" y="3"/>
                    <a:pt x="235" y="6"/>
                  </a:cubicBezTo>
                  <a:cubicBezTo>
                    <a:pt x="243" y="19"/>
                    <a:pt x="255" y="38"/>
                    <a:pt x="255" y="38"/>
                  </a:cubicBezTo>
                  <a:cubicBezTo>
                    <a:pt x="248" y="43"/>
                    <a:pt x="248" y="43"/>
                    <a:pt x="248" y="43"/>
                  </a:cubicBezTo>
                  <a:cubicBezTo>
                    <a:pt x="248" y="43"/>
                    <a:pt x="238" y="27"/>
                    <a:pt x="231" y="14"/>
                  </a:cubicBezTo>
                  <a:cubicBezTo>
                    <a:pt x="238" y="110"/>
                    <a:pt x="209" y="178"/>
                    <a:pt x="168" y="216"/>
                  </a:cubicBezTo>
                  <a:cubicBezTo>
                    <a:pt x="175" y="283"/>
                    <a:pt x="140" y="340"/>
                    <a:pt x="140" y="340"/>
                  </a:cubicBezTo>
                  <a:cubicBezTo>
                    <a:pt x="139" y="342"/>
                    <a:pt x="138" y="342"/>
                    <a:pt x="137" y="342"/>
                  </a:cubicBezTo>
                  <a:close/>
                  <a:moveTo>
                    <a:pt x="80" y="115"/>
                  </a:moveTo>
                  <a:cubicBezTo>
                    <a:pt x="71" y="115"/>
                    <a:pt x="62" y="118"/>
                    <a:pt x="54" y="122"/>
                  </a:cubicBezTo>
                  <a:cubicBezTo>
                    <a:pt x="27" y="135"/>
                    <a:pt x="10" y="170"/>
                    <a:pt x="27" y="210"/>
                  </a:cubicBezTo>
                  <a:cubicBezTo>
                    <a:pt x="40" y="238"/>
                    <a:pt x="72" y="250"/>
                    <a:pt x="108" y="240"/>
                  </a:cubicBezTo>
                  <a:cubicBezTo>
                    <a:pt x="126" y="236"/>
                    <a:pt x="143" y="226"/>
                    <a:pt x="159" y="212"/>
                  </a:cubicBezTo>
                  <a:cubicBezTo>
                    <a:pt x="157" y="194"/>
                    <a:pt x="151" y="175"/>
                    <a:pt x="141" y="157"/>
                  </a:cubicBezTo>
                  <a:cubicBezTo>
                    <a:pt x="124" y="127"/>
                    <a:pt x="101" y="115"/>
                    <a:pt x="80" y="115"/>
                  </a:cubicBezTo>
                  <a:close/>
                </a:path>
              </a:pathLst>
            </a:custGeom>
            <a:solidFill>
              <a:schemeClr val="accent4"/>
            </a:solidFill>
            <a:ln>
              <a:solidFill>
                <a:srgbClr val="164C8C"/>
              </a:solid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 name="Rectangle 33"/>
            <p:cNvSpPr/>
            <p:nvPr/>
          </p:nvSpPr>
          <p:spPr>
            <a:xfrm>
              <a:off x="8978185" y="1853942"/>
              <a:ext cx="2506014" cy="307777"/>
            </a:xfrm>
            <a:prstGeom prst="rect">
              <a:avLst/>
            </a:prstGeom>
          </p:spPr>
          <p:txBody>
            <a:bodyPr wrap="square">
              <a:spAutoFit/>
            </a:bodyPr>
            <a:lstStyle/>
            <a:p>
              <a:pPr algn="ctr"/>
              <a:r>
                <a:rPr lang="zh-CN" alt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7" name="Group 16"/>
          <p:cNvGrpSpPr/>
          <p:nvPr/>
        </p:nvGrpSpPr>
        <p:grpSpPr>
          <a:xfrm>
            <a:off x="4121239" y="3395192"/>
            <a:ext cx="1622739" cy="1622739"/>
            <a:chOff x="4121239" y="3395192"/>
            <a:chExt cx="1622739" cy="1622739"/>
          </a:xfrm>
        </p:grpSpPr>
        <p:sp>
          <p:nvSpPr>
            <p:cNvPr id="6" name="Oval 5"/>
            <p:cNvSpPr/>
            <p:nvPr/>
          </p:nvSpPr>
          <p:spPr>
            <a:xfrm>
              <a:off x="4121239" y="3395192"/>
              <a:ext cx="1622739" cy="1622739"/>
            </a:xfrm>
            <a:prstGeom prst="ellipse">
              <a:avLst/>
            </a:prstGeom>
            <a:solidFill>
              <a:schemeClr val="accent1">
                <a:lumMod val="75000"/>
              </a:schemeClr>
            </a:solidFill>
            <a:ln w="57150">
              <a:solidFill>
                <a:schemeClr val="bg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35" name="组合 34"/>
            <p:cNvGrpSpPr/>
            <p:nvPr/>
          </p:nvGrpSpPr>
          <p:grpSpPr>
            <a:xfrm>
              <a:off x="4492951" y="3924164"/>
              <a:ext cx="879315" cy="564795"/>
              <a:chOff x="3698875" y="4430713"/>
              <a:chExt cx="1868487" cy="1200150"/>
            </a:xfrm>
            <a:solidFill>
              <a:schemeClr val="tx1"/>
            </a:solidFill>
          </p:grpSpPr>
          <p:sp>
            <p:nvSpPr>
              <p:cNvPr id="36" name="Freeform 35"/>
              <p:cNvSpPr/>
              <p:nvPr/>
            </p:nvSpPr>
            <p:spPr bwMode="auto">
              <a:xfrm>
                <a:off x="3843338" y="4430713"/>
                <a:ext cx="1082675" cy="350838"/>
              </a:xfrm>
              <a:custGeom>
                <a:avLst/>
                <a:gdLst>
                  <a:gd name="T0" fmla="*/ 630 w 682"/>
                  <a:gd name="T1" fmla="*/ 221 h 221"/>
                  <a:gd name="T2" fmla="*/ 630 w 682"/>
                  <a:gd name="T3" fmla="*/ 221 h 221"/>
                  <a:gd name="T4" fmla="*/ 638 w 682"/>
                  <a:gd name="T5" fmla="*/ 189 h 221"/>
                  <a:gd name="T6" fmla="*/ 648 w 682"/>
                  <a:gd name="T7" fmla="*/ 160 h 221"/>
                  <a:gd name="T8" fmla="*/ 663 w 682"/>
                  <a:gd name="T9" fmla="*/ 135 h 221"/>
                  <a:gd name="T10" fmla="*/ 682 w 682"/>
                  <a:gd name="T11" fmla="*/ 110 h 221"/>
                  <a:gd name="T12" fmla="*/ 313 w 682"/>
                  <a:gd name="T13" fmla="*/ 110 h 221"/>
                  <a:gd name="T14" fmla="*/ 313 w 682"/>
                  <a:gd name="T15" fmla="*/ 52 h 221"/>
                  <a:gd name="T16" fmla="*/ 313 w 682"/>
                  <a:gd name="T17" fmla="*/ 52 h 221"/>
                  <a:gd name="T18" fmla="*/ 313 w 682"/>
                  <a:gd name="T19" fmla="*/ 41 h 221"/>
                  <a:gd name="T20" fmla="*/ 311 w 682"/>
                  <a:gd name="T21" fmla="*/ 31 h 221"/>
                  <a:gd name="T22" fmla="*/ 305 w 682"/>
                  <a:gd name="T23" fmla="*/ 23 h 221"/>
                  <a:gd name="T24" fmla="*/ 298 w 682"/>
                  <a:gd name="T25" fmla="*/ 14 h 221"/>
                  <a:gd name="T26" fmla="*/ 292 w 682"/>
                  <a:gd name="T27" fmla="*/ 8 h 221"/>
                  <a:gd name="T28" fmla="*/ 282 w 682"/>
                  <a:gd name="T29" fmla="*/ 4 h 221"/>
                  <a:gd name="T30" fmla="*/ 273 w 682"/>
                  <a:gd name="T31" fmla="*/ 2 h 221"/>
                  <a:gd name="T32" fmla="*/ 263 w 682"/>
                  <a:gd name="T33" fmla="*/ 0 h 221"/>
                  <a:gd name="T34" fmla="*/ 53 w 682"/>
                  <a:gd name="T35" fmla="*/ 0 h 221"/>
                  <a:gd name="T36" fmla="*/ 53 w 682"/>
                  <a:gd name="T37" fmla="*/ 0 h 221"/>
                  <a:gd name="T38" fmla="*/ 42 w 682"/>
                  <a:gd name="T39" fmla="*/ 2 h 221"/>
                  <a:gd name="T40" fmla="*/ 32 w 682"/>
                  <a:gd name="T41" fmla="*/ 4 h 221"/>
                  <a:gd name="T42" fmla="*/ 23 w 682"/>
                  <a:gd name="T43" fmla="*/ 8 h 221"/>
                  <a:gd name="T44" fmla="*/ 17 w 682"/>
                  <a:gd name="T45" fmla="*/ 14 h 221"/>
                  <a:gd name="T46" fmla="*/ 11 w 682"/>
                  <a:gd name="T47" fmla="*/ 23 h 221"/>
                  <a:gd name="T48" fmla="*/ 5 w 682"/>
                  <a:gd name="T49" fmla="*/ 31 h 221"/>
                  <a:gd name="T50" fmla="*/ 3 w 682"/>
                  <a:gd name="T51" fmla="*/ 41 h 221"/>
                  <a:gd name="T52" fmla="*/ 0 w 682"/>
                  <a:gd name="T53" fmla="*/ 52 h 221"/>
                  <a:gd name="T54" fmla="*/ 0 w 682"/>
                  <a:gd name="T55" fmla="*/ 221 h 221"/>
                  <a:gd name="T56" fmla="*/ 630 w 682"/>
                  <a:gd name="T57"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2" h="221">
                    <a:moveTo>
                      <a:pt x="630" y="221"/>
                    </a:moveTo>
                    <a:lnTo>
                      <a:pt x="630" y="221"/>
                    </a:lnTo>
                    <a:lnTo>
                      <a:pt x="638" y="189"/>
                    </a:lnTo>
                    <a:lnTo>
                      <a:pt x="648" y="160"/>
                    </a:lnTo>
                    <a:lnTo>
                      <a:pt x="663" y="135"/>
                    </a:lnTo>
                    <a:lnTo>
                      <a:pt x="682" y="110"/>
                    </a:lnTo>
                    <a:lnTo>
                      <a:pt x="313" y="110"/>
                    </a:lnTo>
                    <a:lnTo>
                      <a:pt x="313" y="52"/>
                    </a:lnTo>
                    <a:lnTo>
                      <a:pt x="313" y="52"/>
                    </a:lnTo>
                    <a:lnTo>
                      <a:pt x="313" y="41"/>
                    </a:lnTo>
                    <a:lnTo>
                      <a:pt x="311" y="31"/>
                    </a:lnTo>
                    <a:lnTo>
                      <a:pt x="305" y="23"/>
                    </a:lnTo>
                    <a:lnTo>
                      <a:pt x="298" y="14"/>
                    </a:lnTo>
                    <a:lnTo>
                      <a:pt x="292" y="8"/>
                    </a:lnTo>
                    <a:lnTo>
                      <a:pt x="282" y="4"/>
                    </a:lnTo>
                    <a:lnTo>
                      <a:pt x="273" y="2"/>
                    </a:lnTo>
                    <a:lnTo>
                      <a:pt x="263" y="0"/>
                    </a:lnTo>
                    <a:lnTo>
                      <a:pt x="53" y="0"/>
                    </a:lnTo>
                    <a:lnTo>
                      <a:pt x="53" y="0"/>
                    </a:lnTo>
                    <a:lnTo>
                      <a:pt x="42" y="2"/>
                    </a:lnTo>
                    <a:lnTo>
                      <a:pt x="32" y="4"/>
                    </a:lnTo>
                    <a:lnTo>
                      <a:pt x="23" y="8"/>
                    </a:lnTo>
                    <a:lnTo>
                      <a:pt x="17" y="14"/>
                    </a:lnTo>
                    <a:lnTo>
                      <a:pt x="11" y="23"/>
                    </a:lnTo>
                    <a:lnTo>
                      <a:pt x="5" y="31"/>
                    </a:lnTo>
                    <a:lnTo>
                      <a:pt x="3" y="41"/>
                    </a:lnTo>
                    <a:lnTo>
                      <a:pt x="0" y="52"/>
                    </a:lnTo>
                    <a:lnTo>
                      <a:pt x="0" y="221"/>
                    </a:lnTo>
                    <a:lnTo>
                      <a:pt x="630" y="22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Freeform 36"/>
              <p:cNvSpPr/>
              <p:nvPr/>
            </p:nvSpPr>
            <p:spPr bwMode="auto">
              <a:xfrm>
                <a:off x="3698875" y="4837113"/>
                <a:ext cx="1527175" cy="793750"/>
              </a:xfrm>
              <a:custGeom>
                <a:avLst/>
                <a:gdLst>
                  <a:gd name="T0" fmla="*/ 714 w 962"/>
                  <a:gd name="T1" fmla="*/ 17 h 500"/>
                  <a:gd name="T2" fmla="*/ 714 w 962"/>
                  <a:gd name="T3" fmla="*/ 17 h 500"/>
                  <a:gd name="T4" fmla="*/ 714 w 962"/>
                  <a:gd name="T5" fmla="*/ 0 h 500"/>
                  <a:gd name="T6" fmla="*/ 37 w 962"/>
                  <a:gd name="T7" fmla="*/ 0 h 500"/>
                  <a:gd name="T8" fmla="*/ 37 w 962"/>
                  <a:gd name="T9" fmla="*/ 0 h 500"/>
                  <a:gd name="T10" fmla="*/ 29 w 962"/>
                  <a:gd name="T11" fmla="*/ 0 h 500"/>
                  <a:gd name="T12" fmla="*/ 21 w 962"/>
                  <a:gd name="T13" fmla="*/ 2 h 500"/>
                  <a:gd name="T14" fmla="*/ 14 w 962"/>
                  <a:gd name="T15" fmla="*/ 4 h 500"/>
                  <a:gd name="T16" fmla="*/ 10 w 962"/>
                  <a:gd name="T17" fmla="*/ 8 h 500"/>
                  <a:gd name="T18" fmla="*/ 6 w 962"/>
                  <a:gd name="T19" fmla="*/ 15 h 500"/>
                  <a:gd name="T20" fmla="*/ 2 w 962"/>
                  <a:gd name="T21" fmla="*/ 19 h 500"/>
                  <a:gd name="T22" fmla="*/ 0 w 962"/>
                  <a:gd name="T23" fmla="*/ 33 h 500"/>
                  <a:gd name="T24" fmla="*/ 0 w 962"/>
                  <a:gd name="T25" fmla="*/ 33 h 500"/>
                  <a:gd name="T26" fmla="*/ 2 w 962"/>
                  <a:gd name="T27" fmla="*/ 46 h 500"/>
                  <a:gd name="T28" fmla="*/ 106 w 962"/>
                  <a:gd name="T29" fmla="*/ 448 h 500"/>
                  <a:gd name="T30" fmla="*/ 106 w 962"/>
                  <a:gd name="T31" fmla="*/ 448 h 500"/>
                  <a:gd name="T32" fmla="*/ 110 w 962"/>
                  <a:gd name="T33" fmla="*/ 458 h 500"/>
                  <a:gd name="T34" fmla="*/ 114 w 962"/>
                  <a:gd name="T35" fmla="*/ 469 h 500"/>
                  <a:gd name="T36" fmla="*/ 123 w 962"/>
                  <a:gd name="T37" fmla="*/ 477 h 500"/>
                  <a:gd name="T38" fmla="*/ 131 w 962"/>
                  <a:gd name="T39" fmla="*/ 485 h 500"/>
                  <a:gd name="T40" fmla="*/ 141 w 962"/>
                  <a:gd name="T41" fmla="*/ 492 h 500"/>
                  <a:gd name="T42" fmla="*/ 152 w 962"/>
                  <a:gd name="T43" fmla="*/ 496 h 500"/>
                  <a:gd name="T44" fmla="*/ 162 w 962"/>
                  <a:gd name="T45" fmla="*/ 500 h 500"/>
                  <a:gd name="T46" fmla="*/ 175 w 962"/>
                  <a:gd name="T47" fmla="*/ 500 h 500"/>
                  <a:gd name="T48" fmla="*/ 848 w 962"/>
                  <a:gd name="T49" fmla="*/ 500 h 500"/>
                  <a:gd name="T50" fmla="*/ 848 w 962"/>
                  <a:gd name="T51" fmla="*/ 500 h 500"/>
                  <a:gd name="T52" fmla="*/ 858 w 962"/>
                  <a:gd name="T53" fmla="*/ 500 h 500"/>
                  <a:gd name="T54" fmla="*/ 868 w 962"/>
                  <a:gd name="T55" fmla="*/ 496 h 500"/>
                  <a:gd name="T56" fmla="*/ 879 w 962"/>
                  <a:gd name="T57" fmla="*/ 492 h 500"/>
                  <a:gd name="T58" fmla="*/ 889 w 962"/>
                  <a:gd name="T59" fmla="*/ 485 h 500"/>
                  <a:gd name="T60" fmla="*/ 898 w 962"/>
                  <a:gd name="T61" fmla="*/ 477 h 500"/>
                  <a:gd name="T62" fmla="*/ 906 w 962"/>
                  <a:gd name="T63" fmla="*/ 469 h 500"/>
                  <a:gd name="T64" fmla="*/ 912 w 962"/>
                  <a:gd name="T65" fmla="*/ 458 h 500"/>
                  <a:gd name="T66" fmla="*/ 914 w 962"/>
                  <a:gd name="T67" fmla="*/ 448 h 500"/>
                  <a:gd name="T68" fmla="*/ 962 w 962"/>
                  <a:gd name="T69" fmla="*/ 269 h 500"/>
                  <a:gd name="T70" fmla="*/ 962 w 962"/>
                  <a:gd name="T71" fmla="*/ 269 h 500"/>
                  <a:gd name="T72" fmla="*/ 937 w 962"/>
                  <a:gd name="T73" fmla="*/ 267 h 500"/>
                  <a:gd name="T74" fmla="*/ 912 w 962"/>
                  <a:gd name="T75" fmla="*/ 262 h 500"/>
                  <a:gd name="T76" fmla="*/ 887 w 962"/>
                  <a:gd name="T77" fmla="*/ 256 h 500"/>
                  <a:gd name="T78" fmla="*/ 864 w 962"/>
                  <a:gd name="T79" fmla="*/ 248 h 500"/>
                  <a:gd name="T80" fmla="*/ 843 w 962"/>
                  <a:gd name="T81" fmla="*/ 235 h 500"/>
                  <a:gd name="T82" fmla="*/ 823 w 962"/>
                  <a:gd name="T83" fmla="*/ 223 h 500"/>
                  <a:gd name="T84" fmla="*/ 804 w 962"/>
                  <a:gd name="T85" fmla="*/ 208 h 500"/>
                  <a:gd name="T86" fmla="*/ 787 w 962"/>
                  <a:gd name="T87" fmla="*/ 192 h 500"/>
                  <a:gd name="T88" fmla="*/ 771 w 962"/>
                  <a:gd name="T89" fmla="*/ 175 h 500"/>
                  <a:gd name="T90" fmla="*/ 756 w 962"/>
                  <a:gd name="T91" fmla="*/ 156 h 500"/>
                  <a:gd name="T92" fmla="*/ 743 w 962"/>
                  <a:gd name="T93" fmla="*/ 135 h 500"/>
                  <a:gd name="T94" fmla="*/ 733 w 962"/>
                  <a:gd name="T95" fmla="*/ 112 h 500"/>
                  <a:gd name="T96" fmla="*/ 725 w 962"/>
                  <a:gd name="T97" fmla="*/ 90 h 500"/>
                  <a:gd name="T98" fmla="*/ 718 w 962"/>
                  <a:gd name="T99" fmla="*/ 67 h 500"/>
                  <a:gd name="T100" fmla="*/ 714 w 962"/>
                  <a:gd name="T101" fmla="*/ 42 h 500"/>
                  <a:gd name="T102" fmla="*/ 714 w 962"/>
                  <a:gd name="T103" fmla="*/ 17 h 500"/>
                  <a:gd name="T104" fmla="*/ 714 w 962"/>
                  <a:gd name="T105" fmla="*/ 17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62" h="500">
                    <a:moveTo>
                      <a:pt x="714" y="17"/>
                    </a:moveTo>
                    <a:lnTo>
                      <a:pt x="714" y="17"/>
                    </a:lnTo>
                    <a:lnTo>
                      <a:pt x="714" y="0"/>
                    </a:lnTo>
                    <a:lnTo>
                      <a:pt x="37" y="0"/>
                    </a:lnTo>
                    <a:lnTo>
                      <a:pt x="37" y="0"/>
                    </a:lnTo>
                    <a:lnTo>
                      <a:pt x="29" y="0"/>
                    </a:lnTo>
                    <a:lnTo>
                      <a:pt x="21" y="2"/>
                    </a:lnTo>
                    <a:lnTo>
                      <a:pt x="14" y="4"/>
                    </a:lnTo>
                    <a:lnTo>
                      <a:pt x="10" y="8"/>
                    </a:lnTo>
                    <a:lnTo>
                      <a:pt x="6" y="15"/>
                    </a:lnTo>
                    <a:lnTo>
                      <a:pt x="2" y="19"/>
                    </a:lnTo>
                    <a:lnTo>
                      <a:pt x="0" y="33"/>
                    </a:lnTo>
                    <a:lnTo>
                      <a:pt x="0" y="33"/>
                    </a:lnTo>
                    <a:lnTo>
                      <a:pt x="2" y="46"/>
                    </a:lnTo>
                    <a:lnTo>
                      <a:pt x="106" y="448"/>
                    </a:lnTo>
                    <a:lnTo>
                      <a:pt x="106" y="448"/>
                    </a:lnTo>
                    <a:lnTo>
                      <a:pt x="110" y="458"/>
                    </a:lnTo>
                    <a:lnTo>
                      <a:pt x="114" y="469"/>
                    </a:lnTo>
                    <a:lnTo>
                      <a:pt x="123" y="477"/>
                    </a:lnTo>
                    <a:lnTo>
                      <a:pt x="131" y="485"/>
                    </a:lnTo>
                    <a:lnTo>
                      <a:pt x="141" y="492"/>
                    </a:lnTo>
                    <a:lnTo>
                      <a:pt x="152" y="496"/>
                    </a:lnTo>
                    <a:lnTo>
                      <a:pt x="162" y="500"/>
                    </a:lnTo>
                    <a:lnTo>
                      <a:pt x="175" y="500"/>
                    </a:lnTo>
                    <a:lnTo>
                      <a:pt x="848" y="500"/>
                    </a:lnTo>
                    <a:lnTo>
                      <a:pt x="848" y="500"/>
                    </a:lnTo>
                    <a:lnTo>
                      <a:pt x="858" y="500"/>
                    </a:lnTo>
                    <a:lnTo>
                      <a:pt x="868" y="496"/>
                    </a:lnTo>
                    <a:lnTo>
                      <a:pt x="879" y="492"/>
                    </a:lnTo>
                    <a:lnTo>
                      <a:pt x="889" y="485"/>
                    </a:lnTo>
                    <a:lnTo>
                      <a:pt x="898" y="477"/>
                    </a:lnTo>
                    <a:lnTo>
                      <a:pt x="906" y="469"/>
                    </a:lnTo>
                    <a:lnTo>
                      <a:pt x="912" y="458"/>
                    </a:lnTo>
                    <a:lnTo>
                      <a:pt x="914" y="448"/>
                    </a:lnTo>
                    <a:lnTo>
                      <a:pt x="962" y="269"/>
                    </a:lnTo>
                    <a:lnTo>
                      <a:pt x="962" y="269"/>
                    </a:lnTo>
                    <a:lnTo>
                      <a:pt x="937" y="267"/>
                    </a:lnTo>
                    <a:lnTo>
                      <a:pt x="912" y="262"/>
                    </a:lnTo>
                    <a:lnTo>
                      <a:pt x="887" y="256"/>
                    </a:lnTo>
                    <a:lnTo>
                      <a:pt x="864" y="248"/>
                    </a:lnTo>
                    <a:lnTo>
                      <a:pt x="843" y="235"/>
                    </a:lnTo>
                    <a:lnTo>
                      <a:pt x="823" y="223"/>
                    </a:lnTo>
                    <a:lnTo>
                      <a:pt x="804" y="208"/>
                    </a:lnTo>
                    <a:lnTo>
                      <a:pt x="787" y="192"/>
                    </a:lnTo>
                    <a:lnTo>
                      <a:pt x="771" y="175"/>
                    </a:lnTo>
                    <a:lnTo>
                      <a:pt x="756" y="156"/>
                    </a:lnTo>
                    <a:lnTo>
                      <a:pt x="743" y="135"/>
                    </a:lnTo>
                    <a:lnTo>
                      <a:pt x="733" y="112"/>
                    </a:lnTo>
                    <a:lnTo>
                      <a:pt x="725" y="90"/>
                    </a:lnTo>
                    <a:lnTo>
                      <a:pt x="718" y="67"/>
                    </a:lnTo>
                    <a:lnTo>
                      <a:pt x="714" y="42"/>
                    </a:lnTo>
                    <a:lnTo>
                      <a:pt x="714" y="17"/>
                    </a:lnTo>
                    <a:lnTo>
                      <a:pt x="714" y="1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Freeform 37"/>
              <p:cNvSpPr>
                <a:spLocks noEditPoints="1"/>
              </p:cNvSpPr>
              <p:nvPr/>
            </p:nvSpPr>
            <p:spPr bwMode="auto">
              <a:xfrm>
                <a:off x="4899025" y="4529138"/>
                <a:ext cx="668337" cy="665163"/>
              </a:xfrm>
              <a:custGeom>
                <a:avLst/>
                <a:gdLst>
                  <a:gd name="T0" fmla="*/ 210 w 421"/>
                  <a:gd name="T1" fmla="*/ 0 h 419"/>
                  <a:gd name="T2" fmla="*/ 167 w 421"/>
                  <a:gd name="T3" fmla="*/ 4 h 419"/>
                  <a:gd name="T4" fmla="*/ 129 w 421"/>
                  <a:gd name="T5" fmla="*/ 17 h 419"/>
                  <a:gd name="T6" fmla="*/ 92 w 421"/>
                  <a:gd name="T7" fmla="*/ 36 h 419"/>
                  <a:gd name="T8" fmla="*/ 62 w 421"/>
                  <a:gd name="T9" fmla="*/ 61 h 419"/>
                  <a:gd name="T10" fmla="*/ 35 w 421"/>
                  <a:gd name="T11" fmla="*/ 92 h 419"/>
                  <a:gd name="T12" fmla="*/ 17 w 421"/>
                  <a:gd name="T13" fmla="*/ 127 h 419"/>
                  <a:gd name="T14" fmla="*/ 4 w 421"/>
                  <a:gd name="T15" fmla="*/ 167 h 419"/>
                  <a:gd name="T16" fmla="*/ 0 w 421"/>
                  <a:gd name="T17" fmla="*/ 211 h 419"/>
                  <a:gd name="T18" fmla="*/ 2 w 421"/>
                  <a:gd name="T19" fmla="*/ 231 h 419"/>
                  <a:gd name="T20" fmla="*/ 10 w 421"/>
                  <a:gd name="T21" fmla="*/ 273 h 419"/>
                  <a:gd name="T22" fmla="*/ 25 w 421"/>
                  <a:gd name="T23" fmla="*/ 311 h 419"/>
                  <a:gd name="T24" fmla="*/ 48 w 421"/>
                  <a:gd name="T25" fmla="*/ 344 h 419"/>
                  <a:gd name="T26" fmla="*/ 77 w 421"/>
                  <a:gd name="T27" fmla="*/ 371 h 419"/>
                  <a:gd name="T28" fmla="*/ 110 w 421"/>
                  <a:gd name="T29" fmla="*/ 394 h 419"/>
                  <a:gd name="T30" fmla="*/ 148 w 421"/>
                  <a:gd name="T31" fmla="*/ 411 h 419"/>
                  <a:gd name="T32" fmla="*/ 187 w 421"/>
                  <a:gd name="T33" fmla="*/ 419 h 419"/>
                  <a:gd name="T34" fmla="*/ 210 w 421"/>
                  <a:gd name="T35" fmla="*/ 419 h 419"/>
                  <a:gd name="T36" fmla="*/ 252 w 421"/>
                  <a:gd name="T37" fmla="*/ 415 h 419"/>
                  <a:gd name="T38" fmla="*/ 292 w 421"/>
                  <a:gd name="T39" fmla="*/ 402 h 419"/>
                  <a:gd name="T40" fmla="*/ 327 w 421"/>
                  <a:gd name="T41" fmla="*/ 384 h 419"/>
                  <a:gd name="T42" fmla="*/ 358 w 421"/>
                  <a:gd name="T43" fmla="*/ 359 h 419"/>
                  <a:gd name="T44" fmla="*/ 383 w 421"/>
                  <a:gd name="T45" fmla="*/ 327 h 419"/>
                  <a:gd name="T46" fmla="*/ 404 w 421"/>
                  <a:gd name="T47" fmla="*/ 292 h 419"/>
                  <a:gd name="T48" fmla="*/ 415 w 421"/>
                  <a:gd name="T49" fmla="*/ 252 h 419"/>
                  <a:gd name="T50" fmla="*/ 421 w 421"/>
                  <a:gd name="T51" fmla="*/ 211 h 419"/>
                  <a:gd name="T52" fmla="*/ 419 w 421"/>
                  <a:gd name="T53" fmla="*/ 188 h 419"/>
                  <a:gd name="T54" fmla="*/ 410 w 421"/>
                  <a:gd name="T55" fmla="*/ 148 h 419"/>
                  <a:gd name="T56" fmla="*/ 394 w 421"/>
                  <a:gd name="T57" fmla="*/ 111 h 419"/>
                  <a:gd name="T58" fmla="*/ 371 w 421"/>
                  <a:gd name="T59" fmla="*/ 77 h 419"/>
                  <a:gd name="T60" fmla="*/ 344 w 421"/>
                  <a:gd name="T61" fmla="*/ 48 h 419"/>
                  <a:gd name="T62" fmla="*/ 310 w 421"/>
                  <a:gd name="T63" fmla="*/ 25 h 419"/>
                  <a:gd name="T64" fmla="*/ 273 w 421"/>
                  <a:gd name="T65" fmla="*/ 8 h 419"/>
                  <a:gd name="T66" fmla="*/ 231 w 421"/>
                  <a:gd name="T67" fmla="*/ 0 h 419"/>
                  <a:gd name="T68" fmla="*/ 210 w 421"/>
                  <a:gd name="T69" fmla="*/ 0 h 419"/>
                  <a:gd name="T70" fmla="*/ 240 w 421"/>
                  <a:gd name="T71" fmla="*/ 240 h 419"/>
                  <a:gd name="T72" fmla="*/ 240 w 421"/>
                  <a:gd name="T73" fmla="*/ 315 h 419"/>
                  <a:gd name="T74" fmla="*/ 231 w 421"/>
                  <a:gd name="T75" fmla="*/ 336 h 419"/>
                  <a:gd name="T76" fmla="*/ 210 w 421"/>
                  <a:gd name="T77" fmla="*/ 344 h 419"/>
                  <a:gd name="T78" fmla="*/ 198 w 421"/>
                  <a:gd name="T79" fmla="*/ 342 h 419"/>
                  <a:gd name="T80" fmla="*/ 183 w 421"/>
                  <a:gd name="T81" fmla="*/ 325 h 419"/>
                  <a:gd name="T82" fmla="*/ 181 w 421"/>
                  <a:gd name="T83" fmla="*/ 240 h 419"/>
                  <a:gd name="T84" fmla="*/ 106 w 421"/>
                  <a:gd name="T85" fmla="*/ 240 h 419"/>
                  <a:gd name="T86" fmla="*/ 85 w 421"/>
                  <a:gd name="T87" fmla="*/ 231 h 419"/>
                  <a:gd name="T88" fmla="*/ 75 w 421"/>
                  <a:gd name="T89" fmla="*/ 211 h 419"/>
                  <a:gd name="T90" fmla="*/ 79 w 421"/>
                  <a:gd name="T91" fmla="*/ 198 h 419"/>
                  <a:gd name="T92" fmla="*/ 94 w 421"/>
                  <a:gd name="T93" fmla="*/ 184 h 419"/>
                  <a:gd name="T94" fmla="*/ 181 w 421"/>
                  <a:gd name="T95" fmla="*/ 181 h 419"/>
                  <a:gd name="T96" fmla="*/ 181 w 421"/>
                  <a:gd name="T97" fmla="*/ 104 h 419"/>
                  <a:gd name="T98" fmla="*/ 190 w 421"/>
                  <a:gd name="T99" fmla="*/ 83 h 419"/>
                  <a:gd name="T100" fmla="*/ 210 w 421"/>
                  <a:gd name="T101" fmla="*/ 75 h 419"/>
                  <a:gd name="T102" fmla="*/ 221 w 421"/>
                  <a:gd name="T103" fmla="*/ 77 h 419"/>
                  <a:gd name="T104" fmla="*/ 237 w 421"/>
                  <a:gd name="T105" fmla="*/ 94 h 419"/>
                  <a:gd name="T106" fmla="*/ 240 w 421"/>
                  <a:gd name="T107" fmla="*/ 181 h 419"/>
                  <a:gd name="T108" fmla="*/ 315 w 421"/>
                  <a:gd name="T109" fmla="*/ 181 h 419"/>
                  <a:gd name="T110" fmla="*/ 335 w 421"/>
                  <a:gd name="T111" fmla="*/ 190 h 419"/>
                  <a:gd name="T112" fmla="*/ 344 w 421"/>
                  <a:gd name="T113" fmla="*/ 211 h 419"/>
                  <a:gd name="T114" fmla="*/ 342 w 421"/>
                  <a:gd name="T115" fmla="*/ 221 h 419"/>
                  <a:gd name="T116" fmla="*/ 325 w 421"/>
                  <a:gd name="T117" fmla="*/ 238 h 419"/>
                  <a:gd name="T118" fmla="*/ 315 w 421"/>
                  <a:gd name="T119" fmla="*/ 240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1" h="419">
                    <a:moveTo>
                      <a:pt x="210" y="0"/>
                    </a:moveTo>
                    <a:lnTo>
                      <a:pt x="210" y="0"/>
                    </a:lnTo>
                    <a:lnTo>
                      <a:pt x="187" y="0"/>
                    </a:lnTo>
                    <a:lnTo>
                      <a:pt x="167" y="4"/>
                    </a:lnTo>
                    <a:lnTo>
                      <a:pt x="148" y="8"/>
                    </a:lnTo>
                    <a:lnTo>
                      <a:pt x="129" y="17"/>
                    </a:lnTo>
                    <a:lnTo>
                      <a:pt x="110" y="25"/>
                    </a:lnTo>
                    <a:lnTo>
                      <a:pt x="92" y="36"/>
                    </a:lnTo>
                    <a:lnTo>
                      <a:pt x="77" y="48"/>
                    </a:lnTo>
                    <a:lnTo>
                      <a:pt x="62" y="61"/>
                    </a:lnTo>
                    <a:lnTo>
                      <a:pt x="48" y="77"/>
                    </a:lnTo>
                    <a:lnTo>
                      <a:pt x="35" y="92"/>
                    </a:lnTo>
                    <a:lnTo>
                      <a:pt x="25" y="111"/>
                    </a:lnTo>
                    <a:lnTo>
                      <a:pt x="17" y="127"/>
                    </a:lnTo>
                    <a:lnTo>
                      <a:pt x="10" y="148"/>
                    </a:lnTo>
                    <a:lnTo>
                      <a:pt x="4" y="167"/>
                    </a:lnTo>
                    <a:lnTo>
                      <a:pt x="2" y="188"/>
                    </a:lnTo>
                    <a:lnTo>
                      <a:pt x="0" y="211"/>
                    </a:lnTo>
                    <a:lnTo>
                      <a:pt x="0" y="211"/>
                    </a:lnTo>
                    <a:lnTo>
                      <a:pt x="2" y="231"/>
                    </a:lnTo>
                    <a:lnTo>
                      <a:pt x="4" y="252"/>
                    </a:lnTo>
                    <a:lnTo>
                      <a:pt x="10" y="273"/>
                    </a:lnTo>
                    <a:lnTo>
                      <a:pt x="17" y="292"/>
                    </a:lnTo>
                    <a:lnTo>
                      <a:pt x="25" y="311"/>
                    </a:lnTo>
                    <a:lnTo>
                      <a:pt x="35" y="327"/>
                    </a:lnTo>
                    <a:lnTo>
                      <a:pt x="48" y="344"/>
                    </a:lnTo>
                    <a:lnTo>
                      <a:pt x="62" y="359"/>
                    </a:lnTo>
                    <a:lnTo>
                      <a:pt x="77" y="371"/>
                    </a:lnTo>
                    <a:lnTo>
                      <a:pt x="92" y="384"/>
                    </a:lnTo>
                    <a:lnTo>
                      <a:pt x="110" y="394"/>
                    </a:lnTo>
                    <a:lnTo>
                      <a:pt x="129" y="402"/>
                    </a:lnTo>
                    <a:lnTo>
                      <a:pt x="148" y="411"/>
                    </a:lnTo>
                    <a:lnTo>
                      <a:pt x="167" y="415"/>
                    </a:lnTo>
                    <a:lnTo>
                      <a:pt x="187" y="419"/>
                    </a:lnTo>
                    <a:lnTo>
                      <a:pt x="210" y="419"/>
                    </a:lnTo>
                    <a:lnTo>
                      <a:pt x="210" y="419"/>
                    </a:lnTo>
                    <a:lnTo>
                      <a:pt x="231" y="419"/>
                    </a:lnTo>
                    <a:lnTo>
                      <a:pt x="252" y="415"/>
                    </a:lnTo>
                    <a:lnTo>
                      <a:pt x="273" y="411"/>
                    </a:lnTo>
                    <a:lnTo>
                      <a:pt x="292" y="402"/>
                    </a:lnTo>
                    <a:lnTo>
                      <a:pt x="310" y="394"/>
                    </a:lnTo>
                    <a:lnTo>
                      <a:pt x="327" y="384"/>
                    </a:lnTo>
                    <a:lnTo>
                      <a:pt x="344" y="371"/>
                    </a:lnTo>
                    <a:lnTo>
                      <a:pt x="358" y="359"/>
                    </a:lnTo>
                    <a:lnTo>
                      <a:pt x="371" y="344"/>
                    </a:lnTo>
                    <a:lnTo>
                      <a:pt x="383" y="327"/>
                    </a:lnTo>
                    <a:lnTo>
                      <a:pt x="394" y="311"/>
                    </a:lnTo>
                    <a:lnTo>
                      <a:pt x="404" y="292"/>
                    </a:lnTo>
                    <a:lnTo>
                      <a:pt x="410" y="273"/>
                    </a:lnTo>
                    <a:lnTo>
                      <a:pt x="415" y="252"/>
                    </a:lnTo>
                    <a:lnTo>
                      <a:pt x="419" y="231"/>
                    </a:lnTo>
                    <a:lnTo>
                      <a:pt x="421" y="211"/>
                    </a:lnTo>
                    <a:lnTo>
                      <a:pt x="421" y="211"/>
                    </a:lnTo>
                    <a:lnTo>
                      <a:pt x="419" y="188"/>
                    </a:lnTo>
                    <a:lnTo>
                      <a:pt x="415" y="167"/>
                    </a:lnTo>
                    <a:lnTo>
                      <a:pt x="410" y="148"/>
                    </a:lnTo>
                    <a:lnTo>
                      <a:pt x="404" y="127"/>
                    </a:lnTo>
                    <a:lnTo>
                      <a:pt x="394" y="111"/>
                    </a:lnTo>
                    <a:lnTo>
                      <a:pt x="383" y="92"/>
                    </a:lnTo>
                    <a:lnTo>
                      <a:pt x="371" y="77"/>
                    </a:lnTo>
                    <a:lnTo>
                      <a:pt x="358" y="61"/>
                    </a:lnTo>
                    <a:lnTo>
                      <a:pt x="344" y="48"/>
                    </a:lnTo>
                    <a:lnTo>
                      <a:pt x="327" y="36"/>
                    </a:lnTo>
                    <a:lnTo>
                      <a:pt x="310" y="25"/>
                    </a:lnTo>
                    <a:lnTo>
                      <a:pt x="292" y="17"/>
                    </a:lnTo>
                    <a:lnTo>
                      <a:pt x="273" y="8"/>
                    </a:lnTo>
                    <a:lnTo>
                      <a:pt x="252" y="4"/>
                    </a:lnTo>
                    <a:lnTo>
                      <a:pt x="231" y="0"/>
                    </a:lnTo>
                    <a:lnTo>
                      <a:pt x="210" y="0"/>
                    </a:lnTo>
                    <a:lnTo>
                      <a:pt x="210" y="0"/>
                    </a:lnTo>
                    <a:close/>
                    <a:moveTo>
                      <a:pt x="315" y="240"/>
                    </a:moveTo>
                    <a:lnTo>
                      <a:pt x="240" y="240"/>
                    </a:lnTo>
                    <a:lnTo>
                      <a:pt x="240" y="315"/>
                    </a:lnTo>
                    <a:lnTo>
                      <a:pt x="240" y="315"/>
                    </a:lnTo>
                    <a:lnTo>
                      <a:pt x="237" y="325"/>
                    </a:lnTo>
                    <a:lnTo>
                      <a:pt x="231" y="336"/>
                    </a:lnTo>
                    <a:lnTo>
                      <a:pt x="221" y="342"/>
                    </a:lnTo>
                    <a:lnTo>
                      <a:pt x="210" y="344"/>
                    </a:lnTo>
                    <a:lnTo>
                      <a:pt x="210" y="344"/>
                    </a:lnTo>
                    <a:lnTo>
                      <a:pt x="198" y="342"/>
                    </a:lnTo>
                    <a:lnTo>
                      <a:pt x="190" y="336"/>
                    </a:lnTo>
                    <a:lnTo>
                      <a:pt x="183" y="325"/>
                    </a:lnTo>
                    <a:lnTo>
                      <a:pt x="181" y="315"/>
                    </a:lnTo>
                    <a:lnTo>
                      <a:pt x="181" y="240"/>
                    </a:lnTo>
                    <a:lnTo>
                      <a:pt x="106" y="240"/>
                    </a:lnTo>
                    <a:lnTo>
                      <a:pt x="106" y="240"/>
                    </a:lnTo>
                    <a:lnTo>
                      <a:pt x="94" y="238"/>
                    </a:lnTo>
                    <a:lnTo>
                      <a:pt x="85" y="231"/>
                    </a:lnTo>
                    <a:lnTo>
                      <a:pt x="79" y="221"/>
                    </a:lnTo>
                    <a:lnTo>
                      <a:pt x="75" y="211"/>
                    </a:lnTo>
                    <a:lnTo>
                      <a:pt x="75" y="211"/>
                    </a:lnTo>
                    <a:lnTo>
                      <a:pt x="79" y="198"/>
                    </a:lnTo>
                    <a:lnTo>
                      <a:pt x="85" y="190"/>
                    </a:lnTo>
                    <a:lnTo>
                      <a:pt x="94" y="184"/>
                    </a:lnTo>
                    <a:lnTo>
                      <a:pt x="106" y="181"/>
                    </a:lnTo>
                    <a:lnTo>
                      <a:pt x="181" y="181"/>
                    </a:lnTo>
                    <a:lnTo>
                      <a:pt x="181" y="104"/>
                    </a:lnTo>
                    <a:lnTo>
                      <a:pt x="181" y="104"/>
                    </a:lnTo>
                    <a:lnTo>
                      <a:pt x="183" y="94"/>
                    </a:lnTo>
                    <a:lnTo>
                      <a:pt x="190" y="83"/>
                    </a:lnTo>
                    <a:lnTo>
                      <a:pt x="198" y="77"/>
                    </a:lnTo>
                    <a:lnTo>
                      <a:pt x="210" y="75"/>
                    </a:lnTo>
                    <a:lnTo>
                      <a:pt x="210" y="75"/>
                    </a:lnTo>
                    <a:lnTo>
                      <a:pt x="221" y="77"/>
                    </a:lnTo>
                    <a:lnTo>
                      <a:pt x="231" y="83"/>
                    </a:lnTo>
                    <a:lnTo>
                      <a:pt x="237" y="94"/>
                    </a:lnTo>
                    <a:lnTo>
                      <a:pt x="240" y="104"/>
                    </a:lnTo>
                    <a:lnTo>
                      <a:pt x="240" y="181"/>
                    </a:lnTo>
                    <a:lnTo>
                      <a:pt x="315" y="181"/>
                    </a:lnTo>
                    <a:lnTo>
                      <a:pt x="315" y="181"/>
                    </a:lnTo>
                    <a:lnTo>
                      <a:pt x="325" y="184"/>
                    </a:lnTo>
                    <a:lnTo>
                      <a:pt x="335" y="190"/>
                    </a:lnTo>
                    <a:lnTo>
                      <a:pt x="342" y="198"/>
                    </a:lnTo>
                    <a:lnTo>
                      <a:pt x="344" y="211"/>
                    </a:lnTo>
                    <a:lnTo>
                      <a:pt x="344" y="211"/>
                    </a:lnTo>
                    <a:lnTo>
                      <a:pt x="342" y="221"/>
                    </a:lnTo>
                    <a:lnTo>
                      <a:pt x="335" y="231"/>
                    </a:lnTo>
                    <a:lnTo>
                      <a:pt x="325" y="238"/>
                    </a:lnTo>
                    <a:lnTo>
                      <a:pt x="315" y="240"/>
                    </a:lnTo>
                    <a:lnTo>
                      <a:pt x="315" y="24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18" name="Group 17"/>
          <p:cNvGrpSpPr/>
          <p:nvPr/>
        </p:nvGrpSpPr>
        <p:grpSpPr>
          <a:xfrm>
            <a:off x="6774287" y="3395192"/>
            <a:ext cx="1622739" cy="1622739"/>
            <a:chOff x="6774287" y="3395192"/>
            <a:chExt cx="1622739" cy="1622739"/>
          </a:xfrm>
        </p:grpSpPr>
        <p:sp>
          <p:nvSpPr>
            <p:cNvPr id="7" name="Oval 6"/>
            <p:cNvSpPr/>
            <p:nvPr/>
          </p:nvSpPr>
          <p:spPr>
            <a:xfrm>
              <a:off x="6774287" y="3395192"/>
              <a:ext cx="1622739" cy="1622739"/>
            </a:xfrm>
            <a:prstGeom prst="ellipse">
              <a:avLst/>
            </a:prstGeom>
            <a:solidFill>
              <a:schemeClr val="accent3"/>
            </a:solidFill>
            <a:ln w="57150">
              <a:solidFill>
                <a:schemeClr val="bg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39" name="组合 31"/>
            <p:cNvGrpSpPr/>
            <p:nvPr/>
          </p:nvGrpSpPr>
          <p:grpSpPr>
            <a:xfrm>
              <a:off x="7107897" y="3867012"/>
              <a:ext cx="955519" cy="679099"/>
              <a:chOff x="9936163" y="1336675"/>
              <a:chExt cx="2030412" cy="1443038"/>
            </a:xfrm>
            <a:solidFill>
              <a:schemeClr val="tx1"/>
            </a:solidFill>
          </p:grpSpPr>
          <p:sp>
            <p:nvSpPr>
              <p:cNvPr id="40" name="Freeform 39"/>
              <p:cNvSpPr/>
              <p:nvPr/>
            </p:nvSpPr>
            <p:spPr bwMode="auto">
              <a:xfrm>
                <a:off x="10944225" y="1336675"/>
                <a:ext cx="1022350" cy="1300163"/>
              </a:xfrm>
              <a:custGeom>
                <a:avLst/>
                <a:gdLst>
                  <a:gd name="T0" fmla="*/ 644 w 644"/>
                  <a:gd name="T1" fmla="*/ 321 h 819"/>
                  <a:gd name="T2" fmla="*/ 635 w 644"/>
                  <a:gd name="T3" fmla="*/ 257 h 819"/>
                  <a:gd name="T4" fmla="*/ 613 w 644"/>
                  <a:gd name="T5" fmla="*/ 196 h 819"/>
                  <a:gd name="T6" fmla="*/ 573 w 644"/>
                  <a:gd name="T7" fmla="*/ 142 h 819"/>
                  <a:gd name="T8" fmla="*/ 523 w 644"/>
                  <a:gd name="T9" fmla="*/ 94 h 819"/>
                  <a:gd name="T10" fmla="*/ 463 w 644"/>
                  <a:gd name="T11" fmla="*/ 57 h 819"/>
                  <a:gd name="T12" fmla="*/ 392 w 644"/>
                  <a:gd name="T13" fmla="*/ 25 h 819"/>
                  <a:gd name="T14" fmla="*/ 315 w 644"/>
                  <a:gd name="T15" fmla="*/ 9 h 819"/>
                  <a:gd name="T16" fmla="*/ 231 w 644"/>
                  <a:gd name="T17" fmla="*/ 0 h 819"/>
                  <a:gd name="T18" fmla="*/ 198 w 644"/>
                  <a:gd name="T19" fmla="*/ 3 h 819"/>
                  <a:gd name="T20" fmla="*/ 138 w 644"/>
                  <a:gd name="T21" fmla="*/ 9 h 819"/>
                  <a:gd name="T22" fmla="*/ 79 w 644"/>
                  <a:gd name="T23" fmla="*/ 23 h 819"/>
                  <a:gd name="T24" fmla="*/ 25 w 644"/>
                  <a:gd name="T25" fmla="*/ 44 h 819"/>
                  <a:gd name="T26" fmla="*/ 0 w 644"/>
                  <a:gd name="T27" fmla="*/ 57 h 819"/>
                  <a:gd name="T28" fmla="*/ 56 w 644"/>
                  <a:gd name="T29" fmla="*/ 84 h 819"/>
                  <a:gd name="T30" fmla="*/ 106 w 644"/>
                  <a:gd name="T31" fmla="*/ 115 h 819"/>
                  <a:gd name="T32" fmla="*/ 152 w 644"/>
                  <a:gd name="T33" fmla="*/ 150 h 819"/>
                  <a:gd name="T34" fmla="*/ 190 w 644"/>
                  <a:gd name="T35" fmla="*/ 192 h 819"/>
                  <a:gd name="T36" fmla="*/ 221 w 644"/>
                  <a:gd name="T37" fmla="*/ 238 h 819"/>
                  <a:gd name="T38" fmla="*/ 244 w 644"/>
                  <a:gd name="T39" fmla="*/ 286 h 819"/>
                  <a:gd name="T40" fmla="*/ 258 w 644"/>
                  <a:gd name="T41" fmla="*/ 338 h 819"/>
                  <a:gd name="T42" fmla="*/ 263 w 644"/>
                  <a:gd name="T43" fmla="*/ 392 h 819"/>
                  <a:gd name="T44" fmla="*/ 263 w 644"/>
                  <a:gd name="T45" fmla="*/ 413 h 819"/>
                  <a:gd name="T46" fmla="*/ 256 w 644"/>
                  <a:gd name="T47" fmla="*/ 455 h 819"/>
                  <a:gd name="T48" fmla="*/ 244 w 644"/>
                  <a:gd name="T49" fmla="*/ 496 h 819"/>
                  <a:gd name="T50" fmla="*/ 227 w 644"/>
                  <a:gd name="T51" fmla="*/ 536 h 819"/>
                  <a:gd name="T52" fmla="*/ 204 w 644"/>
                  <a:gd name="T53" fmla="*/ 571 h 819"/>
                  <a:gd name="T54" fmla="*/ 177 w 644"/>
                  <a:gd name="T55" fmla="*/ 607 h 819"/>
                  <a:gd name="T56" fmla="*/ 146 w 644"/>
                  <a:gd name="T57" fmla="*/ 640 h 819"/>
                  <a:gd name="T58" fmla="*/ 108 w 644"/>
                  <a:gd name="T59" fmla="*/ 669 h 819"/>
                  <a:gd name="T60" fmla="*/ 90 w 644"/>
                  <a:gd name="T61" fmla="*/ 684 h 819"/>
                  <a:gd name="T62" fmla="*/ 113 w 644"/>
                  <a:gd name="T63" fmla="*/ 715 h 819"/>
                  <a:gd name="T64" fmla="*/ 140 w 644"/>
                  <a:gd name="T65" fmla="*/ 744 h 819"/>
                  <a:gd name="T66" fmla="*/ 173 w 644"/>
                  <a:gd name="T67" fmla="*/ 769 h 819"/>
                  <a:gd name="T68" fmla="*/ 208 w 644"/>
                  <a:gd name="T69" fmla="*/ 788 h 819"/>
                  <a:gd name="T70" fmla="*/ 246 w 644"/>
                  <a:gd name="T71" fmla="*/ 805 h 819"/>
                  <a:gd name="T72" fmla="*/ 285 w 644"/>
                  <a:gd name="T73" fmla="*/ 815 h 819"/>
                  <a:gd name="T74" fmla="*/ 329 w 644"/>
                  <a:gd name="T75" fmla="*/ 819 h 819"/>
                  <a:gd name="T76" fmla="*/ 373 w 644"/>
                  <a:gd name="T77" fmla="*/ 817 h 819"/>
                  <a:gd name="T78" fmla="*/ 354 w 644"/>
                  <a:gd name="T79" fmla="*/ 809 h 819"/>
                  <a:gd name="T80" fmla="*/ 310 w 644"/>
                  <a:gd name="T81" fmla="*/ 784 h 819"/>
                  <a:gd name="T82" fmla="*/ 281 w 644"/>
                  <a:gd name="T83" fmla="*/ 757 h 819"/>
                  <a:gd name="T84" fmla="*/ 263 w 644"/>
                  <a:gd name="T85" fmla="*/ 732 h 819"/>
                  <a:gd name="T86" fmla="*/ 250 w 644"/>
                  <a:gd name="T87" fmla="*/ 701 h 819"/>
                  <a:gd name="T88" fmla="*/ 244 w 644"/>
                  <a:gd name="T89" fmla="*/ 663 h 819"/>
                  <a:gd name="T90" fmla="*/ 244 w 644"/>
                  <a:gd name="T91" fmla="*/ 642 h 819"/>
                  <a:gd name="T92" fmla="*/ 252 w 644"/>
                  <a:gd name="T93" fmla="*/ 640 h 819"/>
                  <a:gd name="T94" fmla="*/ 331 w 644"/>
                  <a:gd name="T95" fmla="*/ 632 h 819"/>
                  <a:gd name="T96" fmla="*/ 404 w 644"/>
                  <a:gd name="T97" fmla="*/ 611 h 819"/>
                  <a:gd name="T98" fmla="*/ 473 w 644"/>
                  <a:gd name="T99" fmla="*/ 580 h 819"/>
                  <a:gd name="T100" fmla="*/ 529 w 644"/>
                  <a:gd name="T101" fmla="*/ 542 h 819"/>
                  <a:gd name="T102" fmla="*/ 577 w 644"/>
                  <a:gd name="T103" fmla="*/ 494 h 819"/>
                  <a:gd name="T104" fmla="*/ 615 w 644"/>
                  <a:gd name="T105" fmla="*/ 442 h 819"/>
                  <a:gd name="T106" fmla="*/ 638 w 644"/>
                  <a:gd name="T107" fmla="*/ 384 h 819"/>
                  <a:gd name="T108" fmla="*/ 644 w 644"/>
                  <a:gd name="T109" fmla="*/ 321 h 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44" h="819">
                    <a:moveTo>
                      <a:pt x="644" y="321"/>
                    </a:moveTo>
                    <a:lnTo>
                      <a:pt x="644" y="321"/>
                    </a:lnTo>
                    <a:lnTo>
                      <a:pt x="642" y="288"/>
                    </a:lnTo>
                    <a:lnTo>
                      <a:pt x="635" y="257"/>
                    </a:lnTo>
                    <a:lnTo>
                      <a:pt x="625" y="225"/>
                    </a:lnTo>
                    <a:lnTo>
                      <a:pt x="613" y="196"/>
                    </a:lnTo>
                    <a:lnTo>
                      <a:pt x="594" y="169"/>
                    </a:lnTo>
                    <a:lnTo>
                      <a:pt x="573" y="142"/>
                    </a:lnTo>
                    <a:lnTo>
                      <a:pt x="550" y="117"/>
                    </a:lnTo>
                    <a:lnTo>
                      <a:pt x="523" y="94"/>
                    </a:lnTo>
                    <a:lnTo>
                      <a:pt x="494" y="73"/>
                    </a:lnTo>
                    <a:lnTo>
                      <a:pt x="463" y="57"/>
                    </a:lnTo>
                    <a:lnTo>
                      <a:pt x="427" y="40"/>
                    </a:lnTo>
                    <a:lnTo>
                      <a:pt x="392" y="25"/>
                    </a:lnTo>
                    <a:lnTo>
                      <a:pt x="354" y="15"/>
                    </a:lnTo>
                    <a:lnTo>
                      <a:pt x="315" y="9"/>
                    </a:lnTo>
                    <a:lnTo>
                      <a:pt x="273" y="3"/>
                    </a:lnTo>
                    <a:lnTo>
                      <a:pt x="231" y="0"/>
                    </a:lnTo>
                    <a:lnTo>
                      <a:pt x="231" y="0"/>
                    </a:lnTo>
                    <a:lnTo>
                      <a:pt x="198" y="3"/>
                    </a:lnTo>
                    <a:lnTo>
                      <a:pt x="167" y="5"/>
                    </a:lnTo>
                    <a:lnTo>
                      <a:pt x="138" y="9"/>
                    </a:lnTo>
                    <a:lnTo>
                      <a:pt x="108" y="17"/>
                    </a:lnTo>
                    <a:lnTo>
                      <a:pt x="79" y="23"/>
                    </a:lnTo>
                    <a:lnTo>
                      <a:pt x="52" y="34"/>
                    </a:lnTo>
                    <a:lnTo>
                      <a:pt x="25" y="44"/>
                    </a:lnTo>
                    <a:lnTo>
                      <a:pt x="0" y="57"/>
                    </a:lnTo>
                    <a:lnTo>
                      <a:pt x="0" y="57"/>
                    </a:lnTo>
                    <a:lnTo>
                      <a:pt x="27" y="69"/>
                    </a:lnTo>
                    <a:lnTo>
                      <a:pt x="56" y="84"/>
                    </a:lnTo>
                    <a:lnTo>
                      <a:pt x="81" y="98"/>
                    </a:lnTo>
                    <a:lnTo>
                      <a:pt x="106" y="115"/>
                    </a:lnTo>
                    <a:lnTo>
                      <a:pt x="129" y="132"/>
                    </a:lnTo>
                    <a:lnTo>
                      <a:pt x="152" y="150"/>
                    </a:lnTo>
                    <a:lnTo>
                      <a:pt x="171" y="171"/>
                    </a:lnTo>
                    <a:lnTo>
                      <a:pt x="190" y="192"/>
                    </a:lnTo>
                    <a:lnTo>
                      <a:pt x="206" y="215"/>
                    </a:lnTo>
                    <a:lnTo>
                      <a:pt x="221" y="238"/>
                    </a:lnTo>
                    <a:lnTo>
                      <a:pt x="233" y="261"/>
                    </a:lnTo>
                    <a:lnTo>
                      <a:pt x="244" y="286"/>
                    </a:lnTo>
                    <a:lnTo>
                      <a:pt x="252" y="313"/>
                    </a:lnTo>
                    <a:lnTo>
                      <a:pt x="258" y="338"/>
                    </a:lnTo>
                    <a:lnTo>
                      <a:pt x="263" y="365"/>
                    </a:lnTo>
                    <a:lnTo>
                      <a:pt x="263" y="392"/>
                    </a:lnTo>
                    <a:lnTo>
                      <a:pt x="263" y="392"/>
                    </a:lnTo>
                    <a:lnTo>
                      <a:pt x="263" y="413"/>
                    </a:lnTo>
                    <a:lnTo>
                      <a:pt x="260" y="434"/>
                    </a:lnTo>
                    <a:lnTo>
                      <a:pt x="256" y="455"/>
                    </a:lnTo>
                    <a:lnTo>
                      <a:pt x="252" y="475"/>
                    </a:lnTo>
                    <a:lnTo>
                      <a:pt x="244" y="496"/>
                    </a:lnTo>
                    <a:lnTo>
                      <a:pt x="238" y="515"/>
                    </a:lnTo>
                    <a:lnTo>
                      <a:pt x="227" y="536"/>
                    </a:lnTo>
                    <a:lnTo>
                      <a:pt x="217" y="555"/>
                    </a:lnTo>
                    <a:lnTo>
                      <a:pt x="204" y="571"/>
                    </a:lnTo>
                    <a:lnTo>
                      <a:pt x="192" y="590"/>
                    </a:lnTo>
                    <a:lnTo>
                      <a:pt x="177" y="607"/>
                    </a:lnTo>
                    <a:lnTo>
                      <a:pt x="163" y="623"/>
                    </a:lnTo>
                    <a:lnTo>
                      <a:pt x="146" y="640"/>
                    </a:lnTo>
                    <a:lnTo>
                      <a:pt x="127" y="655"/>
                    </a:lnTo>
                    <a:lnTo>
                      <a:pt x="108" y="669"/>
                    </a:lnTo>
                    <a:lnTo>
                      <a:pt x="90" y="684"/>
                    </a:lnTo>
                    <a:lnTo>
                      <a:pt x="90" y="684"/>
                    </a:lnTo>
                    <a:lnTo>
                      <a:pt x="100" y="698"/>
                    </a:lnTo>
                    <a:lnTo>
                      <a:pt x="113" y="715"/>
                    </a:lnTo>
                    <a:lnTo>
                      <a:pt x="125" y="730"/>
                    </a:lnTo>
                    <a:lnTo>
                      <a:pt x="140" y="744"/>
                    </a:lnTo>
                    <a:lnTo>
                      <a:pt x="156" y="757"/>
                    </a:lnTo>
                    <a:lnTo>
                      <a:pt x="173" y="769"/>
                    </a:lnTo>
                    <a:lnTo>
                      <a:pt x="190" y="780"/>
                    </a:lnTo>
                    <a:lnTo>
                      <a:pt x="208" y="788"/>
                    </a:lnTo>
                    <a:lnTo>
                      <a:pt x="227" y="798"/>
                    </a:lnTo>
                    <a:lnTo>
                      <a:pt x="246" y="805"/>
                    </a:lnTo>
                    <a:lnTo>
                      <a:pt x="267" y="811"/>
                    </a:lnTo>
                    <a:lnTo>
                      <a:pt x="285" y="815"/>
                    </a:lnTo>
                    <a:lnTo>
                      <a:pt x="308" y="817"/>
                    </a:lnTo>
                    <a:lnTo>
                      <a:pt x="329" y="819"/>
                    </a:lnTo>
                    <a:lnTo>
                      <a:pt x="350" y="819"/>
                    </a:lnTo>
                    <a:lnTo>
                      <a:pt x="373" y="817"/>
                    </a:lnTo>
                    <a:lnTo>
                      <a:pt x="373" y="817"/>
                    </a:lnTo>
                    <a:lnTo>
                      <a:pt x="354" y="809"/>
                    </a:lnTo>
                    <a:lnTo>
                      <a:pt x="333" y="798"/>
                    </a:lnTo>
                    <a:lnTo>
                      <a:pt x="310" y="784"/>
                    </a:lnTo>
                    <a:lnTo>
                      <a:pt x="290" y="767"/>
                    </a:lnTo>
                    <a:lnTo>
                      <a:pt x="281" y="757"/>
                    </a:lnTo>
                    <a:lnTo>
                      <a:pt x="271" y="744"/>
                    </a:lnTo>
                    <a:lnTo>
                      <a:pt x="263" y="732"/>
                    </a:lnTo>
                    <a:lnTo>
                      <a:pt x="256" y="717"/>
                    </a:lnTo>
                    <a:lnTo>
                      <a:pt x="250" y="701"/>
                    </a:lnTo>
                    <a:lnTo>
                      <a:pt x="246" y="682"/>
                    </a:lnTo>
                    <a:lnTo>
                      <a:pt x="244" y="663"/>
                    </a:lnTo>
                    <a:lnTo>
                      <a:pt x="244" y="642"/>
                    </a:lnTo>
                    <a:lnTo>
                      <a:pt x="244" y="642"/>
                    </a:lnTo>
                    <a:lnTo>
                      <a:pt x="252" y="640"/>
                    </a:lnTo>
                    <a:lnTo>
                      <a:pt x="252" y="640"/>
                    </a:lnTo>
                    <a:lnTo>
                      <a:pt x="292" y="636"/>
                    </a:lnTo>
                    <a:lnTo>
                      <a:pt x="331" y="632"/>
                    </a:lnTo>
                    <a:lnTo>
                      <a:pt x="369" y="621"/>
                    </a:lnTo>
                    <a:lnTo>
                      <a:pt x="404" y="611"/>
                    </a:lnTo>
                    <a:lnTo>
                      <a:pt x="440" y="596"/>
                    </a:lnTo>
                    <a:lnTo>
                      <a:pt x="473" y="580"/>
                    </a:lnTo>
                    <a:lnTo>
                      <a:pt x="502" y="563"/>
                    </a:lnTo>
                    <a:lnTo>
                      <a:pt x="529" y="542"/>
                    </a:lnTo>
                    <a:lnTo>
                      <a:pt x="556" y="519"/>
                    </a:lnTo>
                    <a:lnTo>
                      <a:pt x="577" y="494"/>
                    </a:lnTo>
                    <a:lnTo>
                      <a:pt x="598" y="469"/>
                    </a:lnTo>
                    <a:lnTo>
                      <a:pt x="615" y="442"/>
                    </a:lnTo>
                    <a:lnTo>
                      <a:pt x="627" y="413"/>
                    </a:lnTo>
                    <a:lnTo>
                      <a:pt x="638" y="384"/>
                    </a:lnTo>
                    <a:lnTo>
                      <a:pt x="642" y="353"/>
                    </a:lnTo>
                    <a:lnTo>
                      <a:pt x="644" y="321"/>
                    </a:lnTo>
                    <a:lnTo>
                      <a:pt x="644" y="32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 name="Freeform 40"/>
              <p:cNvSpPr>
                <a:spLocks noEditPoints="1"/>
              </p:cNvSpPr>
              <p:nvPr/>
            </p:nvSpPr>
            <p:spPr bwMode="auto">
              <a:xfrm>
                <a:off x="9936163" y="1436688"/>
                <a:ext cx="1355725" cy="1343025"/>
              </a:xfrm>
              <a:custGeom>
                <a:avLst/>
                <a:gdLst>
                  <a:gd name="T0" fmla="*/ 852 w 854"/>
                  <a:gd name="T1" fmla="*/ 296 h 846"/>
                  <a:gd name="T2" fmla="*/ 820 w 854"/>
                  <a:gd name="T3" fmla="*/ 202 h 846"/>
                  <a:gd name="T4" fmla="*/ 758 w 854"/>
                  <a:gd name="T5" fmla="*/ 119 h 846"/>
                  <a:gd name="T6" fmla="*/ 666 w 854"/>
                  <a:gd name="T7" fmla="*/ 56 h 846"/>
                  <a:gd name="T8" fmla="*/ 554 w 854"/>
                  <a:gd name="T9" fmla="*/ 15 h 846"/>
                  <a:gd name="T10" fmla="*/ 427 w 854"/>
                  <a:gd name="T11" fmla="*/ 0 h 846"/>
                  <a:gd name="T12" fmla="*/ 341 w 854"/>
                  <a:gd name="T13" fmla="*/ 6 h 846"/>
                  <a:gd name="T14" fmla="*/ 225 w 854"/>
                  <a:gd name="T15" fmla="*/ 40 h 846"/>
                  <a:gd name="T16" fmla="*/ 125 w 854"/>
                  <a:gd name="T17" fmla="*/ 96 h 846"/>
                  <a:gd name="T18" fmla="*/ 52 w 854"/>
                  <a:gd name="T19" fmla="*/ 173 h 846"/>
                  <a:gd name="T20" fmla="*/ 8 w 854"/>
                  <a:gd name="T21" fmla="*/ 262 h 846"/>
                  <a:gd name="T22" fmla="*/ 0 w 854"/>
                  <a:gd name="T23" fmla="*/ 329 h 846"/>
                  <a:gd name="T24" fmla="*/ 18 w 854"/>
                  <a:gd name="T25" fmla="*/ 425 h 846"/>
                  <a:gd name="T26" fmla="*/ 68 w 854"/>
                  <a:gd name="T27" fmla="*/ 508 h 846"/>
                  <a:gd name="T28" fmla="*/ 148 w 854"/>
                  <a:gd name="T29" fmla="*/ 579 h 846"/>
                  <a:gd name="T30" fmla="*/ 248 w 854"/>
                  <a:gd name="T31" fmla="*/ 629 h 846"/>
                  <a:gd name="T32" fmla="*/ 364 w 854"/>
                  <a:gd name="T33" fmla="*/ 656 h 846"/>
                  <a:gd name="T34" fmla="*/ 414 w 854"/>
                  <a:gd name="T35" fmla="*/ 660 h 846"/>
                  <a:gd name="T36" fmla="*/ 410 w 854"/>
                  <a:gd name="T37" fmla="*/ 702 h 846"/>
                  <a:gd name="T38" fmla="*/ 393 w 854"/>
                  <a:gd name="T39" fmla="*/ 754 h 846"/>
                  <a:gd name="T40" fmla="*/ 366 w 854"/>
                  <a:gd name="T41" fmla="*/ 790 h 846"/>
                  <a:gd name="T42" fmla="*/ 300 w 854"/>
                  <a:gd name="T43" fmla="*/ 835 h 846"/>
                  <a:gd name="T44" fmla="*/ 310 w 854"/>
                  <a:gd name="T45" fmla="*/ 846 h 846"/>
                  <a:gd name="T46" fmla="*/ 391 w 854"/>
                  <a:gd name="T47" fmla="*/ 835 h 846"/>
                  <a:gd name="T48" fmla="*/ 466 w 854"/>
                  <a:gd name="T49" fmla="*/ 806 h 846"/>
                  <a:gd name="T50" fmla="*/ 529 w 854"/>
                  <a:gd name="T51" fmla="*/ 758 h 846"/>
                  <a:gd name="T52" fmla="*/ 577 w 854"/>
                  <a:gd name="T53" fmla="*/ 698 h 846"/>
                  <a:gd name="T54" fmla="*/ 606 w 854"/>
                  <a:gd name="T55" fmla="*/ 629 h 846"/>
                  <a:gd name="T56" fmla="*/ 633 w 854"/>
                  <a:gd name="T57" fmla="*/ 619 h 846"/>
                  <a:gd name="T58" fmla="*/ 706 w 854"/>
                  <a:gd name="T59" fmla="*/ 579 h 846"/>
                  <a:gd name="T60" fmla="*/ 768 w 854"/>
                  <a:gd name="T61" fmla="*/ 529 h 846"/>
                  <a:gd name="T62" fmla="*/ 814 w 854"/>
                  <a:gd name="T63" fmla="*/ 469 h 846"/>
                  <a:gd name="T64" fmla="*/ 843 w 854"/>
                  <a:gd name="T65" fmla="*/ 402 h 846"/>
                  <a:gd name="T66" fmla="*/ 854 w 854"/>
                  <a:gd name="T67" fmla="*/ 329 h 846"/>
                  <a:gd name="T68" fmla="*/ 427 w 854"/>
                  <a:gd name="T69" fmla="*/ 150 h 846"/>
                  <a:gd name="T70" fmla="*/ 462 w 854"/>
                  <a:gd name="T71" fmla="*/ 158 h 846"/>
                  <a:gd name="T72" fmla="*/ 479 w 854"/>
                  <a:gd name="T73" fmla="*/ 183 h 846"/>
                  <a:gd name="T74" fmla="*/ 481 w 854"/>
                  <a:gd name="T75" fmla="*/ 206 h 846"/>
                  <a:gd name="T76" fmla="*/ 468 w 854"/>
                  <a:gd name="T77" fmla="*/ 315 h 846"/>
                  <a:gd name="T78" fmla="*/ 456 w 854"/>
                  <a:gd name="T79" fmla="*/ 371 h 846"/>
                  <a:gd name="T80" fmla="*/ 427 w 854"/>
                  <a:gd name="T81" fmla="*/ 385 h 846"/>
                  <a:gd name="T82" fmla="*/ 406 w 854"/>
                  <a:gd name="T83" fmla="*/ 379 h 846"/>
                  <a:gd name="T84" fmla="*/ 395 w 854"/>
                  <a:gd name="T85" fmla="*/ 360 h 846"/>
                  <a:gd name="T86" fmla="*/ 375 w 854"/>
                  <a:gd name="T87" fmla="*/ 237 h 846"/>
                  <a:gd name="T88" fmla="*/ 375 w 854"/>
                  <a:gd name="T89" fmla="*/ 194 h 846"/>
                  <a:gd name="T90" fmla="*/ 385 w 854"/>
                  <a:gd name="T91" fmla="*/ 165 h 846"/>
                  <a:gd name="T92" fmla="*/ 414 w 854"/>
                  <a:gd name="T93" fmla="*/ 150 h 846"/>
                  <a:gd name="T94" fmla="*/ 427 w 854"/>
                  <a:gd name="T95" fmla="*/ 515 h 846"/>
                  <a:gd name="T96" fmla="*/ 406 w 854"/>
                  <a:gd name="T97" fmla="*/ 510 h 846"/>
                  <a:gd name="T98" fmla="*/ 381 w 854"/>
                  <a:gd name="T99" fmla="*/ 490 h 846"/>
                  <a:gd name="T100" fmla="*/ 373 w 854"/>
                  <a:gd name="T101" fmla="*/ 458 h 846"/>
                  <a:gd name="T102" fmla="*/ 377 w 854"/>
                  <a:gd name="T103" fmla="*/ 438 h 846"/>
                  <a:gd name="T104" fmla="*/ 395 w 854"/>
                  <a:gd name="T105" fmla="*/ 412 h 846"/>
                  <a:gd name="T106" fmla="*/ 427 w 854"/>
                  <a:gd name="T107" fmla="*/ 404 h 846"/>
                  <a:gd name="T108" fmla="*/ 450 w 854"/>
                  <a:gd name="T109" fmla="*/ 408 h 846"/>
                  <a:gd name="T110" fmla="*/ 473 w 854"/>
                  <a:gd name="T111" fmla="*/ 427 h 846"/>
                  <a:gd name="T112" fmla="*/ 483 w 854"/>
                  <a:gd name="T113" fmla="*/ 458 h 846"/>
                  <a:gd name="T114" fmla="*/ 479 w 854"/>
                  <a:gd name="T115" fmla="*/ 479 h 846"/>
                  <a:gd name="T116" fmla="*/ 458 w 854"/>
                  <a:gd name="T117" fmla="*/ 504 h 846"/>
                  <a:gd name="T118" fmla="*/ 427 w 854"/>
                  <a:gd name="T119" fmla="*/ 515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54" h="846">
                    <a:moveTo>
                      <a:pt x="854" y="329"/>
                    </a:moveTo>
                    <a:lnTo>
                      <a:pt x="854" y="329"/>
                    </a:lnTo>
                    <a:lnTo>
                      <a:pt x="852" y="296"/>
                    </a:lnTo>
                    <a:lnTo>
                      <a:pt x="845" y="262"/>
                    </a:lnTo>
                    <a:lnTo>
                      <a:pt x="835" y="231"/>
                    </a:lnTo>
                    <a:lnTo>
                      <a:pt x="820" y="202"/>
                    </a:lnTo>
                    <a:lnTo>
                      <a:pt x="804" y="173"/>
                    </a:lnTo>
                    <a:lnTo>
                      <a:pt x="781" y="146"/>
                    </a:lnTo>
                    <a:lnTo>
                      <a:pt x="758" y="119"/>
                    </a:lnTo>
                    <a:lnTo>
                      <a:pt x="729" y="96"/>
                    </a:lnTo>
                    <a:lnTo>
                      <a:pt x="700" y="75"/>
                    </a:lnTo>
                    <a:lnTo>
                      <a:pt x="666" y="56"/>
                    </a:lnTo>
                    <a:lnTo>
                      <a:pt x="631" y="40"/>
                    </a:lnTo>
                    <a:lnTo>
                      <a:pt x="593" y="25"/>
                    </a:lnTo>
                    <a:lnTo>
                      <a:pt x="554" y="15"/>
                    </a:lnTo>
                    <a:lnTo>
                      <a:pt x="514" y="6"/>
                    </a:lnTo>
                    <a:lnTo>
                      <a:pt x="470" y="2"/>
                    </a:lnTo>
                    <a:lnTo>
                      <a:pt x="427" y="0"/>
                    </a:lnTo>
                    <a:lnTo>
                      <a:pt x="427" y="0"/>
                    </a:lnTo>
                    <a:lnTo>
                      <a:pt x="383" y="2"/>
                    </a:lnTo>
                    <a:lnTo>
                      <a:pt x="341" y="6"/>
                    </a:lnTo>
                    <a:lnTo>
                      <a:pt x="300" y="15"/>
                    </a:lnTo>
                    <a:lnTo>
                      <a:pt x="262" y="25"/>
                    </a:lnTo>
                    <a:lnTo>
                      <a:pt x="225" y="40"/>
                    </a:lnTo>
                    <a:lnTo>
                      <a:pt x="189" y="56"/>
                    </a:lnTo>
                    <a:lnTo>
                      <a:pt x="156" y="75"/>
                    </a:lnTo>
                    <a:lnTo>
                      <a:pt x="125" y="96"/>
                    </a:lnTo>
                    <a:lnTo>
                      <a:pt x="98" y="119"/>
                    </a:lnTo>
                    <a:lnTo>
                      <a:pt x="73" y="146"/>
                    </a:lnTo>
                    <a:lnTo>
                      <a:pt x="52" y="173"/>
                    </a:lnTo>
                    <a:lnTo>
                      <a:pt x="33" y="202"/>
                    </a:lnTo>
                    <a:lnTo>
                      <a:pt x="18" y="231"/>
                    </a:lnTo>
                    <a:lnTo>
                      <a:pt x="8" y="262"/>
                    </a:lnTo>
                    <a:lnTo>
                      <a:pt x="2" y="296"/>
                    </a:lnTo>
                    <a:lnTo>
                      <a:pt x="0" y="329"/>
                    </a:lnTo>
                    <a:lnTo>
                      <a:pt x="0" y="329"/>
                    </a:lnTo>
                    <a:lnTo>
                      <a:pt x="2" y="362"/>
                    </a:lnTo>
                    <a:lnTo>
                      <a:pt x="8" y="394"/>
                    </a:lnTo>
                    <a:lnTo>
                      <a:pt x="18" y="425"/>
                    </a:lnTo>
                    <a:lnTo>
                      <a:pt x="31" y="454"/>
                    </a:lnTo>
                    <a:lnTo>
                      <a:pt x="50" y="483"/>
                    </a:lnTo>
                    <a:lnTo>
                      <a:pt x="68" y="508"/>
                    </a:lnTo>
                    <a:lnTo>
                      <a:pt x="91" y="533"/>
                    </a:lnTo>
                    <a:lnTo>
                      <a:pt x="118" y="556"/>
                    </a:lnTo>
                    <a:lnTo>
                      <a:pt x="148" y="579"/>
                    </a:lnTo>
                    <a:lnTo>
                      <a:pt x="179" y="598"/>
                    </a:lnTo>
                    <a:lnTo>
                      <a:pt x="212" y="615"/>
                    </a:lnTo>
                    <a:lnTo>
                      <a:pt x="248" y="629"/>
                    </a:lnTo>
                    <a:lnTo>
                      <a:pt x="285" y="640"/>
                    </a:lnTo>
                    <a:lnTo>
                      <a:pt x="325" y="650"/>
                    </a:lnTo>
                    <a:lnTo>
                      <a:pt x="364" y="656"/>
                    </a:lnTo>
                    <a:lnTo>
                      <a:pt x="406" y="658"/>
                    </a:lnTo>
                    <a:lnTo>
                      <a:pt x="406" y="658"/>
                    </a:lnTo>
                    <a:lnTo>
                      <a:pt x="414" y="660"/>
                    </a:lnTo>
                    <a:lnTo>
                      <a:pt x="414" y="660"/>
                    </a:lnTo>
                    <a:lnTo>
                      <a:pt x="414" y="683"/>
                    </a:lnTo>
                    <a:lnTo>
                      <a:pt x="410" y="702"/>
                    </a:lnTo>
                    <a:lnTo>
                      <a:pt x="406" y="721"/>
                    </a:lnTo>
                    <a:lnTo>
                      <a:pt x="402" y="738"/>
                    </a:lnTo>
                    <a:lnTo>
                      <a:pt x="393" y="754"/>
                    </a:lnTo>
                    <a:lnTo>
                      <a:pt x="385" y="767"/>
                    </a:lnTo>
                    <a:lnTo>
                      <a:pt x="377" y="779"/>
                    </a:lnTo>
                    <a:lnTo>
                      <a:pt x="366" y="790"/>
                    </a:lnTo>
                    <a:lnTo>
                      <a:pt x="345" y="808"/>
                    </a:lnTo>
                    <a:lnTo>
                      <a:pt x="323" y="823"/>
                    </a:lnTo>
                    <a:lnTo>
                      <a:pt x="300" y="835"/>
                    </a:lnTo>
                    <a:lnTo>
                      <a:pt x="281" y="844"/>
                    </a:lnTo>
                    <a:lnTo>
                      <a:pt x="281" y="844"/>
                    </a:lnTo>
                    <a:lnTo>
                      <a:pt x="310" y="846"/>
                    </a:lnTo>
                    <a:lnTo>
                      <a:pt x="337" y="844"/>
                    </a:lnTo>
                    <a:lnTo>
                      <a:pt x="364" y="842"/>
                    </a:lnTo>
                    <a:lnTo>
                      <a:pt x="391" y="835"/>
                    </a:lnTo>
                    <a:lnTo>
                      <a:pt x="418" y="827"/>
                    </a:lnTo>
                    <a:lnTo>
                      <a:pt x="443" y="819"/>
                    </a:lnTo>
                    <a:lnTo>
                      <a:pt x="466" y="806"/>
                    </a:lnTo>
                    <a:lnTo>
                      <a:pt x="489" y="792"/>
                    </a:lnTo>
                    <a:lnTo>
                      <a:pt x="510" y="775"/>
                    </a:lnTo>
                    <a:lnTo>
                      <a:pt x="529" y="758"/>
                    </a:lnTo>
                    <a:lnTo>
                      <a:pt x="548" y="740"/>
                    </a:lnTo>
                    <a:lnTo>
                      <a:pt x="564" y="719"/>
                    </a:lnTo>
                    <a:lnTo>
                      <a:pt x="577" y="698"/>
                    </a:lnTo>
                    <a:lnTo>
                      <a:pt x="589" y="677"/>
                    </a:lnTo>
                    <a:lnTo>
                      <a:pt x="600" y="652"/>
                    </a:lnTo>
                    <a:lnTo>
                      <a:pt x="606" y="629"/>
                    </a:lnTo>
                    <a:lnTo>
                      <a:pt x="606" y="629"/>
                    </a:lnTo>
                    <a:lnTo>
                      <a:pt x="606" y="629"/>
                    </a:lnTo>
                    <a:lnTo>
                      <a:pt x="633" y="619"/>
                    </a:lnTo>
                    <a:lnTo>
                      <a:pt x="658" y="606"/>
                    </a:lnTo>
                    <a:lnTo>
                      <a:pt x="683" y="594"/>
                    </a:lnTo>
                    <a:lnTo>
                      <a:pt x="706" y="579"/>
                    </a:lnTo>
                    <a:lnTo>
                      <a:pt x="729" y="563"/>
                    </a:lnTo>
                    <a:lnTo>
                      <a:pt x="750" y="546"/>
                    </a:lnTo>
                    <a:lnTo>
                      <a:pt x="768" y="529"/>
                    </a:lnTo>
                    <a:lnTo>
                      <a:pt x="785" y="510"/>
                    </a:lnTo>
                    <a:lnTo>
                      <a:pt x="802" y="490"/>
                    </a:lnTo>
                    <a:lnTo>
                      <a:pt x="814" y="469"/>
                    </a:lnTo>
                    <a:lnTo>
                      <a:pt x="827" y="448"/>
                    </a:lnTo>
                    <a:lnTo>
                      <a:pt x="837" y="425"/>
                    </a:lnTo>
                    <a:lnTo>
                      <a:pt x="843" y="402"/>
                    </a:lnTo>
                    <a:lnTo>
                      <a:pt x="850" y="379"/>
                    </a:lnTo>
                    <a:lnTo>
                      <a:pt x="854" y="354"/>
                    </a:lnTo>
                    <a:lnTo>
                      <a:pt x="854" y="329"/>
                    </a:lnTo>
                    <a:lnTo>
                      <a:pt x="854" y="329"/>
                    </a:lnTo>
                    <a:close/>
                    <a:moveTo>
                      <a:pt x="427" y="150"/>
                    </a:moveTo>
                    <a:lnTo>
                      <a:pt x="427" y="150"/>
                    </a:lnTo>
                    <a:lnTo>
                      <a:pt x="441" y="150"/>
                    </a:lnTo>
                    <a:lnTo>
                      <a:pt x="452" y="154"/>
                    </a:lnTo>
                    <a:lnTo>
                      <a:pt x="462" y="158"/>
                    </a:lnTo>
                    <a:lnTo>
                      <a:pt x="468" y="165"/>
                    </a:lnTo>
                    <a:lnTo>
                      <a:pt x="475" y="173"/>
                    </a:lnTo>
                    <a:lnTo>
                      <a:pt x="479" y="183"/>
                    </a:lnTo>
                    <a:lnTo>
                      <a:pt x="481" y="194"/>
                    </a:lnTo>
                    <a:lnTo>
                      <a:pt x="481" y="206"/>
                    </a:lnTo>
                    <a:lnTo>
                      <a:pt x="481" y="206"/>
                    </a:lnTo>
                    <a:lnTo>
                      <a:pt x="479" y="237"/>
                    </a:lnTo>
                    <a:lnTo>
                      <a:pt x="475" y="273"/>
                    </a:lnTo>
                    <a:lnTo>
                      <a:pt x="468" y="315"/>
                    </a:lnTo>
                    <a:lnTo>
                      <a:pt x="458" y="360"/>
                    </a:lnTo>
                    <a:lnTo>
                      <a:pt x="458" y="360"/>
                    </a:lnTo>
                    <a:lnTo>
                      <a:pt x="456" y="371"/>
                    </a:lnTo>
                    <a:lnTo>
                      <a:pt x="450" y="379"/>
                    </a:lnTo>
                    <a:lnTo>
                      <a:pt x="441" y="383"/>
                    </a:lnTo>
                    <a:lnTo>
                      <a:pt x="427" y="385"/>
                    </a:lnTo>
                    <a:lnTo>
                      <a:pt x="427" y="385"/>
                    </a:lnTo>
                    <a:lnTo>
                      <a:pt x="414" y="383"/>
                    </a:lnTo>
                    <a:lnTo>
                      <a:pt x="406" y="379"/>
                    </a:lnTo>
                    <a:lnTo>
                      <a:pt x="400" y="371"/>
                    </a:lnTo>
                    <a:lnTo>
                      <a:pt x="395" y="360"/>
                    </a:lnTo>
                    <a:lnTo>
                      <a:pt x="395" y="360"/>
                    </a:lnTo>
                    <a:lnTo>
                      <a:pt x="387" y="315"/>
                    </a:lnTo>
                    <a:lnTo>
                      <a:pt x="379" y="273"/>
                    </a:lnTo>
                    <a:lnTo>
                      <a:pt x="375" y="237"/>
                    </a:lnTo>
                    <a:lnTo>
                      <a:pt x="375" y="206"/>
                    </a:lnTo>
                    <a:lnTo>
                      <a:pt x="375" y="206"/>
                    </a:lnTo>
                    <a:lnTo>
                      <a:pt x="375" y="194"/>
                    </a:lnTo>
                    <a:lnTo>
                      <a:pt x="377" y="183"/>
                    </a:lnTo>
                    <a:lnTo>
                      <a:pt x="381" y="173"/>
                    </a:lnTo>
                    <a:lnTo>
                      <a:pt x="385" y="165"/>
                    </a:lnTo>
                    <a:lnTo>
                      <a:pt x="393" y="158"/>
                    </a:lnTo>
                    <a:lnTo>
                      <a:pt x="402" y="154"/>
                    </a:lnTo>
                    <a:lnTo>
                      <a:pt x="414" y="150"/>
                    </a:lnTo>
                    <a:lnTo>
                      <a:pt x="427" y="150"/>
                    </a:lnTo>
                    <a:lnTo>
                      <a:pt x="427" y="150"/>
                    </a:lnTo>
                    <a:close/>
                    <a:moveTo>
                      <a:pt x="427" y="515"/>
                    </a:moveTo>
                    <a:lnTo>
                      <a:pt x="427" y="515"/>
                    </a:lnTo>
                    <a:lnTo>
                      <a:pt x="416" y="513"/>
                    </a:lnTo>
                    <a:lnTo>
                      <a:pt x="406" y="510"/>
                    </a:lnTo>
                    <a:lnTo>
                      <a:pt x="395" y="504"/>
                    </a:lnTo>
                    <a:lnTo>
                      <a:pt x="389" y="498"/>
                    </a:lnTo>
                    <a:lnTo>
                      <a:pt x="381" y="490"/>
                    </a:lnTo>
                    <a:lnTo>
                      <a:pt x="377" y="479"/>
                    </a:lnTo>
                    <a:lnTo>
                      <a:pt x="373" y="469"/>
                    </a:lnTo>
                    <a:lnTo>
                      <a:pt x="373" y="458"/>
                    </a:lnTo>
                    <a:lnTo>
                      <a:pt x="373" y="458"/>
                    </a:lnTo>
                    <a:lnTo>
                      <a:pt x="373" y="448"/>
                    </a:lnTo>
                    <a:lnTo>
                      <a:pt x="377" y="438"/>
                    </a:lnTo>
                    <a:lnTo>
                      <a:pt x="381" y="427"/>
                    </a:lnTo>
                    <a:lnTo>
                      <a:pt x="389" y="419"/>
                    </a:lnTo>
                    <a:lnTo>
                      <a:pt x="395" y="412"/>
                    </a:lnTo>
                    <a:lnTo>
                      <a:pt x="406" y="408"/>
                    </a:lnTo>
                    <a:lnTo>
                      <a:pt x="416" y="404"/>
                    </a:lnTo>
                    <a:lnTo>
                      <a:pt x="427" y="404"/>
                    </a:lnTo>
                    <a:lnTo>
                      <a:pt x="427" y="404"/>
                    </a:lnTo>
                    <a:lnTo>
                      <a:pt x="439" y="404"/>
                    </a:lnTo>
                    <a:lnTo>
                      <a:pt x="450" y="408"/>
                    </a:lnTo>
                    <a:lnTo>
                      <a:pt x="458" y="412"/>
                    </a:lnTo>
                    <a:lnTo>
                      <a:pt x="466" y="419"/>
                    </a:lnTo>
                    <a:lnTo>
                      <a:pt x="473" y="427"/>
                    </a:lnTo>
                    <a:lnTo>
                      <a:pt x="479" y="438"/>
                    </a:lnTo>
                    <a:lnTo>
                      <a:pt x="481" y="448"/>
                    </a:lnTo>
                    <a:lnTo>
                      <a:pt x="483" y="458"/>
                    </a:lnTo>
                    <a:lnTo>
                      <a:pt x="483" y="458"/>
                    </a:lnTo>
                    <a:lnTo>
                      <a:pt x="481" y="469"/>
                    </a:lnTo>
                    <a:lnTo>
                      <a:pt x="479" y="479"/>
                    </a:lnTo>
                    <a:lnTo>
                      <a:pt x="473" y="490"/>
                    </a:lnTo>
                    <a:lnTo>
                      <a:pt x="466" y="498"/>
                    </a:lnTo>
                    <a:lnTo>
                      <a:pt x="458" y="504"/>
                    </a:lnTo>
                    <a:lnTo>
                      <a:pt x="450" y="510"/>
                    </a:lnTo>
                    <a:lnTo>
                      <a:pt x="439" y="513"/>
                    </a:lnTo>
                    <a:lnTo>
                      <a:pt x="427" y="515"/>
                    </a:lnTo>
                    <a:lnTo>
                      <a:pt x="427" y="51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19" name="Group 18"/>
          <p:cNvGrpSpPr/>
          <p:nvPr/>
        </p:nvGrpSpPr>
        <p:grpSpPr>
          <a:xfrm>
            <a:off x="9427336" y="3395192"/>
            <a:ext cx="1622739" cy="1622739"/>
            <a:chOff x="9427336" y="3395192"/>
            <a:chExt cx="1622739" cy="1622739"/>
          </a:xfrm>
        </p:grpSpPr>
        <p:sp>
          <p:nvSpPr>
            <p:cNvPr id="8" name="Oval 7"/>
            <p:cNvSpPr/>
            <p:nvPr/>
          </p:nvSpPr>
          <p:spPr>
            <a:xfrm>
              <a:off x="9427336" y="3395192"/>
              <a:ext cx="1622739" cy="1622739"/>
            </a:xfrm>
            <a:prstGeom prst="ellipse">
              <a:avLst/>
            </a:prstGeom>
            <a:solidFill>
              <a:srgbClr val="164C8C"/>
            </a:solidFill>
            <a:ln w="57150">
              <a:solidFill>
                <a:schemeClr val="bg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2" name="组合 35"/>
            <p:cNvGrpSpPr/>
            <p:nvPr/>
          </p:nvGrpSpPr>
          <p:grpSpPr>
            <a:xfrm>
              <a:off x="9805398" y="3899137"/>
              <a:ext cx="866615" cy="614849"/>
              <a:chOff x="328613" y="4324350"/>
              <a:chExt cx="1841500" cy="1306513"/>
            </a:xfrm>
            <a:solidFill>
              <a:schemeClr val="tx1"/>
            </a:solidFill>
          </p:grpSpPr>
          <p:sp>
            <p:nvSpPr>
              <p:cNvPr id="43" name="Freeform 42"/>
              <p:cNvSpPr/>
              <p:nvPr/>
            </p:nvSpPr>
            <p:spPr bwMode="auto">
              <a:xfrm>
                <a:off x="328613" y="5019675"/>
                <a:ext cx="1385887" cy="611188"/>
              </a:xfrm>
              <a:custGeom>
                <a:avLst/>
                <a:gdLst>
                  <a:gd name="T0" fmla="*/ 804 w 873"/>
                  <a:gd name="T1" fmla="*/ 281 h 385"/>
                  <a:gd name="T2" fmla="*/ 804 w 873"/>
                  <a:gd name="T3" fmla="*/ 281 h 385"/>
                  <a:gd name="T4" fmla="*/ 779 w 873"/>
                  <a:gd name="T5" fmla="*/ 279 h 385"/>
                  <a:gd name="T6" fmla="*/ 779 w 873"/>
                  <a:gd name="T7" fmla="*/ 279 h 385"/>
                  <a:gd name="T8" fmla="*/ 750 w 873"/>
                  <a:gd name="T9" fmla="*/ 277 h 385"/>
                  <a:gd name="T10" fmla="*/ 721 w 873"/>
                  <a:gd name="T11" fmla="*/ 268 h 385"/>
                  <a:gd name="T12" fmla="*/ 694 w 873"/>
                  <a:gd name="T13" fmla="*/ 260 h 385"/>
                  <a:gd name="T14" fmla="*/ 667 w 873"/>
                  <a:gd name="T15" fmla="*/ 247 h 385"/>
                  <a:gd name="T16" fmla="*/ 642 w 873"/>
                  <a:gd name="T17" fmla="*/ 233 h 385"/>
                  <a:gd name="T18" fmla="*/ 617 w 873"/>
                  <a:gd name="T19" fmla="*/ 214 h 385"/>
                  <a:gd name="T20" fmla="*/ 596 w 873"/>
                  <a:gd name="T21" fmla="*/ 195 h 385"/>
                  <a:gd name="T22" fmla="*/ 575 w 873"/>
                  <a:gd name="T23" fmla="*/ 172 h 385"/>
                  <a:gd name="T24" fmla="*/ 575 w 873"/>
                  <a:gd name="T25" fmla="*/ 172 h 385"/>
                  <a:gd name="T26" fmla="*/ 554 w 873"/>
                  <a:gd name="T27" fmla="*/ 147 h 385"/>
                  <a:gd name="T28" fmla="*/ 537 w 873"/>
                  <a:gd name="T29" fmla="*/ 118 h 385"/>
                  <a:gd name="T30" fmla="*/ 525 w 873"/>
                  <a:gd name="T31" fmla="*/ 89 h 385"/>
                  <a:gd name="T32" fmla="*/ 515 w 873"/>
                  <a:gd name="T33" fmla="*/ 58 h 385"/>
                  <a:gd name="T34" fmla="*/ 435 w 873"/>
                  <a:gd name="T35" fmla="*/ 147 h 385"/>
                  <a:gd name="T36" fmla="*/ 308 w 873"/>
                  <a:gd name="T37" fmla="*/ 0 h 385"/>
                  <a:gd name="T38" fmla="*/ 308 w 873"/>
                  <a:gd name="T39" fmla="*/ 0 h 385"/>
                  <a:gd name="T40" fmla="*/ 279 w 873"/>
                  <a:gd name="T41" fmla="*/ 12 h 385"/>
                  <a:gd name="T42" fmla="*/ 250 w 873"/>
                  <a:gd name="T43" fmla="*/ 25 h 385"/>
                  <a:gd name="T44" fmla="*/ 223 w 873"/>
                  <a:gd name="T45" fmla="*/ 39 h 385"/>
                  <a:gd name="T46" fmla="*/ 198 w 873"/>
                  <a:gd name="T47" fmla="*/ 58 h 385"/>
                  <a:gd name="T48" fmla="*/ 173 w 873"/>
                  <a:gd name="T49" fmla="*/ 77 h 385"/>
                  <a:gd name="T50" fmla="*/ 150 w 873"/>
                  <a:gd name="T51" fmla="*/ 97 h 385"/>
                  <a:gd name="T52" fmla="*/ 127 w 873"/>
                  <a:gd name="T53" fmla="*/ 120 h 385"/>
                  <a:gd name="T54" fmla="*/ 106 w 873"/>
                  <a:gd name="T55" fmla="*/ 143 h 385"/>
                  <a:gd name="T56" fmla="*/ 87 w 873"/>
                  <a:gd name="T57" fmla="*/ 170 h 385"/>
                  <a:gd name="T58" fmla="*/ 69 w 873"/>
                  <a:gd name="T59" fmla="*/ 197 h 385"/>
                  <a:gd name="T60" fmla="*/ 52 w 873"/>
                  <a:gd name="T61" fmla="*/ 225 h 385"/>
                  <a:gd name="T62" fmla="*/ 40 w 873"/>
                  <a:gd name="T63" fmla="*/ 256 h 385"/>
                  <a:gd name="T64" fmla="*/ 27 w 873"/>
                  <a:gd name="T65" fmla="*/ 285 h 385"/>
                  <a:gd name="T66" fmla="*/ 15 w 873"/>
                  <a:gd name="T67" fmla="*/ 318 h 385"/>
                  <a:gd name="T68" fmla="*/ 6 w 873"/>
                  <a:gd name="T69" fmla="*/ 352 h 385"/>
                  <a:gd name="T70" fmla="*/ 0 w 873"/>
                  <a:gd name="T71" fmla="*/ 385 h 385"/>
                  <a:gd name="T72" fmla="*/ 873 w 873"/>
                  <a:gd name="T73" fmla="*/ 385 h 385"/>
                  <a:gd name="T74" fmla="*/ 873 w 873"/>
                  <a:gd name="T75" fmla="*/ 385 h 385"/>
                  <a:gd name="T76" fmla="*/ 867 w 873"/>
                  <a:gd name="T77" fmla="*/ 358 h 385"/>
                  <a:gd name="T78" fmla="*/ 860 w 873"/>
                  <a:gd name="T79" fmla="*/ 331 h 385"/>
                  <a:gd name="T80" fmla="*/ 852 w 873"/>
                  <a:gd name="T81" fmla="*/ 304 h 385"/>
                  <a:gd name="T82" fmla="*/ 844 w 873"/>
                  <a:gd name="T83" fmla="*/ 279 h 385"/>
                  <a:gd name="T84" fmla="*/ 844 w 873"/>
                  <a:gd name="T85" fmla="*/ 279 h 385"/>
                  <a:gd name="T86" fmla="*/ 823 w 873"/>
                  <a:gd name="T87" fmla="*/ 281 h 385"/>
                  <a:gd name="T88" fmla="*/ 804 w 873"/>
                  <a:gd name="T89" fmla="*/ 281 h 385"/>
                  <a:gd name="T90" fmla="*/ 804 w 873"/>
                  <a:gd name="T91" fmla="*/ 281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73" h="385">
                    <a:moveTo>
                      <a:pt x="804" y="281"/>
                    </a:moveTo>
                    <a:lnTo>
                      <a:pt x="804" y="281"/>
                    </a:lnTo>
                    <a:lnTo>
                      <a:pt x="779" y="279"/>
                    </a:lnTo>
                    <a:lnTo>
                      <a:pt x="779" y="279"/>
                    </a:lnTo>
                    <a:lnTo>
                      <a:pt x="750" y="277"/>
                    </a:lnTo>
                    <a:lnTo>
                      <a:pt x="721" y="268"/>
                    </a:lnTo>
                    <a:lnTo>
                      <a:pt x="694" y="260"/>
                    </a:lnTo>
                    <a:lnTo>
                      <a:pt x="667" y="247"/>
                    </a:lnTo>
                    <a:lnTo>
                      <a:pt x="642" y="233"/>
                    </a:lnTo>
                    <a:lnTo>
                      <a:pt x="617" y="214"/>
                    </a:lnTo>
                    <a:lnTo>
                      <a:pt x="596" y="195"/>
                    </a:lnTo>
                    <a:lnTo>
                      <a:pt x="575" y="172"/>
                    </a:lnTo>
                    <a:lnTo>
                      <a:pt x="575" y="172"/>
                    </a:lnTo>
                    <a:lnTo>
                      <a:pt x="554" y="147"/>
                    </a:lnTo>
                    <a:lnTo>
                      <a:pt x="537" y="118"/>
                    </a:lnTo>
                    <a:lnTo>
                      <a:pt x="525" y="89"/>
                    </a:lnTo>
                    <a:lnTo>
                      <a:pt x="515" y="58"/>
                    </a:lnTo>
                    <a:lnTo>
                      <a:pt x="435" y="147"/>
                    </a:lnTo>
                    <a:lnTo>
                      <a:pt x="308" y="0"/>
                    </a:lnTo>
                    <a:lnTo>
                      <a:pt x="308" y="0"/>
                    </a:lnTo>
                    <a:lnTo>
                      <a:pt x="279" y="12"/>
                    </a:lnTo>
                    <a:lnTo>
                      <a:pt x="250" y="25"/>
                    </a:lnTo>
                    <a:lnTo>
                      <a:pt x="223" y="39"/>
                    </a:lnTo>
                    <a:lnTo>
                      <a:pt x="198" y="58"/>
                    </a:lnTo>
                    <a:lnTo>
                      <a:pt x="173" y="77"/>
                    </a:lnTo>
                    <a:lnTo>
                      <a:pt x="150" y="97"/>
                    </a:lnTo>
                    <a:lnTo>
                      <a:pt x="127" y="120"/>
                    </a:lnTo>
                    <a:lnTo>
                      <a:pt x="106" y="143"/>
                    </a:lnTo>
                    <a:lnTo>
                      <a:pt x="87" y="170"/>
                    </a:lnTo>
                    <a:lnTo>
                      <a:pt x="69" y="197"/>
                    </a:lnTo>
                    <a:lnTo>
                      <a:pt x="52" y="225"/>
                    </a:lnTo>
                    <a:lnTo>
                      <a:pt x="40" y="256"/>
                    </a:lnTo>
                    <a:lnTo>
                      <a:pt x="27" y="285"/>
                    </a:lnTo>
                    <a:lnTo>
                      <a:pt x="15" y="318"/>
                    </a:lnTo>
                    <a:lnTo>
                      <a:pt x="6" y="352"/>
                    </a:lnTo>
                    <a:lnTo>
                      <a:pt x="0" y="385"/>
                    </a:lnTo>
                    <a:lnTo>
                      <a:pt x="873" y="385"/>
                    </a:lnTo>
                    <a:lnTo>
                      <a:pt x="873" y="385"/>
                    </a:lnTo>
                    <a:lnTo>
                      <a:pt x="867" y="358"/>
                    </a:lnTo>
                    <a:lnTo>
                      <a:pt x="860" y="331"/>
                    </a:lnTo>
                    <a:lnTo>
                      <a:pt x="852" y="304"/>
                    </a:lnTo>
                    <a:lnTo>
                      <a:pt x="844" y="279"/>
                    </a:lnTo>
                    <a:lnTo>
                      <a:pt x="844" y="279"/>
                    </a:lnTo>
                    <a:lnTo>
                      <a:pt x="823" y="281"/>
                    </a:lnTo>
                    <a:lnTo>
                      <a:pt x="804" y="281"/>
                    </a:lnTo>
                    <a:lnTo>
                      <a:pt x="804" y="28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 name="Freeform 43"/>
              <p:cNvSpPr/>
              <p:nvPr/>
            </p:nvSpPr>
            <p:spPr bwMode="auto">
              <a:xfrm>
                <a:off x="682625" y="4324350"/>
                <a:ext cx="668337" cy="677863"/>
              </a:xfrm>
              <a:custGeom>
                <a:avLst/>
                <a:gdLst>
                  <a:gd name="T0" fmla="*/ 283 w 421"/>
                  <a:gd name="T1" fmla="*/ 392 h 427"/>
                  <a:gd name="T2" fmla="*/ 298 w 421"/>
                  <a:gd name="T3" fmla="*/ 323 h 427"/>
                  <a:gd name="T4" fmla="*/ 327 w 421"/>
                  <a:gd name="T5" fmla="*/ 260 h 427"/>
                  <a:gd name="T6" fmla="*/ 369 w 421"/>
                  <a:gd name="T7" fmla="*/ 208 h 427"/>
                  <a:gd name="T8" fmla="*/ 421 w 421"/>
                  <a:gd name="T9" fmla="*/ 165 h 427"/>
                  <a:gd name="T10" fmla="*/ 417 w 421"/>
                  <a:gd name="T11" fmla="*/ 148 h 427"/>
                  <a:gd name="T12" fmla="*/ 402 w 421"/>
                  <a:gd name="T13" fmla="*/ 115 h 427"/>
                  <a:gd name="T14" fmla="*/ 383 w 421"/>
                  <a:gd name="T15" fmla="*/ 85 h 427"/>
                  <a:gd name="T16" fmla="*/ 360 w 421"/>
                  <a:gd name="T17" fmla="*/ 58 h 427"/>
                  <a:gd name="T18" fmla="*/ 333 w 421"/>
                  <a:gd name="T19" fmla="*/ 37 h 427"/>
                  <a:gd name="T20" fmla="*/ 302 w 421"/>
                  <a:gd name="T21" fmla="*/ 19 h 427"/>
                  <a:gd name="T22" fmla="*/ 269 w 421"/>
                  <a:gd name="T23" fmla="*/ 6 h 427"/>
                  <a:gd name="T24" fmla="*/ 231 w 421"/>
                  <a:gd name="T25" fmla="*/ 0 h 427"/>
                  <a:gd name="T26" fmla="*/ 212 w 421"/>
                  <a:gd name="T27" fmla="*/ 0 h 427"/>
                  <a:gd name="T28" fmla="*/ 171 w 421"/>
                  <a:gd name="T29" fmla="*/ 4 h 427"/>
                  <a:gd name="T30" fmla="*/ 129 w 421"/>
                  <a:gd name="T31" fmla="*/ 17 h 427"/>
                  <a:gd name="T32" fmla="*/ 94 w 421"/>
                  <a:gd name="T33" fmla="*/ 35 h 427"/>
                  <a:gd name="T34" fmla="*/ 62 w 421"/>
                  <a:gd name="T35" fmla="*/ 62 h 427"/>
                  <a:gd name="T36" fmla="*/ 35 w 421"/>
                  <a:gd name="T37" fmla="*/ 94 h 427"/>
                  <a:gd name="T38" fmla="*/ 17 w 421"/>
                  <a:gd name="T39" fmla="*/ 131 h 427"/>
                  <a:gd name="T40" fmla="*/ 4 w 421"/>
                  <a:gd name="T41" fmla="*/ 171 h 427"/>
                  <a:gd name="T42" fmla="*/ 0 w 421"/>
                  <a:gd name="T43" fmla="*/ 212 h 427"/>
                  <a:gd name="T44" fmla="*/ 0 w 421"/>
                  <a:gd name="T45" fmla="*/ 235 h 427"/>
                  <a:gd name="T46" fmla="*/ 8 w 421"/>
                  <a:gd name="T47" fmla="*/ 277 h 427"/>
                  <a:gd name="T48" fmla="*/ 25 w 421"/>
                  <a:gd name="T49" fmla="*/ 315 h 427"/>
                  <a:gd name="T50" fmla="*/ 48 w 421"/>
                  <a:gd name="T51" fmla="*/ 350 h 427"/>
                  <a:gd name="T52" fmla="*/ 77 w 421"/>
                  <a:gd name="T53" fmla="*/ 379 h 427"/>
                  <a:gd name="T54" fmla="*/ 110 w 421"/>
                  <a:gd name="T55" fmla="*/ 402 h 427"/>
                  <a:gd name="T56" fmla="*/ 150 w 421"/>
                  <a:gd name="T57" fmla="*/ 417 h 427"/>
                  <a:gd name="T58" fmla="*/ 192 w 421"/>
                  <a:gd name="T59" fmla="*/ 425 h 427"/>
                  <a:gd name="T60" fmla="*/ 212 w 421"/>
                  <a:gd name="T61" fmla="*/ 427 h 427"/>
                  <a:gd name="T62" fmla="*/ 248 w 421"/>
                  <a:gd name="T63" fmla="*/ 423 h 427"/>
                  <a:gd name="T64" fmla="*/ 281 w 421"/>
                  <a:gd name="T65" fmla="*/ 415 h 427"/>
                  <a:gd name="T66" fmla="*/ 283 w 421"/>
                  <a:gd name="T67" fmla="*/ 39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21" h="427">
                    <a:moveTo>
                      <a:pt x="283" y="392"/>
                    </a:moveTo>
                    <a:lnTo>
                      <a:pt x="283" y="392"/>
                    </a:lnTo>
                    <a:lnTo>
                      <a:pt x="287" y="356"/>
                    </a:lnTo>
                    <a:lnTo>
                      <a:pt x="298" y="323"/>
                    </a:lnTo>
                    <a:lnTo>
                      <a:pt x="310" y="292"/>
                    </a:lnTo>
                    <a:lnTo>
                      <a:pt x="327" y="260"/>
                    </a:lnTo>
                    <a:lnTo>
                      <a:pt x="346" y="233"/>
                    </a:lnTo>
                    <a:lnTo>
                      <a:pt x="369" y="208"/>
                    </a:lnTo>
                    <a:lnTo>
                      <a:pt x="394" y="185"/>
                    </a:lnTo>
                    <a:lnTo>
                      <a:pt x="421" y="165"/>
                    </a:lnTo>
                    <a:lnTo>
                      <a:pt x="421" y="165"/>
                    </a:lnTo>
                    <a:lnTo>
                      <a:pt x="417" y="148"/>
                    </a:lnTo>
                    <a:lnTo>
                      <a:pt x="410" y="131"/>
                    </a:lnTo>
                    <a:lnTo>
                      <a:pt x="402" y="115"/>
                    </a:lnTo>
                    <a:lnTo>
                      <a:pt x="394" y="100"/>
                    </a:lnTo>
                    <a:lnTo>
                      <a:pt x="383" y="85"/>
                    </a:lnTo>
                    <a:lnTo>
                      <a:pt x="373" y="71"/>
                    </a:lnTo>
                    <a:lnTo>
                      <a:pt x="360" y="58"/>
                    </a:lnTo>
                    <a:lnTo>
                      <a:pt x="348" y="48"/>
                    </a:lnTo>
                    <a:lnTo>
                      <a:pt x="333" y="37"/>
                    </a:lnTo>
                    <a:lnTo>
                      <a:pt x="319" y="27"/>
                    </a:lnTo>
                    <a:lnTo>
                      <a:pt x="302" y="19"/>
                    </a:lnTo>
                    <a:lnTo>
                      <a:pt x="285" y="12"/>
                    </a:lnTo>
                    <a:lnTo>
                      <a:pt x="269" y="6"/>
                    </a:lnTo>
                    <a:lnTo>
                      <a:pt x="250" y="2"/>
                    </a:lnTo>
                    <a:lnTo>
                      <a:pt x="231" y="0"/>
                    </a:lnTo>
                    <a:lnTo>
                      <a:pt x="212" y="0"/>
                    </a:lnTo>
                    <a:lnTo>
                      <a:pt x="212" y="0"/>
                    </a:lnTo>
                    <a:lnTo>
                      <a:pt x="192" y="0"/>
                    </a:lnTo>
                    <a:lnTo>
                      <a:pt x="171" y="4"/>
                    </a:lnTo>
                    <a:lnTo>
                      <a:pt x="150" y="10"/>
                    </a:lnTo>
                    <a:lnTo>
                      <a:pt x="129" y="17"/>
                    </a:lnTo>
                    <a:lnTo>
                      <a:pt x="110" y="25"/>
                    </a:lnTo>
                    <a:lnTo>
                      <a:pt x="94" y="35"/>
                    </a:lnTo>
                    <a:lnTo>
                      <a:pt x="77" y="48"/>
                    </a:lnTo>
                    <a:lnTo>
                      <a:pt x="62" y="62"/>
                    </a:lnTo>
                    <a:lnTo>
                      <a:pt x="48" y="77"/>
                    </a:lnTo>
                    <a:lnTo>
                      <a:pt x="35" y="94"/>
                    </a:lnTo>
                    <a:lnTo>
                      <a:pt x="25" y="112"/>
                    </a:lnTo>
                    <a:lnTo>
                      <a:pt x="17" y="131"/>
                    </a:lnTo>
                    <a:lnTo>
                      <a:pt x="8" y="150"/>
                    </a:lnTo>
                    <a:lnTo>
                      <a:pt x="4" y="171"/>
                    </a:lnTo>
                    <a:lnTo>
                      <a:pt x="0" y="192"/>
                    </a:lnTo>
                    <a:lnTo>
                      <a:pt x="0" y="212"/>
                    </a:lnTo>
                    <a:lnTo>
                      <a:pt x="0" y="212"/>
                    </a:lnTo>
                    <a:lnTo>
                      <a:pt x="0" y="235"/>
                    </a:lnTo>
                    <a:lnTo>
                      <a:pt x="4" y="256"/>
                    </a:lnTo>
                    <a:lnTo>
                      <a:pt x="8" y="277"/>
                    </a:lnTo>
                    <a:lnTo>
                      <a:pt x="17" y="296"/>
                    </a:lnTo>
                    <a:lnTo>
                      <a:pt x="25" y="315"/>
                    </a:lnTo>
                    <a:lnTo>
                      <a:pt x="35" y="333"/>
                    </a:lnTo>
                    <a:lnTo>
                      <a:pt x="48" y="350"/>
                    </a:lnTo>
                    <a:lnTo>
                      <a:pt x="62" y="365"/>
                    </a:lnTo>
                    <a:lnTo>
                      <a:pt x="77" y="379"/>
                    </a:lnTo>
                    <a:lnTo>
                      <a:pt x="94" y="390"/>
                    </a:lnTo>
                    <a:lnTo>
                      <a:pt x="110" y="402"/>
                    </a:lnTo>
                    <a:lnTo>
                      <a:pt x="129" y="410"/>
                    </a:lnTo>
                    <a:lnTo>
                      <a:pt x="150" y="417"/>
                    </a:lnTo>
                    <a:lnTo>
                      <a:pt x="171" y="423"/>
                    </a:lnTo>
                    <a:lnTo>
                      <a:pt x="192" y="425"/>
                    </a:lnTo>
                    <a:lnTo>
                      <a:pt x="212" y="427"/>
                    </a:lnTo>
                    <a:lnTo>
                      <a:pt x="212" y="427"/>
                    </a:lnTo>
                    <a:lnTo>
                      <a:pt x="231" y="427"/>
                    </a:lnTo>
                    <a:lnTo>
                      <a:pt x="248" y="423"/>
                    </a:lnTo>
                    <a:lnTo>
                      <a:pt x="264" y="421"/>
                    </a:lnTo>
                    <a:lnTo>
                      <a:pt x="281" y="415"/>
                    </a:lnTo>
                    <a:lnTo>
                      <a:pt x="281" y="415"/>
                    </a:lnTo>
                    <a:lnTo>
                      <a:pt x="283" y="392"/>
                    </a:lnTo>
                    <a:lnTo>
                      <a:pt x="283" y="39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Freeform 44"/>
              <p:cNvSpPr>
                <a:spLocks noEditPoints="1"/>
              </p:cNvSpPr>
              <p:nvPr/>
            </p:nvSpPr>
            <p:spPr bwMode="auto">
              <a:xfrm>
                <a:off x="1195388" y="4578350"/>
                <a:ext cx="974725" cy="1052513"/>
              </a:xfrm>
              <a:custGeom>
                <a:avLst/>
                <a:gdLst>
                  <a:gd name="T0" fmla="*/ 491 w 614"/>
                  <a:gd name="T1" fmla="*/ 371 h 663"/>
                  <a:gd name="T2" fmla="*/ 516 w 614"/>
                  <a:gd name="T3" fmla="*/ 282 h 663"/>
                  <a:gd name="T4" fmla="*/ 506 w 614"/>
                  <a:gd name="T5" fmla="*/ 180 h 663"/>
                  <a:gd name="T6" fmla="*/ 456 w 614"/>
                  <a:gd name="T7" fmla="*/ 92 h 663"/>
                  <a:gd name="T8" fmla="*/ 400 w 614"/>
                  <a:gd name="T9" fmla="*/ 42 h 663"/>
                  <a:gd name="T10" fmla="*/ 306 w 614"/>
                  <a:gd name="T11" fmla="*/ 5 h 663"/>
                  <a:gd name="T12" fmla="*/ 229 w 614"/>
                  <a:gd name="T13" fmla="*/ 2 h 663"/>
                  <a:gd name="T14" fmla="*/ 133 w 614"/>
                  <a:gd name="T15" fmla="*/ 32 h 663"/>
                  <a:gd name="T16" fmla="*/ 58 w 614"/>
                  <a:gd name="T17" fmla="*/ 96 h 663"/>
                  <a:gd name="T18" fmla="*/ 12 w 614"/>
                  <a:gd name="T19" fmla="*/ 184 h 663"/>
                  <a:gd name="T20" fmla="*/ 0 w 614"/>
                  <a:gd name="T21" fmla="*/ 261 h 663"/>
                  <a:gd name="T22" fmla="*/ 21 w 614"/>
                  <a:gd name="T23" fmla="*/ 359 h 663"/>
                  <a:gd name="T24" fmla="*/ 60 w 614"/>
                  <a:gd name="T25" fmla="*/ 423 h 663"/>
                  <a:gd name="T26" fmla="*/ 139 w 614"/>
                  <a:gd name="T27" fmla="*/ 488 h 663"/>
                  <a:gd name="T28" fmla="*/ 237 w 614"/>
                  <a:gd name="T29" fmla="*/ 515 h 663"/>
                  <a:gd name="T30" fmla="*/ 325 w 614"/>
                  <a:gd name="T31" fmla="*/ 509 h 663"/>
                  <a:gd name="T32" fmla="*/ 483 w 614"/>
                  <a:gd name="T33" fmla="*/ 646 h 663"/>
                  <a:gd name="T34" fmla="*/ 527 w 614"/>
                  <a:gd name="T35" fmla="*/ 663 h 663"/>
                  <a:gd name="T36" fmla="*/ 585 w 614"/>
                  <a:gd name="T37" fmla="*/ 644 h 663"/>
                  <a:gd name="T38" fmla="*/ 610 w 614"/>
                  <a:gd name="T39" fmla="*/ 607 h 663"/>
                  <a:gd name="T40" fmla="*/ 604 w 614"/>
                  <a:gd name="T41" fmla="*/ 546 h 663"/>
                  <a:gd name="T42" fmla="*/ 452 w 614"/>
                  <a:gd name="T43" fmla="*/ 275 h 663"/>
                  <a:gd name="T44" fmla="*/ 429 w 614"/>
                  <a:gd name="T45" fmla="*/ 348 h 663"/>
                  <a:gd name="T46" fmla="*/ 383 w 614"/>
                  <a:gd name="T47" fmla="*/ 407 h 663"/>
                  <a:gd name="T48" fmla="*/ 319 w 614"/>
                  <a:gd name="T49" fmla="*/ 442 h 663"/>
                  <a:gd name="T50" fmla="*/ 241 w 614"/>
                  <a:gd name="T51" fmla="*/ 450 h 663"/>
                  <a:gd name="T52" fmla="*/ 185 w 614"/>
                  <a:gd name="T53" fmla="*/ 436 h 663"/>
                  <a:gd name="T54" fmla="*/ 125 w 614"/>
                  <a:gd name="T55" fmla="*/ 396 h 663"/>
                  <a:gd name="T56" fmla="*/ 83 w 614"/>
                  <a:gd name="T57" fmla="*/ 334 h 663"/>
                  <a:gd name="T58" fmla="*/ 66 w 614"/>
                  <a:gd name="T59" fmla="*/ 261 h 663"/>
                  <a:gd name="T60" fmla="*/ 75 w 614"/>
                  <a:gd name="T61" fmla="*/ 203 h 663"/>
                  <a:gd name="T62" fmla="*/ 110 w 614"/>
                  <a:gd name="T63" fmla="*/ 136 h 663"/>
                  <a:gd name="T64" fmla="*/ 166 w 614"/>
                  <a:gd name="T65" fmla="*/ 90 h 663"/>
                  <a:gd name="T66" fmla="*/ 237 w 614"/>
                  <a:gd name="T67" fmla="*/ 67 h 663"/>
                  <a:gd name="T68" fmla="*/ 296 w 614"/>
                  <a:gd name="T69" fmla="*/ 69 h 663"/>
                  <a:gd name="T70" fmla="*/ 366 w 614"/>
                  <a:gd name="T71" fmla="*/ 96 h 663"/>
                  <a:gd name="T72" fmla="*/ 419 w 614"/>
                  <a:gd name="T73" fmla="*/ 148 h 663"/>
                  <a:gd name="T74" fmla="*/ 448 w 614"/>
                  <a:gd name="T75" fmla="*/ 217 h 663"/>
                  <a:gd name="T76" fmla="*/ 452 w 614"/>
                  <a:gd name="T77" fmla="*/ 275 h 663"/>
                  <a:gd name="T78" fmla="*/ 260 w 614"/>
                  <a:gd name="T79" fmla="*/ 98 h 663"/>
                  <a:gd name="T80" fmla="*/ 166 w 614"/>
                  <a:gd name="T81" fmla="*/ 132 h 663"/>
                  <a:gd name="T82" fmla="*/ 160 w 614"/>
                  <a:gd name="T83" fmla="*/ 148 h 663"/>
                  <a:gd name="T84" fmla="*/ 173 w 614"/>
                  <a:gd name="T85" fmla="*/ 159 h 663"/>
                  <a:gd name="T86" fmla="*/ 202 w 614"/>
                  <a:gd name="T87" fmla="*/ 144 h 663"/>
                  <a:gd name="T88" fmla="*/ 260 w 614"/>
                  <a:gd name="T89" fmla="*/ 130 h 663"/>
                  <a:gd name="T90" fmla="*/ 316 w 614"/>
                  <a:gd name="T91" fmla="*/ 144 h 663"/>
                  <a:gd name="T92" fmla="*/ 358 w 614"/>
                  <a:gd name="T93" fmla="*/ 175 h 663"/>
                  <a:gd name="T94" fmla="*/ 375 w 614"/>
                  <a:gd name="T95" fmla="*/ 173 h 663"/>
                  <a:gd name="T96" fmla="*/ 375 w 614"/>
                  <a:gd name="T97" fmla="*/ 153 h 663"/>
                  <a:gd name="T98" fmla="*/ 344 w 614"/>
                  <a:gd name="T99" fmla="*/ 123 h 663"/>
                  <a:gd name="T100" fmla="*/ 289 w 614"/>
                  <a:gd name="T101" fmla="*/ 102 h 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14" h="663">
                    <a:moveTo>
                      <a:pt x="596" y="532"/>
                    </a:moveTo>
                    <a:lnTo>
                      <a:pt x="477" y="398"/>
                    </a:lnTo>
                    <a:lnTo>
                      <a:pt x="477" y="398"/>
                    </a:lnTo>
                    <a:lnTo>
                      <a:pt x="491" y="371"/>
                    </a:lnTo>
                    <a:lnTo>
                      <a:pt x="504" y="342"/>
                    </a:lnTo>
                    <a:lnTo>
                      <a:pt x="512" y="313"/>
                    </a:lnTo>
                    <a:lnTo>
                      <a:pt x="516" y="282"/>
                    </a:lnTo>
                    <a:lnTo>
                      <a:pt x="516" y="282"/>
                    </a:lnTo>
                    <a:lnTo>
                      <a:pt x="516" y="255"/>
                    </a:lnTo>
                    <a:lnTo>
                      <a:pt x="516" y="230"/>
                    </a:lnTo>
                    <a:lnTo>
                      <a:pt x="512" y="205"/>
                    </a:lnTo>
                    <a:lnTo>
                      <a:pt x="506" y="180"/>
                    </a:lnTo>
                    <a:lnTo>
                      <a:pt x="496" y="157"/>
                    </a:lnTo>
                    <a:lnTo>
                      <a:pt x="485" y="134"/>
                    </a:lnTo>
                    <a:lnTo>
                      <a:pt x="473" y="113"/>
                    </a:lnTo>
                    <a:lnTo>
                      <a:pt x="456" y="92"/>
                    </a:lnTo>
                    <a:lnTo>
                      <a:pt x="456" y="92"/>
                    </a:lnTo>
                    <a:lnTo>
                      <a:pt x="439" y="73"/>
                    </a:lnTo>
                    <a:lnTo>
                      <a:pt x="421" y="57"/>
                    </a:lnTo>
                    <a:lnTo>
                      <a:pt x="400" y="42"/>
                    </a:lnTo>
                    <a:lnTo>
                      <a:pt x="379" y="30"/>
                    </a:lnTo>
                    <a:lnTo>
                      <a:pt x="356" y="19"/>
                    </a:lnTo>
                    <a:lnTo>
                      <a:pt x="331" y="11"/>
                    </a:lnTo>
                    <a:lnTo>
                      <a:pt x="306" y="5"/>
                    </a:lnTo>
                    <a:lnTo>
                      <a:pt x="281" y="0"/>
                    </a:lnTo>
                    <a:lnTo>
                      <a:pt x="281" y="0"/>
                    </a:lnTo>
                    <a:lnTo>
                      <a:pt x="256" y="0"/>
                    </a:lnTo>
                    <a:lnTo>
                      <a:pt x="229" y="2"/>
                    </a:lnTo>
                    <a:lnTo>
                      <a:pt x="204" y="7"/>
                    </a:lnTo>
                    <a:lnTo>
                      <a:pt x="179" y="13"/>
                    </a:lnTo>
                    <a:lnTo>
                      <a:pt x="156" y="21"/>
                    </a:lnTo>
                    <a:lnTo>
                      <a:pt x="133" y="32"/>
                    </a:lnTo>
                    <a:lnTo>
                      <a:pt x="112" y="46"/>
                    </a:lnTo>
                    <a:lnTo>
                      <a:pt x="94" y="61"/>
                    </a:lnTo>
                    <a:lnTo>
                      <a:pt x="75" y="77"/>
                    </a:lnTo>
                    <a:lnTo>
                      <a:pt x="58" y="96"/>
                    </a:lnTo>
                    <a:lnTo>
                      <a:pt x="44" y="115"/>
                    </a:lnTo>
                    <a:lnTo>
                      <a:pt x="31" y="138"/>
                    </a:lnTo>
                    <a:lnTo>
                      <a:pt x="21" y="161"/>
                    </a:lnTo>
                    <a:lnTo>
                      <a:pt x="12" y="184"/>
                    </a:lnTo>
                    <a:lnTo>
                      <a:pt x="6" y="209"/>
                    </a:lnTo>
                    <a:lnTo>
                      <a:pt x="2" y="236"/>
                    </a:lnTo>
                    <a:lnTo>
                      <a:pt x="2" y="236"/>
                    </a:lnTo>
                    <a:lnTo>
                      <a:pt x="0" y="261"/>
                    </a:lnTo>
                    <a:lnTo>
                      <a:pt x="2" y="286"/>
                    </a:lnTo>
                    <a:lnTo>
                      <a:pt x="6" y="311"/>
                    </a:lnTo>
                    <a:lnTo>
                      <a:pt x="12" y="336"/>
                    </a:lnTo>
                    <a:lnTo>
                      <a:pt x="21" y="359"/>
                    </a:lnTo>
                    <a:lnTo>
                      <a:pt x="33" y="382"/>
                    </a:lnTo>
                    <a:lnTo>
                      <a:pt x="46" y="405"/>
                    </a:lnTo>
                    <a:lnTo>
                      <a:pt x="60" y="423"/>
                    </a:lnTo>
                    <a:lnTo>
                      <a:pt x="60" y="423"/>
                    </a:lnTo>
                    <a:lnTo>
                      <a:pt x="79" y="442"/>
                    </a:lnTo>
                    <a:lnTo>
                      <a:pt x="98" y="461"/>
                    </a:lnTo>
                    <a:lnTo>
                      <a:pt x="119" y="475"/>
                    </a:lnTo>
                    <a:lnTo>
                      <a:pt x="139" y="488"/>
                    </a:lnTo>
                    <a:lnTo>
                      <a:pt x="162" y="498"/>
                    </a:lnTo>
                    <a:lnTo>
                      <a:pt x="187" y="507"/>
                    </a:lnTo>
                    <a:lnTo>
                      <a:pt x="210" y="513"/>
                    </a:lnTo>
                    <a:lnTo>
                      <a:pt x="237" y="515"/>
                    </a:lnTo>
                    <a:lnTo>
                      <a:pt x="237" y="515"/>
                    </a:lnTo>
                    <a:lnTo>
                      <a:pt x="266" y="517"/>
                    </a:lnTo>
                    <a:lnTo>
                      <a:pt x="296" y="513"/>
                    </a:lnTo>
                    <a:lnTo>
                      <a:pt x="325" y="509"/>
                    </a:lnTo>
                    <a:lnTo>
                      <a:pt x="352" y="498"/>
                    </a:lnTo>
                    <a:lnTo>
                      <a:pt x="473" y="636"/>
                    </a:lnTo>
                    <a:lnTo>
                      <a:pt x="473" y="636"/>
                    </a:lnTo>
                    <a:lnTo>
                      <a:pt x="483" y="646"/>
                    </a:lnTo>
                    <a:lnTo>
                      <a:pt x="498" y="655"/>
                    </a:lnTo>
                    <a:lnTo>
                      <a:pt x="512" y="661"/>
                    </a:lnTo>
                    <a:lnTo>
                      <a:pt x="527" y="663"/>
                    </a:lnTo>
                    <a:lnTo>
                      <a:pt x="527" y="663"/>
                    </a:lnTo>
                    <a:lnTo>
                      <a:pt x="544" y="663"/>
                    </a:lnTo>
                    <a:lnTo>
                      <a:pt x="558" y="661"/>
                    </a:lnTo>
                    <a:lnTo>
                      <a:pt x="573" y="655"/>
                    </a:lnTo>
                    <a:lnTo>
                      <a:pt x="585" y="644"/>
                    </a:lnTo>
                    <a:lnTo>
                      <a:pt x="585" y="644"/>
                    </a:lnTo>
                    <a:lnTo>
                      <a:pt x="598" y="634"/>
                    </a:lnTo>
                    <a:lnTo>
                      <a:pt x="606" y="619"/>
                    </a:lnTo>
                    <a:lnTo>
                      <a:pt x="610" y="607"/>
                    </a:lnTo>
                    <a:lnTo>
                      <a:pt x="614" y="590"/>
                    </a:lnTo>
                    <a:lnTo>
                      <a:pt x="614" y="575"/>
                    </a:lnTo>
                    <a:lnTo>
                      <a:pt x="610" y="561"/>
                    </a:lnTo>
                    <a:lnTo>
                      <a:pt x="604" y="546"/>
                    </a:lnTo>
                    <a:lnTo>
                      <a:pt x="596" y="532"/>
                    </a:lnTo>
                    <a:lnTo>
                      <a:pt x="596" y="532"/>
                    </a:lnTo>
                    <a:close/>
                    <a:moveTo>
                      <a:pt x="452" y="275"/>
                    </a:moveTo>
                    <a:lnTo>
                      <a:pt x="452" y="275"/>
                    </a:lnTo>
                    <a:lnTo>
                      <a:pt x="448" y="294"/>
                    </a:lnTo>
                    <a:lnTo>
                      <a:pt x="444" y="313"/>
                    </a:lnTo>
                    <a:lnTo>
                      <a:pt x="437" y="332"/>
                    </a:lnTo>
                    <a:lnTo>
                      <a:pt x="429" y="348"/>
                    </a:lnTo>
                    <a:lnTo>
                      <a:pt x="421" y="365"/>
                    </a:lnTo>
                    <a:lnTo>
                      <a:pt x="408" y="380"/>
                    </a:lnTo>
                    <a:lnTo>
                      <a:pt x="396" y="392"/>
                    </a:lnTo>
                    <a:lnTo>
                      <a:pt x="383" y="407"/>
                    </a:lnTo>
                    <a:lnTo>
                      <a:pt x="369" y="417"/>
                    </a:lnTo>
                    <a:lnTo>
                      <a:pt x="352" y="428"/>
                    </a:lnTo>
                    <a:lnTo>
                      <a:pt x="335" y="436"/>
                    </a:lnTo>
                    <a:lnTo>
                      <a:pt x="319" y="442"/>
                    </a:lnTo>
                    <a:lnTo>
                      <a:pt x="300" y="446"/>
                    </a:lnTo>
                    <a:lnTo>
                      <a:pt x="281" y="450"/>
                    </a:lnTo>
                    <a:lnTo>
                      <a:pt x="262" y="450"/>
                    </a:lnTo>
                    <a:lnTo>
                      <a:pt x="241" y="450"/>
                    </a:lnTo>
                    <a:lnTo>
                      <a:pt x="241" y="450"/>
                    </a:lnTo>
                    <a:lnTo>
                      <a:pt x="223" y="448"/>
                    </a:lnTo>
                    <a:lnTo>
                      <a:pt x="204" y="442"/>
                    </a:lnTo>
                    <a:lnTo>
                      <a:pt x="185" y="436"/>
                    </a:lnTo>
                    <a:lnTo>
                      <a:pt x="169" y="428"/>
                    </a:lnTo>
                    <a:lnTo>
                      <a:pt x="152" y="419"/>
                    </a:lnTo>
                    <a:lnTo>
                      <a:pt x="137" y="409"/>
                    </a:lnTo>
                    <a:lnTo>
                      <a:pt x="125" y="396"/>
                    </a:lnTo>
                    <a:lnTo>
                      <a:pt x="112" y="382"/>
                    </a:lnTo>
                    <a:lnTo>
                      <a:pt x="100" y="367"/>
                    </a:lnTo>
                    <a:lnTo>
                      <a:pt x="91" y="350"/>
                    </a:lnTo>
                    <a:lnTo>
                      <a:pt x="83" y="334"/>
                    </a:lnTo>
                    <a:lnTo>
                      <a:pt x="75" y="317"/>
                    </a:lnTo>
                    <a:lnTo>
                      <a:pt x="71" y="298"/>
                    </a:lnTo>
                    <a:lnTo>
                      <a:pt x="69" y="280"/>
                    </a:lnTo>
                    <a:lnTo>
                      <a:pt x="66" y="261"/>
                    </a:lnTo>
                    <a:lnTo>
                      <a:pt x="66" y="242"/>
                    </a:lnTo>
                    <a:lnTo>
                      <a:pt x="66" y="242"/>
                    </a:lnTo>
                    <a:lnTo>
                      <a:pt x="71" y="221"/>
                    </a:lnTo>
                    <a:lnTo>
                      <a:pt x="75" y="203"/>
                    </a:lnTo>
                    <a:lnTo>
                      <a:pt x="81" y="186"/>
                    </a:lnTo>
                    <a:lnTo>
                      <a:pt x="89" y="167"/>
                    </a:lnTo>
                    <a:lnTo>
                      <a:pt x="98" y="153"/>
                    </a:lnTo>
                    <a:lnTo>
                      <a:pt x="110" y="136"/>
                    </a:lnTo>
                    <a:lnTo>
                      <a:pt x="121" y="123"/>
                    </a:lnTo>
                    <a:lnTo>
                      <a:pt x="135" y="111"/>
                    </a:lnTo>
                    <a:lnTo>
                      <a:pt x="150" y="98"/>
                    </a:lnTo>
                    <a:lnTo>
                      <a:pt x="166" y="90"/>
                    </a:lnTo>
                    <a:lnTo>
                      <a:pt x="183" y="82"/>
                    </a:lnTo>
                    <a:lnTo>
                      <a:pt x="200" y="75"/>
                    </a:lnTo>
                    <a:lnTo>
                      <a:pt x="219" y="69"/>
                    </a:lnTo>
                    <a:lnTo>
                      <a:pt x="237" y="67"/>
                    </a:lnTo>
                    <a:lnTo>
                      <a:pt x="256" y="65"/>
                    </a:lnTo>
                    <a:lnTo>
                      <a:pt x="277" y="65"/>
                    </a:lnTo>
                    <a:lnTo>
                      <a:pt x="277" y="65"/>
                    </a:lnTo>
                    <a:lnTo>
                      <a:pt x="296" y="69"/>
                    </a:lnTo>
                    <a:lnTo>
                      <a:pt x="314" y="73"/>
                    </a:lnTo>
                    <a:lnTo>
                      <a:pt x="333" y="80"/>
                    </a:lnTo>
                    <a:lnTo>
                      <a:pt x="350" y="88"/>
                    </a:lnTo>
                    <a:lnTo>
                      <a:pt x="366" y="96"/>
                    </a:lnTo>
                    <a:lnTo>
                      <a:pt x="381" y="109"/>
                    </a:lnTo>
                    <a:lnTo>
                      <a:pt x="394" y="121"/>
                    </a:lnTo>
                    <a:lnTo>
                      <a:pt x="406" y="134"/>
                    </a:lnTo>
                    <a:lnTo>
                      <a:pt x="419" y="148"/>
                    </a:lnTo>
                    <a:lnTo>
                      <a:pt x="427" y="165"/>
                    </a:lnTo>
                    <a:lnTo>
                      <a:pt x="435" y="182"/>
                    </a:lnTo>
                    <a:lnTo>
                      <a:pt x="444" y="198"/>
                    </a:lnTo>
                    <a:lnTo>
                      <a:pt x="448" y="217"/>
                    </a:lnTo>
                    <a:lnTo>
                      <a:pt x="450" y="236"/>
                    </a:lnTo>
                    <a:lnTo>
                      <a:pt x="452" y="255"/>
                    </a:lnTo>
                    <a:lnTo>
                      <a:pt x="452" y="275"/>
                    </a:lnTo>
                    <a:lnTo>
                      <a:pt x="452" y="275"/>
                    </a:lnTo>
                    <a:close/>
                    <a:moveTo>
                      <a:pt x="273" y="100"/>
                    </a:moveTo>
                    <a:lnTo>
                      <a:pt x="273" y="100"/>
                    </a:lnTo>
                    <a:lnTo>
                      <a:pt x="260" y="98"/>
                    </a:lnTo>
                    <a:lnTo>
                      <a:pt x="260" y="98"/>
                    </a:lnTo>
                    <a:lnTo>
                      <a:pt x="233" y="100"/>
                    </a:lnTo>
                    <a:lnTo>
                      <a:pt x="210" y="107"/>
                    </a:lnTo>
                    <a:lnTo>
                      <a:pt x="187" y="117"/>
                    </a:lnTo>
                    <a:lnTo>
                      <a:pt x="166" y="132"/>
                    </a:lnTo>
                    <a:lnTo>
                      <a:pt x="166" y="132"/>
                    </a:lnTo>
                    <a:lnTo>
                      <a:pt x="162" y="136"/>
                    </a:lnTo>
                    <a:lnTo>
                      <a:pt x="160" y="142"/>
                    </a:lnTo>
                    <a:lnTo>
                      <a:pt x="160" y="148"/>
                    </a:lnTo>
                    <a:lnTo>
                      <a:pt x="162" y="153"/>
                    </a:lnTo>
                    <a:lnTo>
                      <a:pt x="162" y="153"/>
                    </a:lnTo>
                    <a:lnTo>
                      <a:pt x="169" y="157"/>
                    </a:lnTo>
                    <a:lnTo>
                      <a:pt x="173" y="159"/>
                    </a:lnTo>
                    <a:lnTo>
                      <a:pt x="179" y="159"/>
                    </a:lnTo>
                    <a:lnTo>
                      <a:pt x="185" y="155"/>
                    </a:lnTo>
                    <a:lnTo>
                      <a:pt x="185" y="155"/>
                    </a:lnTo>
                    <a:lnTo>
                      <a:pt x="202" y="144"/>
                    </a:lnTo>
                    <a:lnTo>
                      <a:pt x="219" y="136"/>
                    </a:lnTo>
                    <a:lnTo>
                      <a:pt x="239" y="132"/>
                    </a:lnTo>
                    <a:lnTo>
                      <a:pt x="260" y="130"/>
                    </a:lnTo>
                    <a:lnTo>
                      <a:pt x="260" y="130"/>
                    </a:lnTo>
                    <a:lnTo>
                      <a:pt x="271" y="130"/>
                    </a:lnTo>
                    <a:lnTo>
                      <a:pt x="271" y="130"/>
                    </a:lnTo>
                    <a:lnTo>
                      <a:pt x="294" y="136"/>
                    </a:lnTo>
                    <a:lnTo>
                      <a:pt x="316" y="144"/>
                    </a:lnTo>
                    <a:lnTo>
                      <a:pt x="335" y="157"/>
                    </a:lnTo>
                    <a:lnTo>
                      <a:pt x="352" y="171"/>
                    </a:lnTo>
                    <a:lnTo>
                      <a:pt x="352" y="171"/>
                    </a:lnTo>
                    <a:lnTo>
                      <a:pt x="358" y="175"/>
                    </a:lnTo>
                    <a:lnTo>
                      <a:pt x="364" y="178"/>
                    </a:lnTo>
                    <a:lnTo>
                      <a:pt x="371" y="175"/>
                    </a:lnTo>
                    <a:lnTo>
                      <a:pt x="375" y="173"/>
                    </a:lnTo>
                    <a:lnTo>
                      <a:pt x="375" y="173"/>
                    </a:lnTo>
                    <a:lnTo>
                      <a:pt x="377" y="169"/>
                    </a:lnTo>
                    <a:lnTo>
                      <a:pt x="379" y="163"/>
                    </a:lnTo>
                    <a:lnTo>
                      <a:pt x="379" y="157"/>
                    </a:lnTo>
                    <a:lnTo>
                      <a:pt x="375" y="153"/>
                    </a:lnTo>
                    <a:lnTo>
                      <a:pt x="375" y="153"/>
                    </a:lnTo>
                    <a:lnTo>
                      <a:pt x="366" y="142"/>
                    </a:lnTo>
                    <a:lnTo>
                      <a:pt x="354" y="132"/>
                    </a:lnTo>
                    <a:lnTo>
                      <a:pt x="344" y="123"/>
                    </a:lnTo>
                    <a:lnTo>
                      <a:pt x="331" y="117"/>
                    </a:lnTo>
                    <a:lnTo>
                      <a:pt x="316" y="111"/>
                    </a:lnTo>
                    <a:lnTo>
                      <a:pt x="304" y="105"/>
                    </a:lnTo>
                    <a:lnTo>
                      <a:pt x="289" y="102"/>
                    </a:lnTo>
                    <a:lnTo>
                      <a:pt x="273" y="100"/>
                    </a:lnTo>
                    <a:lnTo>
                      <a:pt x="273" y="10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16" name="Group 15"/>
          <p:cNvGrpSpPr/>
          <p:nvPr/>
        </p:nvGrpSpPr>
        <p:grpSpPr>
          <a:xfrm>
            <a:off x="1468190" y="3395192"/>
            <a:ext cx="1622739" cy="1622739"/>
            <a:chOff x="1468190" y="3395192"/>
            <a:chExt cx="1622739" cy="1622739"/>
          </a:xfrm>
        </p:grpSpPr>
        <p:sp>
          <p:nvSpPr>
            <p:cNvPr id="5" name="Oval 4"/>
            <p:cNvSpPr/>
            <p:nvPr/>
          </p:nvSpPr>
          <p:spPr>
            <a:xfrm>
              <a:off x="1468190" y="3395192"/>
              <a:ext cx="1622739" cy="1622739"/>
            </a:xfrm>
            <a:prstGeom prst="ellipse">
              <a:avLst/>
            </a:prstGeom>
            <a:solidFill>
              <a:schemeClr val="accent1"/>
            </a:solidFill>
            <a:ln w="57150">
              <a:solidFill>
                <a:schemeClr val="bg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6" name="组合 29"/>
            <p:cNvGrpSpPr/>
            <p:nvPr/>
          </p:nvGrpSpPr>
          <p:grpSpPr>
            <a:xfrm>
              <a:off x="1867916" y="3859914"/>
              <a:ext cx="823286" cy="693294"/>
              <a:chOff x="3675063" y="1296988"/>
              <a:chExt cx="1749425" cy="1473200"/>
            </a:xfrm>
            <a:solidFill>
              <a:schemeClr val="tx1"/>
            </a:solidFill>
          </p:grpSpPr>
          <p:sp>
            <p:nvSpPr>
              <p:cNvPr id="47" name="Freeform 46"/>
              <p:cNvSpPr/>
              <p:nvPr/>
            </p:nvSpPr>
            <p:spPr bwMode="auto">
              <a:xfrm>
                <a:off x="4303713" y="1460500"/>
                <a:ext cx="503237" cy="501650"/>
              </a:xfrm>
              <a:custGeom>
                <a:avLst/>
                <a:gdLst>
                  <a:gd name="T0" fmla="*/ 317 w 317"/>
                  <a:gd name="T1" fmla="*/ 158 h 316"/>
                  <a:gd name="T2" fmla="*/ 312 w 317"/>
                  <a:gd name="T3" fmla="*/ 191 h 316"/>
                  <a:gd name="T4" fmla="*/ 304 w 317"/>
                  <a:gd name="T5" fmla="*/ 220 h 316"/>
                  <a:gd name="T6" fmla="*/ 290 w 317"/>
                  <a:gd name="T7" fmla="*/ 247 h 316"/>
                  <a:gd name="T8" fmla="*/ 271 w 317"/>
                  <a:gd name="T9" fmla="*/ 270 h 316"/>
                  <a:gd name="T10" fmla="*/ 246 w 317"/>
                  <a:gd name="T11" fmla="*/ 289 h 316"/>
                  <a:gd name="T12" fmla="*/ 219 w 317"/>
                  <a:gd name="T13" fmla="*/ 304 h 316"/>
                  <a:gd name="T14" fmla="*/ 190 w 317"/>
                  <a:gd name="T15" fmla="*/ 314 h 316"/>
                  <a:gd name="T16" fmla="*/ 158 w 317"/>
                  <a:gd name="T17" fmla="*/ 316 h 316"/>
                  <a:gd name="T18" fmla="*/ 142 w 317"/>
                  <a:gd name="T19" fmla="*/ 316 h 316"/>
                  <a:gd name="T20" fmla="*/ 110 w 317"/>
                  <a:gd name="T21" fmla="*/ 310 h 316"/>
                  <a:gd name="T22" fmla="*/ 83 w 317"/>
                  <a:gd name="T23" fmla="*/ 297 h 316"/>
                  <a:gd name="T24" fmla="*/ 56 w 317"/>
                  <a:gd name="T25" fmla="*/ 281 h 316"/>
                  <a:gd name="T26" fmla="*/ 35 w 317"/>
                  <a:gd name="T27" fmla="*/ 260 h 316"/>
                  <a:gd name="T28" fmla="*/ 19 w 317"/>
                  <a:gd name="T29" fmla="*/ 235 h 316"/>
                  <a:gd name="T30" fmla="*/ 6 w 317"/>
                  <a:gd name="T31" fmla="*/ 206 h 316"/>
                  <a:gd name="T32" fmla="*/ 0 w 317"/>
                  <a:gd name="T33" fmla="*/ 175 h 316"/>
                  <a:gd name="T34" fmla="*/ 0 w 317"/>
                  <a:gd name="T35" fmla="*/ 158 h 316"/>
                  <a:gd name="T36" fmla="*/ 2 w 317"/>
                  <a:gd name="T37" fmla="*/ 127 h 316"/>
                  <a:gd name="T38" fmla="*/ 12 w 317"/>
                  <a:gd name="T39" fmla="*/ 97 h 316"/>
                  <a:gd name="T40" fmla="*/ 27 w 317"/>
                  <a:gd name="T41" fmla="*/ 70 h 316"/>
                  <a:gd name="T42" fmla="*/ 46 w 317"/>
                  <a:gd name="T43" fmla="*/ 47 h 316"/>
                  <a:gd name="T44" fmla="*/ 69 w 317"/>
                  <a:gd name="T45" fmla="*/ 27 h 316"/>
                  <a:gd name="T46" fmla="*/ 96 w 317"/>
                  <a:gd name="T47" fmla="*/ 12 h 316"/>
                  <a:gd name="T48" fmla="*/ 125 w 317"/>
                  <a:gd name="T49" fmla="*/ 4 h 316"/>
                  <a:gd name="T50" fmla="*/ 158 w 317"/>
                  <a:gd name="T51" fmla="*/ 0 h 316"/>
                  <a:gd name="T52" fmla="*/ 175 w 317"/>
                  <a:gd name="T53" fmla="*/ 2 h 316"/>
                  <a:gd name="T54" fmla="*/ 204 w 317"/>
                  <a:gd name="T55" fmla="*/ 8 h 316"/>
                  <a:gd name="T56" fmla="*/ 233 w 317"/>
                  <a:gd name="T57" fmla="*/ 20 h 316"/>
                  <a:gd name="T58" fmla="*/ 258 w 317"/>
                  <a:gd name="T59" fmla="*/ 37 h 316"/>
                  <a:gd name="T60" fmla="*/ 279 w 317"/>
                  <a:gd name="T61" fmla="*/ 58 h 316"/>
                  <a:gd name="T62" fmla="*/ 298 w 317"/>
                  <a:gd name="T63" fmla="*/ 83 h 316"/>
                  <a:gd name="T64" fmla="*/ 308 w 317"/>
                  <a:gd name="T65" fmla="*/ 112 h 316"/>
                  <a:gd name="T66" fmla="*/ 315 w 317"/>
                  <a:gd name="T67" fmla="*/ 143 h 316"/>
                  <a:gd name="T68" fmla="*/ 317 w 317"/>
                  <a:gd name="T69" fmla="*/ 158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7" h="316">
                    <a:moveTo>
                      <a:pt x="317" y="158"/>
                    </a:moveTo>
                    <a:lnTo>
                      <a:pt x="317" y="158"/>
                    </a:lnTo>
                    <a:lnTo>
                      <a:pt x="315" y="175"/>
                    </a:lnTo>
                    <a:lnTo>
                      <a:pt x="312" y="191"/>
                    </a:lnTo>
                    <a:lnTo>
                      <a:pt x="308" y="206"/>
                    </a:lnTo>
                    <a:lnTo>
                      <a:pt x="304" y="220"/>
                    </a:lnTo>
                    <a:lnTo>
                      <a:pt x="298" y="235"/>
                    </a:lnTo>
                    <a:lnTo>
                      <a:pt x="290" y="247"/>
                    </a:lnTo>
                    <a:lnTo>
                      <a:pt x="279" y="260"/>
                    </a:lnTo>
                    <a:lnTo>
                      <a:pt x="271" y="270"/>
                    </a:lnTo>
                    <a:lnTo>
                      <a:pt x="258" y="281"/>
                    </a:lnTo>
                    <a:lnTo>
                      <a:pt x="246" y="289"/>
                    </a:lnTo>
                    <a:lnTo>
                      <a:pt x="233" y="297"/>
                    </a:lnTo>
                    <a:lnTo>
                      <a:pt x="219" y="304"/>
                    </a:lnTo>
                    <a:lnTo>
                      <a:pt x="204" y="310"/>
                    </a:lnTo>
                    <a:lnTo>
                      <a:pt x="190" y="314"/>
                    </a:lnTo>
                    <a:lnTo>
                      <a:pt x="175" y="316"/>
                    </a:lnTo>
                    <a:lnTo>
                      <a:pt x="158" y="316"/>
                    </a:lnTo>
                    <a:lnTo>
                      <a:pt x="158" y="316"/>
                    </a:lnTo>
                    <a:lnTo>
                      <a:pt x="142" y="316"/>
                    </a:lnTo>
                    <a:lnTo>
                      <a:pt x="125" y="314"/>
                    </a:lnTo>
                    <a:lnTo>
                      <a:pt x="110" y="310"/>
                    </a:lnTo>
                    <a:lnTo>
                      <a:pt x="96" y="304"/>
                    </a:lnTo>
                    <a:lnTo>
                      <a:pt x="83" y="297"/>
                    </a:lnTo>
                    <a:lnTo>
                      <a:pt x="69" y="289"/>
                    </a:lnTo>
                    <a:lnTo>
                      <a:pt x="56" y="281"/>
                    </a:lnTo>
                    <a:lnTo>
                      <a:pt x="46" y="270"/>
                    </a:lnTo>
                    <a:lnTo>
                      <a:pt x="35" y="260"/>
                    </a:lnTo>
                    <a:lnTo>
                      <a:pt x="27" y="247"/>
                    </a:lnTo>
                    <a:lnTo>
                      <a:pt x="19" y="235"/>
                    </a:lnTo>
                    <a:lnTo>
                      <a:pt x="12" y="220"/>
                    </a:lnTo>
                    <a:lnTo>
                      <a:pt x="6" y="206"/>
                    </a:lnTo>
                    <a:lnTo>
                      <a:pt x="2" y="191"/>
                    </a:lnTo>
                    <a:lnTo>
                      <a:pt x="0" y="175"/>
                    </a:lnTo>
                    <a:lnTo>
                      <a:pt x="0" y="158"/>
                    </a:lnTo>
                    <a:lnTo>
                      <a:pt x="0" y="158"/>
                    </a:lnTo>
                    <a:lnTo>
                      <a:pt x="0" y="143"/>
                    </a:lnTo>
                    <a:lnTo>
                      <a:pt x="2" y="127"/>
                    </a:lnTo>
                    <a:lnTo>
                      <a:pt x="6" y="112"/>
                    </a:lnTo>
                    <a:lnTo>
                      <a:pt x="12" y="97"/>
                    </a:lnTo>
                    <a:lnTo>
                      <a:pt x="19" y="83"/>
                    </a:lnTo>
                    <a:lnTo>
                      <a:pt x="27" y="70"/>
                    </a:lnTo>
                    <a:lnTo>
                      <a:pt x="35" y="58"/>
                    </a:lnTo>
                    <a:lnTo>
                      <a:pt x="46" y="47"/>
                    </a:lnTo>
                    <a:lnTo>
                      <a:pt x="56" y="37"/>
                    </a:lnTo>
                    <a:lnTo>
                      <a:pt x="69" y="27"/>
                    </a:lnTo>
                    <a:lnTo>
                      <a:pt x="83" y="20"/>
                    </a:lnTo>
                    <a:lnTo>
                      <a:pt x="96" y="12"/>
                    </a:lnTo>
                    <a:lnTo>
                      <a:pt x="110" y="8"/>
                    </a:lnTo>
                    <a:lnTo>
                      <a:pt x="125" y="4"/>
                    </a:lnTo>
                    <a:lnTo>
                      <a:pt x="142" y="2"/>
                    </a:lnTo>
                    <a:lnTo>
                      <a:pt x="158" y="0"/>
                    </a:lnTo>
                    <a:lnTo>
                      <a:pt x="158" y="0"/>
                    </a:lnTo>
                    <a:lnTo>
                      <a:pt x="175" y="2"/>
                    </a:lnTo>
                    <a:lnTo>
                      <a:pt x="190" y="4"/>
                    </a:lnTo>
                    <a:lnTo>
                      <a:pt x="204" y="8"/>
                    </a:lnTo>
                    <a:lnTo>
                      <a:pt x="219" y="12"/>
                    </a:lnTo>
                    <a:lnTo>
                      <a:pt x="233" y="20"/>
                    </a:lnTo>
                    <a:lnTo>
                      <a:pt x="246" y="27"/>
                    </a:lnTo>
                    <a:lnTo>
                      <a:pt x="258" y="37"/>
                    </a:lnTo>
                    <a:lnTo>
                      <a:pt x="271" y="47"/>
                    </a:lnTo>
                    <a:lnTo>
                      <a:pt x="279" y="58"/>
                    </a:lnTo>
                    <a:lnTo>
                      <a:pt x="290" y="70"/>
                    </a:lnTo>
                    <a:lnTo>
                      <a:pt x="298" y="83"/>
                    </a:lnTo>
                    <a:lnTo>
                      <a:pt x="304" y="97"/>
                    </a:lnTo>
                    <a:lnTo>
                      <a:pt x="308" y="112"/>
                    </a:lnTo>
                    <a:lnTo>
                      <a:pt x="312" y="127"/>
                    </a:lnTo>
                    <a:lnTo>
                      <a:pt x="315" y="143"/>
                    </a:lnTo>
                    <a:lnTo>
                      <a:pt x="317" y="158"/>
                    </a:lnTo>
                    <a:lnTo>
                      <a:pt x="317" y="15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 name="Freeform 47"/>
              <p:cNvSpPr/>
              <p:nvPr/>
            </p:nvSpPr>
            <p:spPr bwMode="auto">
              <a:xfrm>
                <a:off x="4114800" y="2008188"/>
                <a:ext cx="882650" cy="762000"/>
              </a:xfrm>
              <a:custGeom>
                <a:avLst/>
                <a:gdLst>
                  <a:gd name="T0" fmla="*/ 377 w 556"/>
                  <a:gd name="T1" fmla="*/ 0 h 480"/>
                  <a:gd name="T2" fmla="*/ 277 w 556"/>
                  <a:gd name="T3" fmla="*/ 117 h 480"/>
                  <a:gd name="T4" fmla="*/ 179 w 556"/>
                  <a:gd name="T5" fmla="*/ 0 h 480"/>
                  <a:gd name="T6" fmla="*/ 179 w 556"/>
                  <a:gd name="T7" fmla="*/ 0 h 480"/>
                  <a:gd name="T8" fmla="*/ 161 w 556"/>
                  <a:gd name="T9" fmla="*/ 11 h 480"/>
                  <a:gd name="T10" fmla="*/ 142 w 556"/>
                  <a:gd name="T11" fmla="*/ 21 h 480"/>
                  <a:gd name="T12" fmla="*/ 123 w 556"/>
                  <a:gd name="T13" fmla="*/ 34 h 480"/>
                  <a:gd name="T14" fmla="*/ 106 w 556"/>
                  <a:gd name="T15" fmla="*/ 48 h 480"/>
                  <a:gd name="T16" fmla="*/ 92 w 556"/>
                  <a:gd name="T17" fmla="*/ 63 h 480"/>
                  <a:gd name="T18" fmla="*/ 77 w 556"/>
                  <a:gd name="T19" fmla="*/ 82 h 480"/>
                  <a:gd name="T20" fmla="*/ 63 w 556"/>
                  <a:gd name="T21" fmla="*/ 98 h 480"/>
                  <a:gd name="T22" fmla="*/ 50 w 556"/>
                  <a:gd name="T23" fmla="*/ 117 h 480"/>
                  <a:gd name="T24" fmla="*/ 40 w 556"/>
                  <a:gd name="T25" fmla="*/ 138 h 480"/>
                  <a:gd name="T26" fmla="*/ 29 w 556"/>
                  <a:gd name="T27" fmla="*/ 159 h 480"/>
                  <a:gd name="T28" fmla="*/ 21 w 556"/>
                  <a:gd name="T29" fmla="*/ 182 h 480"/>
                  <a:gd name="T30" fmla="*/ 15 w 556"/>
                  <a:gd name="T31" fmla="*/ 205 h 480"/>
                  <a:gd name="T32" fmla="*/ 9 w 556"/>
                  <a:gd name="T33" fmla="*/ 228 h 480"/>
                  <a:gd name="T34" fmla="*/ 4 w 556"/>
                  <a:gd name="T35" fmla="*/ 253 h 480"/>
                  <a:gd name="T36" fmla="*/ 2 w 556"/>
                  <a:gd name="T37" fmla="*/ 278 h 480"/>
                  <a:gd name="T38" fmla="*/ 0 w 556"/>
                  <a:gd name="T39" fmla="*/ 303 h 480"/>
                  <a:gd name="T40" fmla="*/ 0 w 556"/>
                  <a:gd name="T41" fmla="*/ 303 h 480"/>
                  <a:gd name="T42" fmla="*/ 2 w 556"/>
                  <a:gd name="T43" fmla="*/ 330 h 480"/>
                  <a:gd name="T44" fmla="*/ 4 w 556"/>
                  <a:gd name="T45" fmla="*/ 357 h 480"/>
                  <a:gd name="T46" fmla="*/ 4 w 556"/>
                  <a:gd name="T47" fmla="*/ 357 h 480"/>
                  <a:gd name="T48" fmla="*/ 29 w 556"/>
                  <a:gd name="T49" fmla="*/ 384 h 480"/>
                  <a:gd name="T50" fmla="*/ 57 w 556"/>
                  <a:gd name="T51" fmla="*/ 409 h 480"/>
                  <a:gd name="T52" fmla="*/ 88 w 556"/>
                  <a:gd name="T53" fmla="*/ 430 h 480"/>
                  <a:gd name="T54" fmla="*/ 121 w 556"/>
                  <a:gd name="T55" fmla="*/ 446 h 480"/>
                  <a:gd name="T56" fmla="*/ 156 w 556"/>
                  <a:gd name="T57" fmla="*/ 461 h 480"/>
                  <a:gd name="T58" fmla="*/ 196 w 556"/>
                  <a:gd name="T59" fmla="*/ 471 h 480"/>
                  <a:gd name="T60" fmla="*/ 236 w 556"/>
                  <a:gd name="T61" fmla="*/ 478 h 480"/>
                  <a:gd name="T62" fmla="*/ 279 w 556"/>
                  <a:gd name="T63" fmla="*/ 480 h 480"/>
                  <a:gd name="T64" fmla="*/ 279 w 556"/>
                  <a:gd name="T65" fmla="*/ 480 h 480"/>
                  <a:gd name="T66" fmla="*/ 321 w 556"/>
                  <a:gd name="T67" fmla="*/ 478 h 480"/>
                  <a:gd name="T68" fmla="*/ 361 w 556"/>
                  <a:gd name="T69" fmla="*/ 471 h 480"/>
                  <a:gd name="T70" fmla="*/ 400 w 556"/>
                  <a:gd name="T71" fmla="*/ 461 h 480"/>
                  <a:gd name="T72" fmla="*/ 436 w 556"/>
                  <a:gd name="T73" fmla="*/ 446 h 480"/>
                  <a:gd name="T74" fmla="*/ 471 w 556"/>
                  <a:gd name="T75" fmla="*/ 430 h 480"/>
                  <a:gd name="T76" fmla="*/ 500 w 556"/>
                  <a:gd name="T77" fmla="*/ 409 h 480"/>
                  <a:gd name="T78" fmla="*/ 529 w 556"/>
                  <a:gd name="T79" fmla="*/ 384 h 480"/>
                  <a:gd name="T80" fmla="*/ 552 w 556"/>
                  <a:gd name="T81" fmla="*/ 357 h 480"/>
                  <a:gd name="T82" fmla="*/ 552 w 556"/>
                  <a:gd name="T83" fmla="*/ 357 h 480"/>
                  <a:gd name="T84" fmla="*/ 556 w 556"/>
                  <a:gd name="T85" fmla="*/ 330 h 480"/>
                  <a:gd name="T86" fmla="*/ 556 w 556"/>
                  <a:gd name="T87" fmla="*/ 303 h 480"/>
                  <a:gd name="T88" fmla="*/ 556 w 556"/>
                  <a:gd name="T89" fmla="*/ 303 h 480"/>
                  <a:gd name="T90" fmla="*/ 556 w 556"/>
                  <a:gd name="T91" fmla="*/ 278 h 480"/>
                  <a:gd name="T92" fmla="*/ 552 w 556"/>
                  <a:gd name="T93" fmla="*/ 253 h 480"/>
                  <a:gd name="T94" fmla="*/ 548 w 556"/>
                  <a:gd name="T95" fmla="*/ 228 h 480"/>
                  <a:gd name="T96" fmla="*/ 544 w 556"/>
                  <a:gd name="T97" fmla="*/ 203 h 480"/>
                  <a:gd name="T98" fmla="*/ 536 w 556"/>
                  <a:gd name="T99" fmla="*/ 180 h 480"/>
                  <a:gd name="T100" fmla="*/ 527 w 556"/>
                  <a:gd name="T101" fmla="*/ 159 h 480"/>
                  <a:gd name="T102" fmla="*/ 517 w 556"/>
                  <a:gd name="T103" fmla="*/ 138 h 480"/>
                  <a:gd name="T104" fmla="*/ 506 w 556"/>
                  <a:gd name="T105" fmla="*/ 117 h 480"/>
                  <a:gd name="T106" fmla="*/ 494 w 556"/>
                  <a:gd name="T107" fmla="*/ 98 h 480"/>
                  <a:gd name="T108" fmla="*/ 479 w 556"/>
                  <a:gd name="T109" fmla="*/ 80 h 480"/>
                  <a:gd name="T110" fmla="*/ 465 w 556"/>
                  <a:gd name="T111" fmla="*/ 63 h 480"/>
                  <a:gd name="T112" fmla="*/ 450 w 556"/>
                  <a:gd name="T113" fmla="*/ 48 h 480"/>
                  <a:gd name="T114" fmla="*/ 434 w 556"/>
                  <a:gd name="T115" fmla="*/ 34 h 480"/>
                  <a:gd name="T116" fmla="*/ 415 w 556"/>
                  <a:gd name="T117" fmla="*/ 21 h 480"/>
                  <a:gd name="T118" fmla="*/ 396 w 556"/>
                  <a:gd name="T119" fmla="*/ 11 h 480"/>
                  <a:gd name="T120" fmla="*/ 377 w 556"/>
                  <a:gd name="T121" fmla="*/ 0 h 480"/>
                  <a:gd name="T122" fmla="*/ 377 w 556"/>
                  <a:gd name="T123"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6" h="480">
                    <a:moveTo>
                      <a:pt x="377" y="0"/>
                    </a:moveTo>
                    <a:lnTo>
                      <a:pt x="277" y="117"/>
                    </a:lnTo>
                    <a:lnTo>
                      <a:pt x="179" y="0"/>
                    </a:lnTo>
                    <a:lnTo>
                      <a:pt x="179" y="0"/>
                    </a:lnTo>
                    <a:lnTo>
                      <a:pt x="161" y="11"/>
                    </a:lnTo>
                    <a:lnTo>
                      <a:pt x="142" y="21"/>
                    </a:lnTo>
                    <a:lnTo>
                      <a:pt x="123" y="34"/>
                    </a:lnTo>
                    <a:lnTo>
                      <a:pt x="106" y="48"/>
                    </a:lnTo>
                    <a:lnTo>
                      <a:pt x="92" y="63"/>
                    </a:lnTo>
                    <a:lnTo>
                      <a:pt x="77" y="82"/>
                    </a:lnTo>
                    <a:lnTo>
                      <a:pt x="63" y="98"/>
                    </a:lnTo>
                    <a:lnTo>
                      <a:pt x="50" y="117"/>
                    </a:lnTo>
                    <a:lnTo>
                      <a:pt x="40" y="138"/>
                    </a:lnTo>
                    <a:lnTo>
                      <a:pt x="29" y="159"/>
                    </a:lnTo>
                    <a:lnTo>
                      <a:pt x="21" y="182"/>
                    </a:lnTo>
                    <a:lnTo>
                      <a:pt x="15" y="205"/>
                    </a:lnTo>
                    <a:lnTo>
                      <a:pt x="9" y="228"/>
                    </a:lnTo>
                    <a:lnTo>
                      <a:pt x="4" y="253"/>
                    </a:lnTo>
                    <a:lnTo>
                      <a:pt x="2" y="278"/>
                    </a:lnTo>
                    <a:lnTo>
                      <a:pt x="0" y="303"/>
                    </a:lnTo>
                    <a:lnTo>
                      <a:pt x="0" y="303"/>
                    </a:lnTo>
                    <a:lnTo>
                      <a:pt x="2" y="330"/>
                    </a:lnTo>
                    <a:lnTo>
                      <a:pt x="4" y="357"/>
                    </a:lnTo>
                    <a:lnTo>
                      <a:pt x="4" y="357"/>
                    </a:lnTo>
                    <a:lnTo>
                      <a:pt x="29" y="384"/>
                    </a:lnTo>
                    <a:lnTo>
                      <a:pt x="57" y="409"/>
                    </a:lnTo>
                    <a:lnTo>
                      <a:pt x="88" y="430"/>
                    </a:lnTo>
                    <a:lnTo>
                      <a:pt x="121" y="446"/>
                    </a:lnTo>
                    <a:lnTo>
                      <a:pt x="156" y="461"/>
                    </a:lnTo>
                    <a:lnTo>
                      <a:pt x="196" y="471"/>
                    </a:lnTo>
                    <a:lnTo>
                      <a:pt x="236" y="478"/>
                    </a:lnTo>
                    <a:lnTo>
                      <a:pt x="279" y="480"/>
                    </a:lnTo>
                    <a:lnTo>
                      <a:pt x="279" y="480"/>
                    </a:lnTo>
                    <a:lnTo>
                      <a:pt x="321" y="478"/>
                    </a:lnTo>
                    <a:lnTo>
                      <a:pt x="361" y="471"/>
                    </a:lnTo>
                    <a:lnTo>
                      <a:pt x="400" y="461"/>
                    </a:lnTo>
                    <a:lnTo>
                      <a:pt x="436" y="446"/>
                    </a:lnTo>
                    <a:lnTo>
                      <a:pt x="471" y="430"/>
                    </a:lnTo>
                    <a:lnTo>
                      <a:pt x="500" y="409"/>
                    </a:lnTo>
                    <a:lnTo>
                      <a:pt x="529" y="384"/>
                    </a:lnTo>
                    <a:lnTo>
                      <a:pt x="552" y="357"/>
                    </a:lnTo>
                    <a:lnTo>
                      <a:pt x="552" y="357"/>
                    </a:lnTo>
                    <a:lnTo>
                      <a:pt x="556" y="330"/>
                    </a:lnTo>
                    <a:lnTo>
                      <a:pt x="556" y="303"/>
                    </a:lnTo>
                    <a:lnTo>
                      <a:pt x="556" y="303"/>
                    </a:lnTo>
                    <a:lnTo>
                      <a:pt x="556" y="278"/>
                    </a:lnTo>
                    <a:lnTo>
                      <a:pt x="552" y="253"/>
                    </a:lnTo>
                    <a:lnTo>
                      <a:pt x="548" y="228"/>
                    </a:lnTo>
                    <a:lnTo>
                      <a:pt x="544" y="203"/>
                    </a:lnTo>
                    <a:lnTo>
                      <a:pt x="536" y="180"/>
                    </a:lnTo>
                    <a:lnTo>
                      <a:pt x="527" y="159"/>
                    </a:lnTo>
                    <a:lnTo>
                      <a:pt x="517" y="138"/>
                    </a:lnTo>
                    <a:lnTo>
                      <a:pt x="506" y="117"/>
                    </a:lnTo>
                    <a:lnTo>
                      <a:pt x="494" y="98"/>
                    </a:lnTo>
                    <a:lnTo>
                      <a:pt x="479" y="80"/>
                    </a:lnTo>
                    <a:lnTo>
                      <a:pt x="465" y="63"/>
                    </a:lnTo>
                    <a:lnTo>
                      <a:pt x="450" y="48"/>
                    </a:lnTo>
                    <a:lnTo>
                      <a:pt x="434" y="34"/>
                    </a:lnTo>
                    <a:lnTo>
                      <a:pt x="415" y="21"/>
                    </a:lnTo>
                    <a:lnTo>
                      <a:pt x="396" y="11"/>
                    </a:lnTo>
                    <a:lnTo>
                      <a:pt x="377" y="0"/>
                    </a:lnTo>
                    <a:lnTo>
                      <a:pt x="377"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 name="Freeform 48"/>
              <p:cNvSpPr/>
              <p:nvPr/>
            </p:nvSpPr>
            <p:spPr bwMode="auto">
              <a:xfrm>
                <a:off x="4789488" y="1296988"/>
                <a:ext cx="457200" cy="463550"/>
              </a:xfrm>
              <a:custGeom>
                <a:avLst/>
                <a:gdLst>
                  <a:gd name="T0" fmla="*/ 140 w 288"/>
                  <a:gd name="T1" fmla="*/ 0 h 292"/>
                  <a:gd name="T2" fmla="*/ 140 w 288"/>
                  <a:gd name="T3" fmla="*/ 0 h 292"/>
                  <a:gd name="T4" fmla="*/ 115 w 288"/>
                  <a:gd name="T5" fmla="*/ 3 h 292"/>
                  <a:gd name="T6" fmla="*/ 92 w 288"/>
                  <a:gd name="T7" fmla="*/ 7 h 292"/>
                  <a:gd name="T8" fmla="*/ 71 w 288"/>
                  <a:gd name="T9" fmla="*/ 17 h 292"/>
                  <a:gd name="T10" fmla="*/ 50 w 288"/>
                  <a:gd name="T11" fmla="*/ 30 h 292"/>
                  <a:gd name="T12" fmla="*/ 34 w 288"/>
                  <a:gd name="T13" fmla="*/ 46 h 292"/>
                  <a:gd name="T14" fmla="*/ 19 w 288"/>
                  <a:gd name="T15" fmla="*/ 65 h 292"/>
                  <a:gd name="T16" fmla="*/ 9 w 288"/>
                  <a:gd name="T17" fmla="*/ 86 h 292"/>
                  <a:gd name="T18" fmla="*/ 0 w 288"/>
                  <a:gd name="T19" fmla="*/ 109 h 292"/>
                  <a:gd name="T20" fmla="*/ 0 w 288"/>
                  <a:gd name="T21" fmla="*/ 109 h 292"/>
                  <a:gd name="T22" fmla="*/ 15 w 288"/>
                  <a:gd name="T23" fmla="*/ 123 h 292"/>
                  <a:gd name="T24" fmla="*/ 27 w 288"/>
                  <a:gd name="T25" fmla="*/ 140 h 292"/>
                  <a:gd name="T26" fmla="*/ 38 w 288"/>
                  <a:gd name="T27" fmla="*/ 159 h 292"/>
                  <a:gd name="T28" fmla="*/ 48 w 288"/>
                  <a:gd name="T29" fmla="*/ 178 h 292"/>
                  <a:gd name="T30" fmla="*/ 54 w 288"/>
                  <a:gd name="T31" fmla="*/ 196 h 292"/>
                  <a:gd name="T32" fmla="*/ 61 w 288"/>
                  <a:gd name="T33" fmla="*/ 217 h 292"/>
                  <a:gd name="T34" fmla="*/ 65 w 288"/>
                  <a:gd name="T35" fmla="*/ 240 h 292"/>
                  <a:gd name="T36" fmla="*/ 65 w 288"/>
                  <a:gd name="T37" fmla="*/ 261 h 292"/>
                  <a:gd name="T38" fmla="*/ 65 w 288"/>
                  <a:gd name="T39" fmla="*/ 261 h 292"/>
                  <a:gd name="T40" fmla="*/ 65 w 288"/>
                  <a:gd name="T41" fmla="*/ 271 h 292"/>
                  <a:gd name="T42" fmla="*/ 65 w 288"/>
                  <a:gd name="T43" fmla="*/ 271 h 292"/>
                  <a:gd name="T44" fmla="*/ 81 w 288"/>
                  <a:gd name="T45" fmla="*/ 280 h 292"/>
                  <a:gd name="T46" fmla="*/ 100 w 288"/>
                  <a:gd name="T47" fmla="*/ 286 h 292"/>
                  <a:gd name="T48" fmla="*/ 119 w 288"/>
                  <a:gd name="T49" fmla="*/ 290 h 292"/>
                  <a:gd name="T50" fmla="*/ 140 w 288"/>
                  <a:gd name="T51" fmla="*/ 292 h 292"/>
                  <a:gd name="T52" fmla="*/ 140 w 288"/>
                  <a:gd name="T53" fmla="*/ 292 h 292"/>
                  <a:gd name="T54" fmla="*/ 154 w 288"/>
                  <a:gd name="T55" fmla="*/ 292 h 292"/>
                  <a:gd name="T56" fmla="*/ 169 w 288"/>
                  <a:gd name="T57" fmla="*/ 290 h 292"/>
                  <a:gd name="T58" fmla="*/ 184 w 288"/>
                  <a:gd name="T59" fmla="*/ 286 h 292"/>
                  <a:gd name="T60" fmla="*/ 198 w 288"/>
                  <a:gd name="T61" fmla="*/ 282 h 292"/>
                  <a:gd name="T62" fmla="*/ 211 w 288"/>
                  <a:gd name="T63" fmla="*/ 275 h 292"/>
                  <a:gd name="T64" fmla="*/ 223 w 288"/>
                  <a:gd name="T65" fmla="*/ 267 h 292"/>
                  <a:gd name="T66" fmla="*/ 234 w 288"/>
                  <a:gd name="T67" fmla="*/ 259 h 292"/>
                  <a:gd name="T68" fmla="*/ 244 w 288"/>
                  <a:gd name="T69" fmla="*/ 250 h 292"/>
                  <a:gd name="T70" fmla="*/ 254 w 288"/>
                  <a:gd name="T71" fmla="*/ 240 h 292"/>
                  <a:gd name="T72" fmla="*/ 263 w 288"/>
                  <a:gd name="T73" fmla="*/ 228 h 292"/>
                  <a:gd name="T74" fmla="*/ 269 w 288"/>
                  <a:gd name="T75" fmla="*/ 215 h 292"/>
                  <a:gd name="T76" fmla="*/ 275 w 288"/>
                  <a:gd name="T77" fmla="*/ 203 h 292"/>
                  <a:gd name="T78" fmla="*/ 279 w 288"/>
                  <a:gd name="T79" fmla="*/ 190 h 292"/>
                  <a:gd name="T80" fmla="*/ 284 w 288"/>
                  <a:gd name="T81" fmla="*/ 175 h 292"/>
                  <a:gd name="T82" fmla="*/ 286 w 288"/>
                  <a:gd name="T83" fmla="*/ 161 h 292"/>
                  <a:gd name="T84" fmla="*/ 288 w 288"/>
                  <a:gd name="T85" fmla="*/ 146 h 292"/>
                  <a:gd name="T86" fmla="*/ 288 w 288"/>
                  <a:gd name="T87" fmla="*/ 146 h 292"/>
                  <a:gd name="T88" fmla="*/ 286 w 288"/>
                  <a:gd name="T89" fmla="*/ 132 h 292"/>
                  <a:gd name="T90" fmla="*/ 284 w 288"/>
                  <a:gd name="T91" fmla="*/ 117 h 292"/>
                  <a:gd name="T92" fmla="*/ 279 w 288"/>
                  <a:gd name="T93" fmla="*/ 103 h 292"/>
                  <a:gd name="T94" fmla="*/ 275 w 288"/>
                  <a:gd name="T95" fmla="*/ 90 h 292"/>
                  <a:gd name="T96" fmla="*/ 269 w 288"/>
                  <a:gd name="T97" fmla="*/ 75 h 292"/>
                  <a:gd name="T98" fmla="*/ 263 w 288"/>
                  <a:gd name="T99" fmla="*/ 65 h 292"/>
                  <a:gd name="T100" fmla="*/ 254 w 288"/>
                  <a:gd name="T101" fmla="*/ 53 h 292"/>
                  <a:gd name="T102" fmla="*/ 244 w 288"/>
                  <a:gd name="T103" fmla="*/ 42 h 292"/>
                  <a:gd name="T104" fmla="*/ 234 w 288"/>
                  <a:gd name="T105" fmla="*/ 34 h 292"/>
                  <a:gd name="T106" fmla="*/ 223 w 288"/>
                  <a:gd name="T107" fmla="*/ 25 h 292"/>
                  <a:gd name="T108" fmla="*/ 211 w 288"/>
                  <a:gd name="T109" fmla="*/ 17 h 292"/>
                  <a:gd name="T110" fmla="*/ 198 w 288"/>
                  <a:gd name="T111" fmla="*/ 11 h 292"/>
                  <a:gd name="T112" fmla="*/ 184 w 288"/>
                  <a:gd name="T113" fmla="*/ 7 h 292"/>
                  <a:gd name="T114" fmla="*/ 169 w 288"/>
                  <a:gd name="T115" fmla="*/ 3 h 292"/>
                  <a:gd name="T116" fmla="*/ 154 w 288"/>
                  <a:gd name="T117" fmla="*/ 0 h 292"/>
                  <a:gd name="T118" fmla="*/ 140 w 288"/>
                  <a:gd name="T119" fmla="*/ 0 h 292"/>
                  <a:gd name="T120" fmla="*/ 140 w 288"/>
                  <a:gd name="T121"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8" h="292">
                    <a:moveTo>
                      <a:pt x="140" y="0"/>
                    </a:moveTo>
                    <a:lnTo>
                      <a:pt x="140" y="0"/>
                    </a:lnTo>
                    <a:lnTo>
                      <a:pt x="115" y="3"/>
                    </a:lnTo>
                    <a:lnTo>
                      <a:pt x="92" y="7"/>
                    </a:lnTo>
                    <a:lnTo>
                      <a:pt x="71" y="17"/>
                    </a:lnTo>
                    <a:lnTo>
                      <a:pt x="50" y="30"/>
                    </a:lnTo>
                    <a:lnTo>
                      <a:pt x="34" y="46"/>
                    </a:lnTo>
                    <a:lnTo>
                      <a:pt x="19" y="65"/>
                    </a:lnTo>
                    <a:lnTo>
                      <a:pt x="9" y="86"/>
                    </a:lnTo>
                    <a:lnTo>
                      <a:pt x="0" y="109"/>
                    </a:lnTo>
                    <a:lnTo>
                      <a:pt x="0" y="109"/>
                    </a:lnTo>
                    <a:lnTo>
                      <a:pt x="15" y="123"/>
                    </a:lnTo>
                    <a:lnTo>
                      <a:pt x="27" y="140"/>
                    </a:lnTo>
                    <a:lnTo>
                      <a:pt x="38" y="159"/>
                    </a:lnTo>
                    <a:lnTo>
                      <a:pt x="48" y="178"/>
                    </a:lnTo>
                    <a:lnTo>
                      <a:pt x="54" y="196"/>
                    </a:lnTo>
                    <a:lnTo>
                      <a:pt x="61" y="217"/>
                    </a:lnTo>
                    <a:lnTo>
                      <a:pt x="65" y="240"/>
                    </a:lnTo>
                    <a:lnTo>
                      <a:pt x="65" y="261"/>
                    </a:lnTo>
                    <a:lnTo>
                      <a:pt x="65" y="261"/>
                    </a:lnTo>
                    <a:lnTo>
                      <a:pt x="65" y="271"/>
                    </a:lnTo>
                    <a:lnTo>
                      <a:pt x="65" y="271"/>
                    </a:lnTo>
                    <a:lnTo>
                      <a:pt x="81" y="280"/>
                    </a:lnTo>
                    <a:lnTo>
                      <a:pt x="100" y="286"/>
                    </a:lnTo>
                    <a:lnTo>
                      <a:pt x="119" y="290"/>
                    </a:lnTo>
                    <a:lnTo>
                      <a:pt x="140" y="292"/>
                    </a:lnTo>
                    <a:lnTo>
                      <a:pt x="140" y="292"/>
                    </a:lnTo>
                    <a:lnTo>
                      <a:pt x="154" y="292"/>
                    </a:lnTo>
                    <a:lnTo>
                      <a:pt x="169" y="290"/>
                    </a:lnTo>
                    <a:lnTo>
                      <a:pt x="184" y="286"/>
                    </a:lnTo>
                    <a:lnTo>
                      <a:pt x="198" y="282"/>
                    </a:lnTo>
                    <a:lnTo>
                      <a:pt x="211" y="275"/>
                    </a:lnTo>
                    <a:lnTo>
                      <a:pt x="223" y="267"/>
                    </a:lnTo>
                    <a:lnTo>
                      <a:pt x="234" y="259"/>
                    </a:lnTo>
                    <a:lnTo>
                      <a:pt x="244" y="250"/>
                    </a:lnTo>
                    <a:lnTo>
                      <a:pt x="254" y="240"/>
                    </a:lnTo>
                    <a:lnTo>
                      <a:pt x="263" y="228"/>
                    </a:lnTo>
                    <a:lnTo>
                      <a:pt x="269" y="215"/>
                    </a:lnTo>
                    <a:lnTo>
                      <a:pt x="275" y="203"/>
                    </a:lnTo>
                    <a:lnTo>
                      <a:pt x="279" y="190"/>
                    </a:lnTo>
                    <a:lnTo>
                      <a:pt x="284" y="175"/>
                    </a:lnTo>
                    <a:lnTo>
                      <a:pt x="286" y="161"/>
                    </a:lnTo>
                    <a:lnTo>
                      <a:pt x="288" y="146"/>
                    </a:lnTo>
                    <a:lnTo>
                      <a:pt x="288" y="146"/>
                    </a:lnTo>
                    <a:lnTo>
                      <a:pt x="286" y="132"/>
                    </a:lnTo>
                    <a:lnTo>
                      <a:pt x="284" y="117"/>
                    </a:lnTo>
                    <a:lnTo>
                      <a:pt x="279" y="103"/>
                    </a:lnTo>
                    <a:lnTo>
                      <a:pt x="275" y="90"/>
                    </a:lnTo>
                    <a:lnTo>
                      <a:pt x="269" y="75"/>
                    </a:lnTo>
                    <a:lnTo>
                      <a:pt x="263" y="65"/>
                    </a:lnTo>
                    <a:lnTo>
                      <a:pt x="254" y="53"/>
                    </a:lnTo>
                    <a:lnTo>
                      <a:pt x="244" y="42"/>
                    </a:lnTo>
                    <a:lnTo>
                      <a:pt x="234" y="34"/>
                    </a:lnTo>
                    <a:lnTo>
                      <a:pt x="223" y="25"/>
                    </a:lnTo>
                    <a:lnTo>
                      <a:pt x="211" y="17"/>
                    </a:lnTo>
                    <a:lnTo>
                      <a:pt x="198" y="11"/>
                    </a:lnTo>
                    <a:lnTo>
                      <a:pt x="184" y="7"/>
                    </a:lnTo>
                    <a:lnTo>
                      <a:pt x="169" y="3"/>
                    </a:lnTo>
                    <a:lnTo>
                      <a:pt x="154" y="0"/>
                    </a:lnTo>
                    <a:lnTo>
                      <a:pt x="140" y="0"/>
                    </a:lnTo>
                    <a:lnTo>
                      <a:pt x="140"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 name="Freeform 49"/>
              <p:cNvSpPr/>
              <p:nvPr/>
            </p:nvSpPr>
            <p:spPr bwMode="auto">
              <a:xfrm>
                <a:off x="3848100" y="1296988"/>
                <a:ext cx="458787" cy="463550"/>
              </a:xfrm>
              <a:custGeom>
                <a:avLst/>
                <a:gdLst>
                  <a:gd name="T0" fmla="*/ 231 w 289"/>
                  <a:gd name="T1" fmla="*/ 261 h 292"/>
                  <a:gd name="T2" fmla="*/ 231 w 289"/>
                  <a:gd name="T3" fmla="*/ 261 h 292"/>
                  <a:gd name="T4" fmla="*/ 233 w 289"/>
                  <a:gd name="T5" fmla="*/ 240 h 292"/>
                  <a:gd name="T6" fmla="*/ 235 w 289"/>
                  <a:gd name="T7" fmla="*/ 221 h 292"/>
                  <a:gd name="T8" fmla="*/ 241 w 289"/>
                  <a:gd name="T9" fmla="*/ 200 h 292"/>
                  <a:gd name="T10" fmla="*/ 247 w 289"/>
                  <a:gd name="T11" fmla="*/ 182 h 292"/>
                  <a:gd name="T12" fmla="*/ 256 w 289"/>
                  <a:gd name="T13" fmla="*/ 163 h 292"/>
                  <a:gd name="T14" fmla="*/ 266 w 289"/>
                  <a:gd name="T15" fmla="*/ 146 h 292"/>
                  <a:gd name="T16" fmla="*/ 277 w 289"/>
                  <a:gd name="T17" fmla="*/ 132 h 292"/>
                  <a:gd name="T18" fmla="*/ 289 w 289"/>
                  <a:gd name="T19" fmla="*/ 115 h 292"/>
                  <a:gd name="T20" fmla="*/ 289 w 289"/>
                  <a:gd name="T21" fmla="*/ 115 h 292"/>
                  <a:gd name="T22" fmla="*/ 283 w 289"/>
                  <a:gd name="T23" fmla="*/ 92 h 292"/>
                  <a:gd name="T24" fmla="*/ 272 w 289"/>
                  <a:gd name="T25" fmla="*/ 69 h 292"/>
                  <a:gd name="T26" fmla="*/ 258 w 289"/>
                  <a:gd name="T27" fmla="*/ 50 h 292"/>
                  <a:gd name="T28" fmla="*/ 239 w 289"/>
                  <a:gd name="T29" fmla="*/ 34 h 292"/>
                  <a:gd name="T30" fmla="*/ 218 w 289"/>
                  <a:gd name="T31" fmla="*/ 19 h 292"/>
                  <a:gd name="T32" fmla="*/ 197 w 289"/>
                  <a:gd name="T33" fmla="*/ 9 h 292"/>
                  <a:gd name="T34" fmla="*/ 172 w 289"/>
                  <a:gd name="T35" fmla="*/ 3 h 292"/>
                  <a:gd name="T36" fmla="*/ 147 w 289"/>
                  <a:gd name="T37" fmla="*/ 0 h 292"/>
                  <a:gd name="T38" fmla="*/ 147 w 289"/>
                  <a:gd name="T39" fmla="*/ 0 h 292"/>
                  <a:gd name="T40" fmla="*/ 131 w 289"/>
                  <a:gd name="T41" fmla="*/ 0 h 292"/>
                  <a:gd name="T42" fmla="*/ 116 w 289"/>
                  <a:gd name="T43" fmla="*/ 3 h 292"/>
                  <a:gd name="T44" fmla="*/ 104 w 289"/>
                  <a:gd name="T45" fmla="*/ 7 h 292"/>
                  <a:gd name="T46" fmla="*/ 89 w 289"/>
                  <a:gd name="T47" fmla="*/ 11 h 292"/>
                  <a:gd name="T48" fmla="*/ 77 w 289"/>
                  <a:gd name="T49" fmla="*/ 17 h 292"/>
                  <a:gd name="T50" fmla="*/ 64 w 289"/>
                  <a:gd name="T51" fmla="*/ 25 h 292"/>
                  <a:gd name="T52" fmla="*/ 54 w 289"/>
                  <a:gd name="T53" fmla="*/ 34 h 292"/>
                  <a:gd name="T54" fmla="*/ 43 w 289"/>
                  <a:gd name="T55" fmla="*/ 42 h 292"/>
                  <a:gd name="T56" fmla="*/ 33 w 289"/>
                  <a:gd name="T57" fmla="*/ 53 h 292"/>
                  <a:gd name="T58" fmla="*/ 25 w 289"/>
                  <a:gd name="T59" fmla="*/ 65 h 292"/>
                  <a:gd name="T60" fmla="*/ 18 w 289"/>
                  <a:gd name="T61" fmla="*/ 75 h 292"/>
                  <a:gd name="T62" fmla="*/ 12 w 289"/>
                  <a:gd name="T63" fmla="*/ 90 h 292"/>
                  <a:gd name="T64" fmla="*/ 6 w 289"/>
                  <a:gd name="T65" fmla="*/ 103 h 292"/>
                  <a:gd name="T66" fmla="*/ 4 w 289"/>
                  <a:gd name="T67" fmla="*/ 117 h 292"/>
                  <a:gd name="T68" fmla="*/ 2 w 289"/>
                  <a:gd name="T69" fmla="*/ 132 h 292"/>
                  <a:gd name="T70" fmla="*/ 0 w 289"/>
                  <a:gd name="T71" fmla="*/ 146 h 292"/>
                  <a:gd name="T72" fmla="*/ 0 w 289"/>
                  <a:gd name="T73" fmla="*/ 146 h 292"/>
                  <a:gd name="T74" fmla="*/ 2 w 289"/>
                  <a:gd name="T75" fmla="*/ 161 h 292"/>
                  <a:gd name="T76" fmla="*/ 4 w 289"/>
                  <a:gd name="T77" fmla="*/ 175 h 292"/>
                  <a:gd name="T78" fmla="*/ 6 w 289"/>
                  <a:gd name="T79" fmla="*/ 190 h 292"/>
                  <a:gd name="T80" fmla="*/ 12 w 289"/>
                  <a:gd name="T81" fmla="*/ 203 h 292"/>
                  <a:gd name="T82" fmla="*/ 18 w 289"/>
                  <a:gd name="T83" fmla="*/ 215 h 292"/>
                  <a:gd name="T84" fmla="*/ 25 w 289"/>
                  <a:gd name="T85" fmla="*/ 228 h 292"/>
                  <a:gd name="T86" fmla="*/ 33 w 289"/>
                  <a:gd name="T87" fmla="*/ 240 h 292"/>
                  <a:gd name="T88" fmla="*/ 43 w 289"/>
                  <a:gd name="T89" fmla="*/ 250 h 292"/>
                  <a:gd name="T90" fmla="*/ 54 w 289"/>
                  <a:gd name="T91" fmla="*/ 259 h 292"/>
                  <a:gd name="T92" fmla="*/ 64 w 289"/>
                  <a:gd name="T93" fmla="*/ 267 h 292"/>
                  <a:gd name="T94" fmla="*/ 77 w 289"/>
                  <a:gd name="T95" fmla="*/ 275 h 292"/>
                  <a:gd name="T96" fmla="*/ 89 w 289"/>
                  <a:gd name="T97" fmla="*/ 282 h 292"/>
                  <a:gd name="T98" fmla="*/ 104 w 289"/>
                  <a:gd name="T99" fmla="*/ 286 h 292"/>
                  <a:gd name="T100" fmla="*/ 116 w 289"/>
                  <a:gd name="T101" fmla="*/ 290 h 292"/>
                  <a:gd name="T102" fmla="*/ 131 w 289"/>
                  <a:gd name="T103" fmla="*/ 292 h 292"/>
                  <a:gd name="T104" fmla="*/ 147 w 289"/>
                  <a:gd name="T105" fmla="*/ 292 h 292"/>
                  <a:gd name="T106" fmla="*/ 147 w 289"/>
                  <a:gd name="T107" fmla="*/ 292 h 292"/>
                  <a:gd name="T108" fmla="*/ 170 w 289"/>
                  <a:gd name="T109" fmla="*/ 290 h 292"/>
                  <a:gd name="T110" fmla="*/ 191 w 289"/>
                  <a:gd name="T111" fmla="*/ 286 h 292"/>
                  <a:gd name="T112" fmla="*/ 212 w 289"/>
                  <a:gd name="T113" fmla="*/ 275 h 292"/>
                  <a:gd name="T114" fmla="*/ 233 w 289"/>
                  <a:gd name="T115" fmla="*/ 265 h 292"/>
                  <a:gd name="T116" fmla="*/ 233 w 289"/>
                  <a:gd name="T117" fmla="*/ 265 h 292"/>
                  <a:gd name="T118" fmla="*/ 231 w 289"/>
                  <a:gd name="T119" fmla="*/ 261 h 292"/>
                  <a:gd name="T120" fmla="*/ 231 w 289"/>
                  <a:gd name="T121" fmla="*/ 261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9" h="292">
                    <a:moveTo>
                      <a:pt x="231" y="261"/>
                    </a:moveTo>
                    <a:lnTo>
                      <a:pt x="231" y="261"/>
                    </a:lnTo>
                    <a:lnTo>
                      <a:pt x="233" y="240"/>
                    </a:lnTo>
                    <a:lnTo>
                      <a:pt x="235" y="221"/>
                    </a:lnTo>
                    <a:lnTo>
                      <a:pt x="241" y="200"/>
                    </a:lnTo>
                    <a:lnTo>
                      <a:pt x="247" y="182"/>
                    </a:lnTo>
                    <a:lnTo>
                      <a:pt x="256" y="163"/>
                    </a:lnTo>
                    <a:lnTo>
                      <a:pt x="266" y="146"/>
                    </a:lnTo>
                    <a:lnTo>
                      <a:pt x="277" y="132"/>
                    </a:lnTo>
                    <a:lnTo>
                      <a:pt x="289" y="115"/>
                    </a:lnTo>
                    <a:lnTo>
                      <a:pt x="289" y="115"/>
                    </a:lnTo>
                    <a:lnTo>
                      <a:pt x="283" y="92"/>
                    </a:lnTo>
                    <a:lnTo>
                      <a:pt x="272" y="69"/>
                    </a:lnTo>
                    <a:lnTo>
                      <a:pt x="258" y="50"/>
                    </a:lnTo>
                    <a:lnTo>
                      <a:pt x="239" y="34"/>
                    </a:lnTo>
                    <a:lnTo>
                      <a:pt x="218" y="19"/>
                    </a:lnTo>
                    <a:lnTo>
                      <a:pt x="197" y="9"/>
                    </a:lnTo>
                    <a:lnTo>
                      <a:pt x="172" y="3"/>
                    </a:lnTo>
                    <a:lnTo>
                      <a:pt x="147" y="0"/>
                    </a:lnTo>
                    <a:lnTo>
                      <a:pt x="147" y="0"/>
                    </a:lnTo>
                    <a:lnTo>
                      <a:pt x="131" y="0"/>
                    </a:lnTo>
                    <a:lnTo>
                      <a:pt x="116" y="3"/>
                    </a:lnTo>
                    <a:lnTo>
                      <a:pt x="104" y="7"/>
                    </a:lnTo>
                    <a:lnTo>
                      <a:pt x="89" y="11"/>
                    </a:lnTo>
                    <a:lnTo>
                      <a:pt x="77" y="17"/>
                    </a:lnTo>
                    <a:lnTo>
                      <a:pt x="64" y="25"/>
                    </a:lnTo>
                    <a:lnTo>
                      <a:pt x="54" y="34"/>
                    </a:lnTo>
                    <a:lnTo>
                      <a:pt x="43" y="42"/>
                    </a:lnTo>
                    <a:lnTo>
                      <a:pt x="33" y="53"/>
                    </a:lnTo>
                    <a:lnTo>
                      <a:pt x="25" y="65"/>
                    </a:lnTo>
                    <a:lnTo>
                      <a:pt x="18" y="75"/>
                    </a:lnTo>
                    <a:lnTo>
                      <a:pt x="12" y="90"/>
                    </a:lnTo>
                    <a:lnTo>
                      <a:pt x="6" y="103"/>
                    </a:lnTo>
                    <a:lnTo>
                      <a:pt x="4" y="117"/>
                    </a:lnTo>
                    <a:lnTo>
                      <a:pt x="2" y="132"/>
                    </a:lnTo>
                    <a:lnTo>
                      <a:pt x="0" y="146"/>
                    </a:lnTo>
                    <a:lnTo>
                      <a:pt x="0" y="146"/>
                    </a:lnTo>
                    <a:lnTo>
                      <a:pt x="2" y="161"/>
                    </a:lnTo>
                    <a:lnTo>
                      <a:pt x="4" y="175"/>
                    </a:lnTo>
                    <a:lnTo>
                      <a:pt x="6" y="190"/>
                    </a:lnTo>
                    <a:lnTo>
                      <a:pt x="12" y="203"/>
                    </a:lnTo>
                    <a:lnTo>
                      <a:pt x="18" y="215"/>
                    </a:lnTo>
                    <a:lnTo>
                      <a:pt x="25" y="228"/>
                    </a:lnTo>
                    <a:lnTo>
                      <a:pt x="33" y="240"/>
                    </a:lnTo>
                    <a:lnTo>
                      <a:pt x="43" y="250"/>
                    </a:lnTo>
                    <a:lnTo>
                      <a:pt x="54" y="259"/>
                    </a:lnTo>
                    <a:lnTo>
                      <a:pt x="64" y="267"/>
                    </a:lnTo>
                    <a:lnTo>
                      <a:pt x="77" y="275"/>
                    </a:lnTo>
                    <a:lnTo>
                      <a:pt x="89" y="282"/>
                    </a:lnTo>
                    <a:lnTo>
                      <a:pt x="104" y="286"/>
                    </a:lnTo>
                    <a:lnTo>
                      <a:pt x="116" y="290"/>
                    </a:lnTo>
                    <a:lnTo>
                      <a:pt x="131" y="292"/>
                    </a:lnTo>
                    <a:lnTo>
                      <a:pt x="147" y="292"/>
                    </a:lnTo>
                    <a:lnTo>
                      <a:pt x="147" y="292"/>
                    </a:lnTo>
                    <a:lnTo>
                      <a:pt x="170" y="290"/>
                    </a:lnTo>
                    <a:lnTo>
                      <a:pt x="191" y="286"/>
                    </a:lnTo>
                    <a:lnTo>
                      <a:pt x="212" y="275"/>
                    </a:lnTo>
                    <a:lnTo>
                      <a:pt x="233" y="265"/>
                    </a:lnTo>
                    <a:lnTo>
                      <a:pt x="233" y="265"/>
                    </a:lnTo>
                    <a:lnTo>
                      <a:pt x="231" y="261"/>
                    </a:lnTo>
                    <a:lnTo>
                      <a:pt x="231" y="26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 name="Freeform 50"/>
              <p:cNvSpPr/>
              <p:nvPr/>
            </p:nvSpPr>
            <p:spPr bwMode="auto">
              <a:xfrm>
                <a:off x="4792663" y="1803400"/>
                <a:ext cx="631825" cy="701675"/>
              </a:xfrm>
              <a:custGeom>
                <a:avLst/>
                <a:gdLst>
                  <a:gd name="T0" fmla="*/ 232 w 398"/>
                  <a:gd name="T1" fmla="*/ 0 h 442"/>
                  <a:gd name="T2" fmla="*/ 140 w 398"/>
                  <a:gd name="T3" fmla="*/ 109 h 442"/>
                  <a:gd name="T4" fmla="*/ 52 w 398"/>
                  <a:gd name="T5" fmla="*/ 6 h 442"/>
                  <a:gd name="T6" fmla="*/ 52 w 398"/>
                  <a:gd name="T7" fmla="*/ 6 h 442"/>
                  <a:gd name="T8" fmla="*/ 44 w 398"/>
                  <a:gd name="T9" fmla="*/ 31 h 442"/>
                  <a:gd name="T10" fmla="*/ 32 w 398"/>
                  <a:gd name="T11" fmla="*/ 54 h 442"/>
                  <a:gd name="T12" fmla="*/ 17 w 398"/>
                  <a:gd name="T13" fmla="*/ 75 h 442"/>
                  <a:gd name="T14" fmla="*/ 0 w 398"/>
                  <a:gd name="T15" fmla="*/ 94 h 442"/>
                  <a:gd name="T16" fmla="*/ 0 w 398"/>
                  <a:gd name="T17" fmla="*/ 94 h 442"/>
                  <a:gd name="T18" fmla="*/ 21 w 398"/>
                  <a:gd name="T19" fmla="*/ 106 h 442"/>
                  <a:gd name="T20" fmla="*/ 40 w 398"/>
                  <a:gd name="T21" fmla="*/ 121 h 442"/>
                  <a:gd name="T22" fmla="*/ 59 w 398"/>
                  <a:gd name="T23" fmla="*/ 136 h 442"/>
                  <a:gd name="T24" fmla="*/ 77 w 398"/>
                  <a:gd name="T25" fmla="*/ 152 h 442"/>
                  <a:gd name="T26" fmla="*/ 92 w 398"/>
                  <a:gd name="T27" fmla="*/ 171 h 442"/>
                  <a:gd name="T28" fmla="*/ 109 w 398"/>
                  <a:gd name="T29" fmla="*/ 190 h 442"/>
                  <a:gd name="T30" fmla="*/ 121 w 398"/>
                  <a:gd name="T31" fmla="*/ 211 h 442"/>
                  <a:gd name="T32" fmla="*/ 134 w 398"/>
                  <a:gd name="T33" fmla="*/ 232 h 442"/>
                  <a:gd name="T34" fmla="*/ 146 w 398"/>
                  <a:gd name="T35" fmla="*/ 254 h 442"/>
                  <a:gd name="T36" fmla="*/ 157 w 398"/>
                  <a:gd name="T37" fmla="*/ 277 h 442"/>
                  <a:gd name="T38" fmla="*/ 165 w 398"/>
                  <a:gd name="T39" fmla="*/ 300 h 442"/>
                  <a:gd name="T40" fmla="*/ 171 w 398"/>
                  <a:gd name="T41" fmla="*/ 325 h 442"/>
                  <a:gd name="T42" fmla="*/ 177 w 398"/>
                  <a:gd name="T43" fmla="*/ 352 h 442"/>
                  <a:gd name="T44" fmla="*/ 182 w 398"/>
                  <a:gd name="T45" fmla="*/ 377 h 442"/>
                  <a:gd name="T46" fmla="*/ 184 w 398"/>
                  <a:gd name="T47" fmla="*/ 404 h 442"/>
                  <a:gd name="T48" fmla="*/ 184 w 398"/>
                  <a:gd name="T49" fmla="*/ 432 h 442"/>
                  <a:gd name="T50" fmla="*/ 184 w 398"/>
                  <a:gd name="T51" fmla="*/ 432 h 442"/>
                  <a:gd name="T52" fmla="*/ 184 w 398"/>
                  <a:gd name="T53" fmla="*/ 442 h 442"/>
                  <a:gd name="T54" fmla="*/ 184 w 398"/>
                  <a:gd name="T55" fmla="*/ 442 h 442"/>
                  <a:gd name="T56" fmla="*/ 217 w 398"/>
                  <a:gd name="T57" fmla="*/ 436 h 442"/>
                  <a:gd name="T58" fmla="*/ 246 w 398"/>
                  <a:gd name="T59" fmla="*/ 427 h 442"/>
                  <a:gd name="T60" fmla="*/ 277 w 398"/>
                  <a:gd name="T61" fmla="*/ 417 h 442"/>
                  <a:gd name="T62" fmla="*/ 304 w 398"/>
                  <a:gd name="T63" fmla="*/ 404 h 442"/>
                  <a:gd name="T64" fmla="*/ 329 w 398"/>
                  <a:gd name="T65" fmla="*/ 388 h 442"/>
                  <a:gd name="T66" fmla="*/ 352 w 398"/>
                  <a:gd name="T67" fmla="*/ 371 h 442"/>
                  <a:gd name="T68" fmla="*/ 375 w 398"/>
                  <a:gd name="T69" fmla="*/ 352 h 442"/>
                  <a:gd name="T70" fmla="*/ 394 w 398"/>
                  <a:gd name="T71" fmla="*/ 329 h 442"/>
                  <a:gd name="T72" fmla="*/ 394 w 398"/>
                  <a:gd name="T73" fmla="*/ 329 h 442"/>
                  <a:gd name="T74" fmla="*/ 396 w 398"/>
                  <a:gd name="T75" fmla="*/ 304 h 442"/>
                  <a:gd name="T76" fmla="*/ 398 w 398"/>
                  <a:gd name="T77" fmla="*/ 279 h 442"/>
                  <a:gd name="T78" fmla="*/ 398 w 398"/>
                  <a:gd name="T79" fmla="*/ 279 h 442"/>
                  <a:gd name="T80" fmla="*/ 396 w 398"/>
                  <a:gd name="T81" fmla="*/ 254 h 442"/>
                  <a:gd name="T82" fmla="*/ 394 w 398"/>
                  <a:gd name="T83" fmla="*/ 232 h 442"/>
                  <a:gd name="T84" fmla="*/ 390 w 398"/>
                  <a:gd name="T85" fmla="*/ 209 h 442"/>
                  <a:gd name="T86" fmla="*/ 386 w 398"/>
                  <a:gd name="T87" fmla="*/ 188 h 442"/>
                  <a:gd name="T88" fmla="*/ 377 w 398"/>
                  <a:gd name="T89" fmla="*/ 167 h 442"/>
                  <a:gd name="T90" fmla="*/ 371 w 398"/>
                  <a:gd name="T91" fmla="*/ 146 h 442"/>
                  <a:gd name="T92" fmla="*/ 361 w 398"/>
                  <a:gd name="T93" fmla="*/ 127 h 442"/>
                  <a:gd name="T94" fmla="*/ 350 w 398"/>
                  <a:gd name="T95" fmla="*/ 109 h 442"/>
                  <a:gd name="T96" fmla="*/ 340 w 398"/>
                  <a:gd name="T97" fmla="*/ 90 h 442"/>
                  <a:gd name="T98" fmla="*/ 327 w 398"/>
                  <a:gd name="T99" fmla="*/ 73 h 442"/>
                  <a:gd name="T100" fmla="*/ 313 w 398"/>
                  <a:gd name="T101" fmla="*/ 59 h 442"/>
                  <a:gd name="T102" fmla="*/ 298 w 398"/>
                  <a:gd name="T103" fmla="*/ 44 h 442"/>
                  <a:gd name="T104" fmla="*/ 284 w 398"/>
                  <a:gd name="T105" fmla="*/ 31 h 442"/>
                  <a:gd name="T106" fmla="*/ 267 w 398"/>
                  <a:gd name="T107" fmla="*/ 19 h 442"/>
                  <a:gd name="T108" fmla="*/ 250 w 398"/>
                  <a:gd name="T109" fmla="*/ 9 h 442"/>
                  <a:gd name="T110" fmla="*/ 232 w 398"/>
                  <a:gd name="T111" fmla="*/ 0 h 442"/>
                  <a:gd name="T112" fmla="*/ 232 w 398"/>
                  <a:gd name="T113" fmla="*/ 0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8" h="442">
                    <a:moveTo>
                      <a:pt x="232" y="0"/>
                    </a:moveTo>
                    <a:lnTo>
                      <a:pt x="140" y="109"/>
                    </a:lnTo>
                    <a:lnTo>
                      <a:pt x="52" y="6"/>
                    </a:lnTo>
                    <a:lnTo>
                      <a:pt x="52" y="6"/>
                    </a:lnTo>
                    <a:lnTo>
                      <a:pt x="44" y="31"/>
                    </a:lnTo>
                    <a:lnTo>
                      <a:pt x="32" y="54"/>
                    </a:lnTo>
                    <a:lnTo>
                      <a:pt x="17" y="75"/>
                    </a:lnTo>
                    <a:lnTo>
                      <a:pt x="0" y="94"/>
                    </a:lnTo>
                    <a:lnTo>
                      <a:pt x="0" y="94"/>
                    </a:lnTo>
                    <a:lnTo>
                      <a:pt x="21" y="106"/>
                    </a:lnTo>
                    <a:lnTo>
                      <a:pt x="40" y="121"/>
                    </a:lnTo>
                    <a:lnTo>
                      <a:pt x="59" y="136"/>
                    </a:lnTo>
                    <a:lnTo>
                      <a:pt x="77" y="152"/>
                    </a:lnTo>
                    <a:lnTo>
                      <a:pt x="92" y="171"/>
                    </a:lnTo>
                    <a:lnTo>
                      <a:pt x="109" y="190"/>
                    </a:lnTo>
                    <a:lnTo>
                      <a:pt x="121" y="211"/>
                    </a:lnTo>
                    <a:lnTo>
                      <a:pt x="134" y="232"/>
                    </a:lnTo>
                    <a:lnTo>
                      <a:pt x="146" y="254"/>
                    </a:lnTo>
                    <a:lnTo>
                      <a:pt x="157" y="277"/>
                    </a:lnTo>
                    <a:lnTo>
                      <a:pt x="165" y="300"/>
                    </a:lnTo>
                    <a:lnTo>
                      <a:pt x="171" y="325"/>
                    </a:lnTo>
                    <a:lnTo>
                      <a:pt x="177" y="352"/>
                    </a:lnTo>
                    <a:lnTo>
                      <a:pt x="182" y="377"/>
                    </a:lnTo>
                    <a:lnTo>
                      <a:pt x="184" y="404"/>
                    </a:lnTo>
                    <a:lnTo>
                      <a:pt x="184" y="432"/>
                    </a:lnTo>
                    <a:lnTo>
                      <a:pt x="184" y="432"/>
                    </a:lnTo>
                    <a:lnTo>
                      <a:pt x="184" y="442"/>
                    </a:lnTo>
                    <a:lnTo>
                      <a:pt x="184" y="442"/>
                    </a:lnTo>
                    <a:lnTo>
                      <a:pt x="217" y="436"/>
                    </a:lnTo>
                    <a:lnTo>
                      <a:pt x="246" y="427"/>
                    </a:lnTo>
                    <a:lnTo>
                      <a:pt x="277" y="417"/>
                    </a:lnTo>
                    <a:lnTo>
                      <a:pt x="304" y="404"/>
                    </a:lnTo>
                    <a:lnTo>
                      <a:pt x="329" y="388"/>
                    </a:lnTo>
                    <a:lnTo>
                      <a:pt x="352" y="371"/>
                    </a:lnTo>
                    <a:lnTo>
                      <a:pt x="375" y="352"/>
                    </a:lnTo>
                    <a:lnTo>
                      <a:pt x="394" y="329"/>
                    </a:lnTo>
                    <a:lnTo>
                      <a:pt x="394" y="329"/>
                    </a:lnTo>
                    <a:lnTo>
                      <a:pt x="396" y="304"/>
                    </a:lnTo>
                    <a:lnTo>
                      <a:pt x="398" y="279"/>
                    </a:lnTo>
                    <a:lnTo>
                      <a:pt x="398" y="279"/>
                    </a:lnTo>
                    <a:lnTo>
                      <a:pt x="396" y="254"/>
                    </a:lnTo>
                    <a:lnTo>
                      <a:pt x="394" y="232"/>
                    </a:lnTo>
                    <a:lnTo>
                      <a:pt x="390" y="209"/>
                    </a:lnTo>
                    <a:lnTo>
                      <a:pt x="386" y="188"/>
                    </a:lnTo>
                    <a:lnTo>
                      <a:pt x="377" y="167"/>
                    </a:lnTo>
                    <a:lnTo>
                      <a:pt x="371" y="146"/>
                    </a:lnTo>
                    <a:lnTo>
                      <a:pt x="361" y="127"/>
                    </a:lnTo>
                    <a:lnTo>
                      <a:pt x="350" y="109"/>
                    </a:lnTo>
                    <a:lnTo>
                      <a:pt x="340" y="90"/>
                    </a:lnTo>
                    <a:lnTo>
                      <a:pt x="327" y="73"/>
                    </a:lnTo>
                    <a:lnTo>
                      <a:pt x="313" y="59"/>
                    </a:lnTo>
                    <a:lnTo>
                      <a:pt x="298" y="44"/>
                    </a:lnTo>
                    <a:lnTo>
                      <a:pt x="284" y="31"/>
                    </a:lnTo>
                    <a:lnTo>
                      <a:pt x="267" y="19"/>
                    </a:lnTo>
                    <a:lnTo>
                      <a:pt x="250" y="9"/>
                    </a:lnTo>
                    <a:lnTo>
                      <a:pt x="232" y="0"/>
                    </a:lnTo>
                    <a:lnTo>
                      <a:pt x="232"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 name="Freeform 51"/>
              <p:cNvSpPr/>
              <p:nvPr/>
            </p:nvSpPr>
            <p:spPr bwMode="auto">
              <a:xfrm>
                <a:off x="3675063" y="1803400"/>
                <a:ext cx="641350" cy="701675"/>
              </a:xfrm>
              <a:custGeom>
                <a:avLst/>
                <a:gdLst>
                  <a:gd name="T0" fmla="*/ 223 w 404"/>
                  <a:gd name="T1" fmla="*/ 432 h 442"/>
                  <a:gd name="T2" fmla="*/ 223 w 404"/>
                  <a:gd name="T3" fmla="*/ 432 h 442"/>
                  <a:gd name="T4" fmla="*/ 223 w 404"/>
                  <a:gd name="T5" fmla="*/ 404 h 442"/>
                  <a:gd name="T6" fmla="*/ 227 w 404"/>
                  <a:gd name="T7" fmla="*/ 377 h 442"/>
                  <a:gd name="T8" fmla="*/ 231 w 404"/>
                  <a:gd name="T9" fmla="*/ 352 h 442"/>
                  <a:gd name="T10" fmla="*/ 236 w 404"/>
                  <a:gd name="T11" fmla="*/ 327 h 442"/>
                  <a:gd name="T12" fmla="*/ 244 w 404"/>
                  <a:gd name="T13" fmla="*/ 302 h 442"/>
                  <a:gd name="T14" fmla="*/ 252 w 404"/>
                  <a:gd name="T15" fmla="*/ 277 h 442"/>
                  <a:gd name="T16" fmla="*/ 261 w 404"/>
                  <a:gd name="T17" fmla="*/ 254 h 442"/>
                  <a:gd name="T18" fmla="*/ 273 w 404"/>
                  <a:gd name="T19" fmla="*/ 234 h 442"/>
                  <a:gd name="T20" fmla="*/ 286 w 404"/>
                  <a:gd name="T21" fmla="*/ 211 h 442"/>
                  <a:gd name="T22" fmla="*/ 298 w 404"/>
                  <a:gd name="T23" fmla="*/ 192 h 442"/>
                  <a:gd name="T24" fmla="*/ 313 w 404"/>
                  <a:gd name="T25" fmla="*/ 171 h 442"/>
                  <a:gd name="T26" fmla="*/ 329 w 404"/>
                  <a:gd name="T27" fmla="*/ 154 h 442"/>
                  <a:gd name="T28" fmla="*/ 348 w 404"/>
                  <a:gd name="T29" fmla="*/ 138 h 442"/>
                  <a:gd name="T30" fmla="*/ 365 w 404"/>
                  <a:gd name="T31" fmla="*/ 121 h 442"/>
                  <a:gd name="T32" fmla="*/ 386 w 404"/>
                  <a:gd name="T33" fmla="*/ 106 h 442"/>
                  <a:gd name="T34" fmla="*/ 404 w 404"/>
                  <a:gd name="T35" fmla="*/ 94 h 442"/>
                  <a:gd name="T36" fmla="*/ 404 w 404"/>
                  <a:gd name="T37" fmla="*/ 94 h 442"/>
                  <a:gd name="T38" fmla="*/ 388 w 404"/>
                  <a:gd name="T39" fmla="*/ 73 h 442"/>
                  <a:gd name="T40" fmla="*/ 371 w 404"/>
                  <a:gd name="T41" fmla="*/ 52 h 442"/>
                  <a:gd name="T42" fmla="*/ 358 w 404"/>
                  <a:gd name="T43" fmla="*/ 27 h 442"/>
                  <a:gd name="T44" fmla="*/ 348 w 404"/>
                  <a:gd name="T45" fmla="*/ 0 h 442"/>
                  <a:gd name="T46" fmla="*/ 348 w 404"/>
                  <a:gd name="T47" fmla="*/ 0 h 442"/>
                  <a:gd name="T48" fmla="*/ 256 w 404"/>
                  <a:gd name="T49" fmla="*/ 109 h 442"/>
                  <a:gd name="T50" fmla="*/ 165 w 404"/>
                  <a:gd name="T51" fmla="*/ 0 h 442"/>
                  <a:gd name="T52" fmla="*/ 165 w 404"/>
                  <a:gd name="T53" fmla="*/ 0 h 442"/>
                  <a:gd name="T54" fmla="*/ 148 w 404"/>
                  <a:gd name="T55" fmla="*/ 9 h 442"/>
                  <a:gd name="T56" fmla="*/ 129 w 404"/>
                  <a:gd name="T57" fmla="*/ 19 h 442"/>
                  <a:gd name="T58" fmla="*/ 115 w 404"/>
                  <a:gd name="T59" fmla="*/ 31 h 442"/>
                  <a:gd name="T60" fmla="*/ 98 w 404"/>
                  <a:gd name="T61" fmla="*/ 44 h 442"/>
                  <a:gd name="T62" fmla="*/ 84 w 404"/>
                  <a:gd name="T63" fmla="*/ 59 h 442"/>
                  <a:gd name="T64" fmla="*/ 71 w 404"/>
                  <a:gd name="T65" fmla="*/ 73 h 442"/>
                  <a:gd name="T66" fmla="*/ 59 w 404"/>
                  <a:gd name="T67" fmla="*/ 90 h 442"/>
                  <a:gd name="T68" fmla="*/ 46 w 404"/>
                  <a:gd name="T69" fmla="*/ 109 h 442"/>
                  <a:gd name="T70" fmla="*/ 36 w 404"/>
                  <a:gd name="T71" fmla="*/ 127 h 442"/>
                  <a:gd name="T72" fmla="*/ 27 w 404"/>
                  <a:gd name="T73" fmla="*/ 146 h 442"/>
                  <a:gd name="T74" fmla="*/ 19 w 404"/>
                  <a:gd name="T75" fmla="*/ 167 h 442"/>
                  <a:gd name="T76" fmla="*/ 13 w 404"/>
                  <a:gd name="T77" fmla="*/ 188 h 442"/>
                  <a:gd name="T78" fmla="*/ 6 w 404"/>
                  <a:gd name="T79" fmla="*/ 211 h 442"/>
                  <a:gd name="T80" fmla="*/ 4 w 404"/>
                  <a:gd name="T81" fmla="*/ 232 h 442"/>
                  <a:gd name="T82" fmla="*/ 0 w 404"/>
                  <a:gd name="T83" fmla="*/ 254 h 442"/>
                  <a:gd name="T84" fmla="*/ 0 w 404"/>
                  <a:gd name="T85" fmla="*/ 279 h 442"/>
                  <a:gd name="T86" fmla="*/ 0 w 404"/>
                  <a:gd name="T87" fmla="*/ 279 h 442"/>
                  <a:gd name="T88" fmla="*/ 2 w 404"/>
                  <a:gd name="T89" fmla="*/ 304 h 442"/>
                  <a:gd name="T90" fmla="*/ 4 w 404"/>
                  <a:gd name="T91" fmla="*/ 329 h 442"/>
                  <a:gd name="T92" fmla="*/ 4 w 404"/>
                  <a:gd name="T93" fmla="*/ 329 h 442"/>
                  <a:gd name="T94" fmla="*/ 23 w 404"/>
                  <a:gd name="T95" fmla="*/ 352 h 442"/>
                  <a:gd name="T96" fmla="*/ 46 w 404"/>
                  <a:gd name="T97" fmla="*/ 373 h 442"/>
                  <a:gd name="T98" fmla="*/ 71 w 404"/>
                  <a:gd name="T99" fmla="*/ 390 h 442"/>
                  <a:gd name="T100" fmla="*/ 98 w 404"/>
                  <a:gd name="T101" fmla="*/ 407 h 442"/>
                  <a:gd name="T102" fmla="*/ 127 w 404"/>
                  <a:gd name="T103" fmla="*/ 419 h 442"/>
                  <a:gd name="T104" fmla="*/ 159 w 404"/>
                  <a:gd name="T105" fmla="*/ 429 h 442"/>
                  <a:gd name="T106" fmla="*/ 190 w 404"/>
                  <a:gd name="T107" fmla="*/ 438 h 442"/>
                  <a:gd name="T108" fmla="*/ 223 w 404"/>
                  <a:gd name="T109" fmla="*/ 442 h 442"/>
                  <a:gd name="T110" fmla="*/ 223 w 404"/>
                  <a:gd name="T111" fmla="*/ 442 h 442"/>
                  <a:gd name="T112" fmla="*/ 223 w 404"/>
                  <a:gd name="T113" fmla="*/ 432 h 442"/>
                  <a:gd name="T114" fmla="*/ 223 w 404"/>
                  <a:gd name="T115" fmla="*/ 432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04" h="442">
                    <a:moveTo>
                      <a:pt x="223" y="432"/>
                    </a:moveTo>
                    <a:lnTo>
                      <a:pt x="223" y="432"/>
                    </a:lnTo>
                    <a:lnTo>
                      <a:pt x="223" y="404"/>
                    </a:lnTo>
                    <a:lnTo>
                      <a:pt x="227" y="377"/>
                    </a:lnTo>
                    <a:lnTo>
                      <a:pt x="231" y="352"/>
                    </a:lnTo>
                    <a:lnTo>
                      <a:pt x="236" y="327"/>
                    </a:lnTo>
                    <a:lnTo>
                      <a:pt x="244" y="302"/>
                    </a:lnTo>
                    <a:lnTo>
                      <a:pt x="252" y="277"/>
                    </a:lnTo>
                    <a:lnTo>
                      <a:pt x="261" y="254"/>
                    </a:lnTo>
                    <a:lnTo>
                      <a:pt x="273" y="234"/>
                    </a:lnTo>
                    <a:lnTo>
                      <a:pt x="286" y="211"/>
                    </a:lnTo>
                    <a:lnTo>
                      <a:pt x="298" y="192"/>
                    </a:lnTo>
                    <a:lnTo>
                      <a:pt x="313" y="171"/>
                    </a:lnTo>
                    <a:lnTo>
                      <a:pt x="329" y="154"/>
                    </a:lnTo>
                    <a:lnTo>
                      <a:pt x="348" y="138"/>
                    </a:lnTo>
                    <a:lnTo>
                      <a:pt x="365" y="121"/>
                    </a:lnTo>
                    <a:lnTo>
                      <a:pt x="386" y="106"/>
                    </a:lnTo>
                    <a:lnTo>
                      <a:pt x="404" y="94"/>
                    </a:lnTo>
                    <a:lnTo>
                      <a:pt x="404" y="94"/>
                    </a:lnTo>
                    <a:lnTo>
                      <a:pt x="388" y="73"/>
                    </a:lnTo>
                    <a:lnTo>
                      <a:pt x="371" y="52"/>
                    </a:lnTo>
                    <a:lnTo>
                      <a:pt x="358" y="27"/>
                    </a:lnTo>
                    <a:lnTo>
                      <a:pt x="348" y="0"/>
                    </a:lnTo>
                    <a:lnTo>
                      <a:pt x="348" y="0"/>
                    </a:lnTo>
                    <a:lnTo>
                      <a:pt x="256" y="109"/>
                    </a:lnTo>
                    <a:lnTo>
                      <a:pt x="165" y="0"/>
                    </a:lnTo>
                    <a:lnTo>
                      <a:pt x="165" y="0"/>
                    </a:lnTo>
                    <a:lnTo>
                      <a:pt x="148" y="9"/>
                    </a:lnTo>
                    <a:lnTo>
                      <a:pt x="129" y="19"/>
                    </a:lnTo>
                    <a:lnTo>
                      <a:pt x="115" y="31"/>
                    </a:lnTo>
                    <a:lnTo>
                      <a:pt x="98" y="44"/>
                    </a:lnTo>
                    <a:lnTo>
                      <a:pt x="84" y="59"/>
                    </a:lnTo>
                    <a:lnTo>
                      <a:pt x="71" y="73"/>
                    </a:lnTo>
                    <a:lnTo>
                      <a:pt x="59" y="90"/>
                    </a:lnTo>
                    <a:lnTo>
                      <a:pt x="46" y="109"/>
                    </a:lnTo>
                    <a:lnTo>
                      <a:pt x="36" y="127"/>
                    </a:lnTo>
                    <a:lnTo>
                      <a:pt x="27" y="146"/>
                    </a:lnTo>
                    <a:lnTo>
                      <a:pt x="19" y="167"/>
                    </a:lnTo>
                    <a:lnTo>
                      <a:pt x="13" y="188"/>
                    </a:lnTo>
                    <a:lnTo>
                      <a:pt x="6" y="211"/>
                    </a:lnTo>
                    <a:lnTo>
                      <a:pt x="4" y="232"/>
                    </a:lnTo>
                    <a:lnTo>
                      <a:pt x="0" y="254"/>
                    </a:lnTo>
                    <a:lnTo>
                      <a:pt x="0" y="279"/>
                    </a:lnTo>
                    <a:lnTo>
                      <a:pt x="0" y="279"/>
                    </a:lnTo>
                    <a:lnTo>
                      <a:pt x="2" y="304"/>
                    </a:lnTo>
                    <a:lnTo>
                      <a:pt x="4" y="329"/>
                    </a:lnTo>
                    <a:lnTo>
                      <a:pt x="4" y="329"/>
                    </a:lnTo>
                    <a:lnTo>
                      <a:pt x="23" y="352"/>
                    </a:lnTo>
                    <a:lnTo>
                      <a:pt x="46" y="373"/>
                    </a:lnTo>
                    <a:lnTo>
                      <a:pt x="71" y="390"/>
                    </a:lnTo>
                    <a:lnTo>
                      <a:pt x="98" y="407"/>
                    </a:lnTo>
                    <a:lnTo>
                      <a:pt x="127" y="419"/>
                    </a:lnTo>
                    <a:lnTo>
                      <a:pt x="159" y="429"/>
                    </a:lnTo>
                    <a:lnTo>
                      <a:pt x="190" y="438"/>
                    </a:lnTo>
                    <a:lnTo>
                      <a:pt x="223" y="442"/>
                    </a:lnTo>
                    <a:lnTo>
                      <a:pt x="223" y="442"/>
                    </a:lnTo>
                    <a:lnTo>
                      <a:pt x="223" y="432"/>
                    </a:lnTo>
                    <a:lnTo>
                      <a:pt x="223" y="43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pic>
        <p:nvPicPr>
          <p:cNvPr id="57" name="图片 5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136242864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anim calcmode="lin" valueType="num">
                                      <p:cBhvr>
                                        <p:cTn id="10" dur="500" fill="hold"/>
                                        <p:tgtEl>
                                          <p:spTgt spid="16"/>
                                        </p:tgtEl>
                                        <p:attrNameLst>
                                          <p:attrName>ppt_x</p:attrName>
                                        </p:attrNameLst>
                                      </p:cBhvr>
                                      <p:tavLst>
                                        <p:tav tm="0">
                                          <p:val>
                                            <p:fltVal val="0.5"/>
                                          </p:val>
                                        </p:tav>
                                        <p:tav tm="100000">
                                          <p:val>
                                            <p:strVal val="#ppt_x"/>
                                          </p:val>
                                        </p:tav>
                                      </p:tavLst>
                                    </p:anim>
                                    <p:anim calcmode="lin" valueType="num">
                                      <p:cBhvr>
                                        <p:cTn id="11" dur="500" fill="hold"/>
                                        <p:tgtEl>
                                          <p:spTgt spid="16"/>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1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p:tgtEl>
                                          <p:spTgt spid="20"/>
                                        </p:tgtEl>
                                        <p:attrNameLst>
                                          <p:attrName>ppt_y</p:attrName>
                                        </p:attrNameLst>
                                      </p:cBhvr>
                                      <p:tavLst>
                                        <p:tav tm="0">
                                          <p:val>
                                            <p:strVal val="#ppt_y+#ppt_h*1.125000"/>
                                          </p:val>
                                        </p:tav>
                                        <p:tav tm="100000">
                                          <p:val>
                                            <p:strVal val="#ppt_y"/>
                                          </p:val>
                                        </p:tav>
                                      </p:tavLst>
                                    </p:anim>
                                    <p:animEffect transition="in" filter="wipe(up)">
                                      <p:cBhvr>
                                        <p:cTn id="16" dur="500"/>
                                        <p:tgtEl>
                                          <p:spTgt spid="20"/>
                                        </p:tgtEl>
                                      </p:cBhvr>
                                    </p:animEffect>
                                  </p:childTnLst>
                                </p:cTn>
                              </p:par>
                              <p:par>
                                <p:cTn id="17" presetID="12" presetClass="entr" presetSubtype="1"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p:tgtEl>
                                          <p:spTgt spid="13"/>
                                        </p:tgtEl>
                                        <p:attrNameLst>
                                          <p:attrName>ppt_y</p:attrName>
                                        </p:attrNameLst>
                                      </p:cBhvr>
                                      <p:tavLst>
                                        <p:tav tm="0">
                                          <p:val>
                                            <p:strVal val="#ppt_y-#ppt_h*1.125000"/>
                                          </p:val>
                                        </p:tav>
                                        <p:tav tm="100000">
                                          <p:val>
                                            <p:strVal val="#ppt_y"/>
                                          </p:val>
                                        </p:tav>
                                      </p:tavLst>
                                    </p:anim>
                                    <p:animEffect transition="in" filter="wipe(down)">
                                      <p:cBhvr>
                                        <p:cTn id="20" dur="500"/>
                                        <p:tgtEl>
                                          <p:spTgt spid="13"/>
                                        </p:tgtEl>
                                      </p:cBhvr>
                                    </p:animEffect>
                                  </p:childTnLst>
                                </p:cTn>
                              </p:par>
                            </p:childTnLst>
                          </p:cTn>
                        </p:par>
                        <p:par>
                          <p:cTn id="21" fill="hold">
                            <p:stCondLst>
                              <p:cond delay="1000"/>
                            </p:stCondLst>
                            <p:childTnLst>
                              <p:par>
                                <p:cTn id="22" presetID="53" presetClass="entr" presetSubtype="528"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anim calcmode="lin" valueType="num">
                                      <p:cBhvr>
                                        <p:cTn id="27" dur="500" fill="hold"/>
                                        <p:tgtEl>
                                          <p:spTgt spid="17"/>
                                        </p:tgtEl>
                                        <p:attrNameLst>
                                          <p:attrName>ppt_x</p:attrName>
                                        </p:attrNameLst>
                                      </p:cBhvr>
                                      <p:tavLst>
                                        <p:tav tm="0">
                                          <p:val>
                                            <p:fltVal val="0.5"/>
                                          </p:val>
                                        </p:tav>
                                        <p:tav tm="100000">
                                          <p:val>
                                            <p:strVal val="#ppt_x"/>
                                          </p:val>
                                        </p:tav>
                                      </p:tavLst>
                                    </p:anim>
                                    <p:anim calcmode="lin" valueType="num">
                                      <p:cBhvr>
                                        <p:cTn id="28" dur="500" fill="hold"/>
                                        <p:tgtEl>
                                          <p:spTgt spid="17"/>
                                        </p:tgtEl>
                                        <p:attrNameLst>
                                          <p:attrName>ppt_y</p:attrName>
                                        </p:attrNameLst>
                                      </p:cBhvr>
                                      <p:tavLst>
                                        <p:tav tm="0">
                                          <p:val>
                                            <p:fltVal val="0.5"/>
                                          </p:val>
                                        </p:tav>
                                        <p:tav tm="100000">
                                          <p:val>
                                            <p:strVal val="#ppt_y"/>
                                          </p:val>
                                        </p:tav>
                                      </p:tavLst>
                                    </p:anim>
                                  </p:childTnLst>
                                </p:cTn>
                              </p:par>
                            </p:childTnLst>
                          </p:cTn>
                        </p:par>
                        <p:par>
                          <p:cTn id="29" fill="hold">
                            <p:stCondLst>
                              <p:cond delay="1500"/>
                            </p:stCondLst>
                            <p:childTnLst>
                              <p:par>
                                <p:cTn id="30" presetID="12" presetClass="entr" presetSubtype="4"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p:tgtEl>
                                          <p:spTgt spid="21"/>
                                        </p:tgtEl>
                                        <p:attrNameLst>
                                          <p:attrName>ppt_y</p:attrName>
                                        </p:attrNameLst>
                                      </p:cBhvr>
                                      <p:tavLst>
                                        <p:tav tm="0">
                                          <p:val>
                                            <p:strVal val="#ppt_y+#ppt_h*1.125000"/>
                                          </p:val>
                                        </p:tav>
                                        <p:tav tm="100000">
                                          <p:val>
                                            <p:strVal val="#ppt_y"/>
                                          </p:val>
                                        </p:tav>
                                      </p:tavLst>
                                    </p:anim>
                                    <p:animEffect transition="in" filter="wipe(up)">
                                      <p:cBhvr>
                                        <p:cTn id="33" dur="500"/>
                                        <p:tgtEl>
                                          <p:spTgt spid="21"/>
                                        </p:tgtEl>
                                      </p:cBhvr>
                                    </p:animEffect>
                                  </p:childTnLst>
                                </p:cTn>
                              </p:par>
                              <p:par>
                                <p:cTn id="34" presetID="12" presetClass="entr" presetSubtype="1"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500"/>
                                        <p:tgtEl>
                                          <p:spTgt spid="22"/>
                                        </p:tgtEl>
                                        <p:attrNameLst>
                                          <p:attrName>ppt_y</p:attrName>
                                        </p:attrNameLst>
                                      </p:cBhvr>
                                      <p:tavLst>
                                        <p:tav tm="0">
                                          <p:val>
                                            <p:strVal val="#ppt_y-#ppt_h*1.125000"/>
                                          </p:val>
                                        </p:tav>
                                        <p:tav tm="100000">
                                          <p:val>
                                            <p:strVal val="#ppt_y"/>
                                          </p:val>
                                        </p:tav>
                                      </p:tavLst>
                                    </p:anim>
                                    <p:animEffect transition="in" filter="wipe(down)">
                                      <p:cBhvr>
                                        <p:cTn id="37" dur="500"/>
                                        <p:tgtEl>
                                          <p:spTgt spid="22"/>
                                        </p:tgtEl>
                                      </p:cBhvr>
                                    </p:animEffect>
                                  </p:childTnLst>
                                </p:cTn>
                              </p:par>
                            </p:childTnLst>
                          </p:cTn>
                        </p:par>
                        <p:par>
                          <p:cTn id="38" fill="hold">
                            <p:stCondLst>
                              <p:cond delay="2000"/>
                            </p:stCondLst>
                            <p:childTnLst>
                              <p:par>
                                <p:cTn id="39" presetID="53" presetClass="entr" presetSubtype="528"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500" fill="hold"/>
                                        <p:tgtEl>
                                          <p:spTgt spid="18"/>
                                        </p:tgtEl>
                                        <p:attrNameLst>
                                          <p:attrName>ppt_w</p:attrName>
                                        </p:attrNameLst>
                                      </p:cBhvr>
                                      <p:tavLst>
                                        <p:tav tm="0">
                                          <p:val>
                                            <p:fltVal val="0"/>
                                          </p:val>
                                        </p:tav>
                                        <p:tav tm="100000">
                                          <p:val>
                                            <p:strVal val="#ppt_w"/>
                                          </p:val>
                                        </p:tav>
                                      </p:tavLst>
                                    </p:anim>
                                    <p:anim calcmode="lin" valueType="num">
                                      <p:cBhvr>
                                        <p:cTn id="42" dur="500" fill="hold"/>
                                        <p:tgtEl>
                                          <p:spTgt spid="18"/>
                                        </p:tgtEl>
                                        <p:attrNameLst>
                                          <p:attrName>ppt_h</p:attrName>
                                        </p:attrNameLst>
                                      </p:cBhvr>
                                      <p:tavLst>
                                        <p:tav tm="0">
                                          <p:val>
                                            <p:fltVal val="0"/>
                                          </p:val>
                                        </p:tav>
                                        <p:tav tm="100000">
                                          <p:val>
                                            <p:strVal val="#ppt_h"/>
                                          </p:val>
                                        </p:tav>
                                      </p:tavLst>
                                    </p:anim>
                                    <p:animEffect transition="in" filter="fade">
                                      <p:cBhvr>
                                        <p:cTn id="43" dur="500"/>
                                        <p:tgtEl>
                                          <p:spTgt spid="18"/>
                                        </p:tgtEl>
                                      </p:cBhvr>
                                    </p:animEffect>
                                    <p:anim calcmode="lin" valueType="num">
                                      <p:cBhvr>
                                        <p:cTn id="44" dur="500" fill="hold"/>
                                        <p:tgtEl>
                                          <p:spTgt spid="18"/>
                                        </p:tgtEl>
                                        <p:attrNameLst>
                                          <p:attrName>ppt_x</p:attrName>
                                        </p:attrNameLst>
                                      </p:cBhvr>
                                      <p:tavLst>
                                        <p:tav tm="0">
                                          <p:val>
                                            <p:fltVal val="0.5"/>
                                          </p:val>
                                        </p:tav>
                                        <p:tav tm="100000">
                                          <p:val>
                                            <p:strVal val="#ppt_x"/>
                                          </p:val>
                                        </p:tav>
                                      </p:tavLst>
                                    </p:anim>
                                    <p:anim calcmode="lin" valueType="num">
                                      <p:cBhvr>
                                        <p:cTn id="45" dur="500" fill="hold"/>
                                        <p:tgtEl>
                                          <p:spTgt spid="18"/>
                                        </p:tgtEl>
                                        <p:attrNameLst>
                                          <p:attrName>ppt_y</p:attrName>
                                        </p:attrNameLst>
                                      </p:cBhvr>
                                      <p:tavLst>
                                        <p:tav tm="0">
                                          <p:val>
                                            <p:fltVal val="0.5"/>
                                          </p:val>
                                        </p:tav>
                                        <p:tav tm="100000">
                                          <p:val>
                                            <p:strVal val="#ppt_y"/>
                                          </p:val>
                                        </p:tav>
                                      </p:tavLst>
                                    </p:anim>
                                  </p:childTnLst>
                                </p:cTn>
                              </p:par>
                            </p:childTnLst>
                          </p:cTn>
                        </p:par>
                        <p:par>
                          <p:cTn id="46" fill="hold">
                            <p:stCondLst>
                              <p:cond delay="2500"/>
                            </p:stCondLst>
                            <p:childTnLst>
                              <p:par>
                                <p:cTn id="47" presetID="12" presetClass="entr" presetSubtype="4" fill="hold" nodeType="afterEffect">
                                  <p:stCondLst>
                                    <p:cond delay="0"/>
                                  </p:stCondLst>
                                  <p:childTnLst>
                                    <p:set>
                                      <p:cBhvr>
                                        <p:cTn id="48" dur="1" fill="hold">
                                          <p:stCondLst>
                                            <p:cond delay="0"/>
                                          </p:stCondLst>
                                        </p:cTn>
                                        <p:tgtEl>
                                          <p:spTgt spid="54"/>
                                        </p:tgtEl>
                                        <p:attrNameLst>
                                          <p:attrName>style.visibility</p:attrName>
                                        </p:attrNameLst>
                                      </p:cBhvr>
                                      <p:to>
                                        <p:strVal val="visible"/>
                                      </p:to>
                                    </p:set>
                                    <p:anim calcmode="lin" valueType="num">
                                      <p:cBhvr additive="base">
                                        <p:cTn id="49" dur="500"/>
                                        <p:tgtEl>
                                          <p:spTgt spid="54"/>
                                        </p:tgtEl>
                                        <p:attrNameLst>
                                          <p:attrName>ppt_y</p:attrName>
                                        </p:attrNameLst>
                                      </p:cBhvr>
                                      <p:tavLst>
                                        <p:tav tm="0">
                                          <p:val>
                                            <p:strVal val="#ppt_y+#ppt_h*1.125000"/>
                                          </p:val>
                                        </p:tav>
                                        <p:tav tm="100000">
                                          <p:val>
                                            <p:strVal val="#ppt_y"/>
                                          </p:val>
                                        </p:tav>
                                      </p:tavLst>
                                    </p:anim>
                                    <p:animEffect transition="in" filter="wipe(up)">
                                      <p:cBhvr>
                                        <p:cTn id="50" dur="500"/>
                                        <p:tgtEl>
                                          <p:spTgt spid="54"/>
                                        </p:tgtEl>
                                      </p:cBhvr>
                                    </p:animEffect>
                                  </p:childTnLst>
                                </p:cTn>
                              </p:par>
                              <p:par>
                                <p:cTn id="51" presetID="12" presetClass="entr" presetSubtype="1"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additive="base">
                                        <p:cTn id="53" dur="500"/>
                                        <p:tgtEl>
                                          <p:spTgt spid="25"/>
                                        </p:tgtEl>
                                        <p:attrNameLst>
                                          <p:attrName>ppt_y</p:attrName>
                                        </p:attrNameLst>
                                      </p:cBhvr>
                                      <p:tavLst>
                                        <p:tav tm="0">
                                          <p:val>
                                            <p:strVal val="#ppt_y-#ppt_h*1.125000"/>
                                          </p:val>
                                        </p:tav>
                                        <p:tav tm="100000">
                                          <p:val>
                                            <p:strVal val="#ppt_y"/>
                                          </p:val>
                                        </p:tav>
                                      </p:tavLst>
                                    </p:anim>
                                    <p:animEffect transition="in" filter="wipe(down)">
                                      <p:cBhvr>
                                        <p:cTn id="54" dur="500"/>
                                        <p:tgtEl>
                                          <p:spTgt spid="25"/>
                                        </p:tgtEl>
                                      </p:cBhvr>
                                    </p:animEffect>
                                  </p:childTnLst>
                                </p:cTn>
                              </p:par>
                            </p:childTnLst>
                          </p:cTn>
                        </p:par>
                        <p:par>
                          <p:cTn id="55" fill="hold">
                            <p:stCondLst>
                              <p:cond delay="3000"/>
                            </p:stCondLst>
                            <p:childTnLst>
                              <p:par>
                                <p:cTn id="56" presetID="53" presetClass="entr" presetSubtype="528" fill="hold" nodeType="afterEffect">
                                  <p:stCondLst>
                                    <p:cond delay="0"/>
                                  </p:stCondLst>
                                  <p:childTnLst>
                                    <p:set>
                                      <p:cBhvr>
                                        <p:cTn id="57" dur="1" fill="hold">
                                          <p:stCondLst>
                                            <p:cond delay="0"/>
                                          </p:stCondLst>
                                        </p:cTn>
                                        <p:tgtEl>
                                          <p:spTgt spid="19"/>
                                        </p:tgtEl>
                                        <p:attrNameLst>
                                          <p:attrName>style.visibility</p:attrName>
                                        </p:attrNameLst>
                                      </p:cBhvr>
                                      <p:to>
                                        <p:strVal val="visible"/>
                                      </p:to>
                                    </p:set>
                                    <p:anim calcmode="lin" valueType="num">
                                      <p:cBhvr>
                                        <p:cTn id="58" dur="500" fill="hold"/>
                                        <p:tgtEl>
                                          <p:spTgt spid="19"/>
                                        </p:tgtEl>
                                        <p:attrNameLst>
                                          <p:attrName>ppt_w</p:attrName>
                                        </p:attrNameLst>
                                      </p:cBhvr>
                                      <p:tavLst>
                                        <p:tav tm="0">
                                          <p:val>
                                            <p:fltVal val="0"/>
                                          </p:val>
                                        </p:tav>
                                        <p:tav tm="100000">
                                          <p:val>
                                            <p:strVal val="#ppt_w"/>
                                          </p:val>
                                        </p:tav>
                                      </p:tavLst>
                                    </p:anim>
                                    <p:anim calcmode="lin" valueType="num">
                                      <p:cBhvr>
                                        <p:cTn id="59" dur="500" fill="hold"/>
                                        <p:tgtEl>
                                          <p:spTgt spid="19"/>
                                        </p:tgtEl>
                                        <p:attrNameLst>
                                          <p:attrName>ppt_h</p:attrName>
                                        </p:attrNameLst>
                                      </p:cBhvr>
                                      <p:tavLst>
                                        <p:tav tm="0">
                                          <p:val>
                                            <p:fltVal val="0"/>
                                          </p:val>
                                        </p:tav>
                                        <p:tav tm="100000">
                                          <p:val>
                                            <p:strVal val="#ppt_h"/>
                                          </p:val>
                                        </p:tav>
                                      </p:tavLst>
                                    </p:anim>
                                    <p:animEffect transition="in" filter="fade">
                                      <p:cBhvr>
                                        <p:cTn id="60" dur="500"/>
                                        <p:tgtEl>
                                          <p:spTgt spid="19"/>
                                        </p:tgtEl>
                                      </p:cBhvr>
                                    </p:animEffect>
                                    <p:anim calcmode="lin" valueType="num">
                                      <p:cBhvr>
                                        <p:cTn id="61" dur="500" fill="hold"/>
                                        <p:tgtEl>
                                          <p:spTgt spid="19"/>
                                        </p:tgtEl>
                                        <p:attrNameLst>
                                          <p:attrName>ppt_x</p:attrName>
                                        </p:attrNameLst>
                                      </p:cBhvr>
                                      <p:tavLst>
                                        <p:tav tm="0">
                                          <p:val>
                                            <p:fltVal val="0.5"/>
                                          </p:val>
                                        </p:tav>
                                        <p:tav tm="100000">
                                          <p:val>
                                            <p:strVal val="#ppt_x"/>
                                          </p:val>
                                        </p:tav>
                                      </p:tavLst>
                                    </p:anim>
                                    <p:anim calcmode="lin" valueType="num">
                                      <p:cBhvr>
                                        <p:cTn id="62" dur="500" fill="hold"/>
                                        <p:tgtEl>
                                          <p:spTgt spid="19"/>
                                        </p:tgtEl>
                                        <p:attrNameLst>
                                          <p:attrName>ppt_y</p:attrName>
                                        </p:attrNameLst>
                                      </p:cBhvr>
                                      <p:tavLst>
                                        <p:tav tm="0">
                                          <p:val>
                                            <p:fltVal val="0.5"/>
                                          </p:val>
                                        </p:tav>
                                        <p:tav tm="100000">
                                          <p:val>
                                            <p:strVal val="#ppt_y"/>
                                          </p:val>
                                        </p:tav>
                                      </p:tavLst>
                                    </p:anim>
                                  </p:childTnLst>
                                </p:cTn>
                              </p:par>
                            </p:childTnLst>
                          </p:cTn>
                        </p:par>
                        <p:par>
                          <p:cTn id="63" fill="hold">
                            <p:stCondLst>
                              <p:cond delay="3500"/>
                            </p:stCondLst>
                            <p:childTnLst>
                              <p:par>
                                <p:cTn id="64" presetID="12" presetClass="entr" presetSubtype="4" fill="hold" nodeType="afterEffect">
                                  <p:stCondLst>
                                    <p:cond delay="0"/>
                                  </p:stCondLst>
                                  <p:childTnLst>
                                    <p:set>
                                      <p:cBhvr>
                                        <p:cTn id="65" dur="1" fill="hold">
                                          <p:stCondLst>
                                            <p:cond delay="0"/>
                                          </p:stCondLst>
                                        </p:cTn>
                                        <p:tgtEl>
                                          <p:spTgt spid="55"/>
                                        </p:tgtEl>
                                        <p:attrNameLst>
                                          <p:attrName>style.visibility</p:attrName>
                                        </p:attrNameLst>
                                      </p:cBhvr>
                                      <p:to>
                                        <p:strVal val="visible"/>
                                      </p:to>
                                    </p:set>
                                    <p:anim calcmode="lin" valueType="num">
                                      <p:cBhvr additive="base">
                                        <p:cTn id="66" dur="500"/>
                                        <p:tgtEl>
                                          <p:spTgt spid="55"/>
                                        </p:tgtEl>
                                        <p:attrNameLst>
                                          <p:attrName>ppt_y</p:attrName>
                                        </p:attrNameLst>
                                      </p:cBhvr>
                                      <p:tavLst>
                                        <p:tav tm="0">
                                          <p:val>
                                            <p:strVal val="#ppt_y+#ppt_h*1.125000"/>
                                          </p:val>
                                        </p:tav>
                                        <p:tav tm="100000">
                                          <p:val>
                                            <p:strVal val="#ppt_y"/>
                                          </p:val>
                                        </p:tav>
                                      </p:tavLst>
                                    </p:anim>
                                    <p:animEffect transition="in" filter="wipe(up)">
                                      <p:cBhvr>
                                        <p:cTn id="67" dur="500"/>
                                        <p:tgtEl>
                                          <p:spTgt spid="55"/>
                                        </p:tgtEl>
                                      </p:cBhvr>
                                    </p:animEffect>
                                  </p:childTnLst>
                                </p:cTn>
                              </p:par>
                              <p:par>
                                <p:cTn id="68" presetID="12" presetClass="entr" presetSubtype="1"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 calcmode="lin" valueType="num">
                                      <p:cBhvr additive="base">
                                        <p:cTn id="70" dur="500"/>
                                        <p:tgtEl>
                                          <p:spTgt spid="28"/>
                                        </p:tgtEl>
                                        <p:attrNameLst>
                                          <p:attrName>ppt_y</p:attrName>
                                        </p:attrNameLst>
                                      </p:cBhvr>
                                      <p:tavLst>
                                        <p:tav tm="0">
                                          <p:val>
                                            <p:strVal val="#ppt_y-#ppt_h*1.125000"/>
                                          </p:val>
                                        </p:tav>
                                        <p:tav tm="100000">
                                          <p:val>
                                            <p:strVal val="#ppt_y"/>
                                          </p:val>
                                        </p:tav>
                                      </p:tavLst>
                                    </p:anim>
                                    <p:animEffect transition="in" filter="wipe(down)">
                                      <p:cBhvr>
                                        <p:cTn id="7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形状 1"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038DB00E-A333-024E-A92D-B3B46BA57C7E}"/>
              </a:ext>
            </a:extLst>
          </p:cNvPr>
          <p:cNvSpPr/>
          <p:nvPr/>
        </p:nvSpPr>
        <p:spPr>
          <a:xfrm>
            <a:off x="0" y="35169"/>
            <a:ext cx="3393831" cy="6787662"/>
          </a:xfrm>
          <a:custGeom>
            <a:avLst/>
            <a:gdLst>
              <a:gd name="connsiteX0" fmla="*/ 0 w 3393831"/>
              <a:gd name="connsiteY0" fmla="*/ 0 h 6787662"/>
              <a:gd name="connsiteX1" fmla="*/ 3393831 w 3393831"/>
              <a:gd name="connsiteY1" fmla="*/ 3393831 h 6787662"/>
              <a:gd name="connsiteX2" fmla="*/ 0 w 3393831"/>
              <a:gd name="connsiteY2" fmla="*/ 6787662 h 6787662"/>
            </a:gdLst>
            <a:ahLst/>
            <a:cxnLst>
              <a:cxn ang="0">
                <a:pos x="connsiteX0" y="connsiteY0"/>
              </a:cxn>
              <a:cxn ang="0">
                <a:pos x="connsiteX1" y="connsiteY1"/>
              </a:cxn>
              <a:cxn ang="0">
                <a:pos x="connsiteX2" y="connsiteY2"/>
              </a:cxn>
            </a:cxnLst>
            <a:rect l="l" t="t" r="r" b="b"/>
            <a:pathLst>
              <a:path w="3393831" h="6787662">
                <a:moveTo>
                  <a:pt x="0" y="0"/>
                </a:moveTo>
                <a:cubicBezTo>
                  <a:pt x="1874361" y="0"/>
                  <a:pt x="3393831" y="1519470"/>
                  <a:pt x="3393831" y="3393831"/>
                </a:cubicBezTo>
                <a:cubicBezTo>
                  <a:pt x="3393831" y="5268192"/>
                  <a:pt x="1874361" y="6787662"/>
                  <a:pt x="0" y="6787662"/>
                </a:cubicBezTo>
                <a:close/>
              </a:path>
            </a:pathLst>
          </a:custGeom>
          <a:blipFill dpi="0" rotWithShape="0">
            <a:blip r:embed="rId7"/>
            <a:srcRect/>
            <a:stretch>
              <a:fillRect t="518" b="-51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菱形 7">
            <a:extLst>
              <a:ext uri="{FF2B5EF4-FFF2-40B4-BE49-F238E27FC236}">
                <a16:creationId xmlns:a16="http://schemas.microsoft.com/office/drawing/2014/main" xmlns="" id="{9472FE72-3136-1F49-9CA3-4AFCE1B59EB9}"/>
              </a:ext>
            </a:extLst>
          </p:cNvPr>
          <p:cNvSpPr/>
          <p:nvPr/>
        </p:nvSpPr>
        <p:spPr>
          <a:xfrm>
            <a:off x="5495210" y="1824684"/>
            <a:ext cx="1890572" cy="1890572"/>
          </a:xfrm>
          <a:prstGeom prst="diamond">
            <a:avLst/>
          </a:prstGeom>
          <a:blipFill>
            <a:blip r:embed="rId8"/>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菱形 8">
            <a:extLst>
              <a:ext uri="{FF2B5EF4-FFF2-40B4-BE49-F238E27FC236}">
                <a16:creationId xmlns:a16="http://schemas.microsoft.com/office/drawing/2014/main" xmlns="" id="{9A513EF4-537F-944A-898D-3982F138A050}"/>
              </a:ext>
            </a:extLst>
          </p:cNvPr>
          <p:cNvSpPr/>
          <p:nvPr/>
        </p:nvSpPr>
        <p:spPr>
          <a:xfrm>
            <a:off x="8627635" y="1824684"/>
            <a:ext cx="1890572" cy="1890572"/>
          </a:xfrm>
          <a:prstGeom prst="diamond">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PA_文本框 33"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730F82F1-EBEE-1444-8B10-DDD0839969B9}"/>
              </a:ext>
            </a:extLst>
          </p:cNvPr>
          <p:cNvSpPr txBox="1"/>
          <p:nvPr>
            <p:custDataLst>
              <p:tags r:id="rId1"/>
            </p:custDataLst>
          </p:nvPr>
        </p:nvSpPr>
        <p:spPr>
          <a:xfrm>
            <a:off x="5371427" y="4429007"/>
            <a:ext cx="2127042" cy="954107"/>
          </a:xfrm>
          <a:prstGeom prst="rect">
            <a:avLst/>
          </a:prstGeom>
          <a:noFill/>
        </p:spPr>
        <p:txBody>
          <a:bodyPr wrap="square" rtlCol="0">
            <a:spAutoFit/>
          </a:bodyPr>
          <a:lstStyle/>
          <a:p>
            <a:pPr algn="ctr"/>
            <a:r>
              <a:rPr lang="zh-CN" altLang="en-US" sz="1400" dirty="0" smtClean="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US" altLang="zh-CN" sz="1400" dirty="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PA_文本框 34"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82AC5E2A-0C60-A047-A175-E735C02D13C8}"/>
              </a:ext>
            </a:extLst>
          </p:cNvPr>
          <p:cNvSpPr txBox="1"/>
          <p:nvPr>
            <p:custDataLst>
              <p:tags r:id="rId2"/>
            </p:custDataLst>
          </p:nvPr>
        </p:nvSpPr>
        <p:spPr>
          <a:xfrm>
            <a:off x="5854319" y="3844232"/>
            <a:ext cx="1389145" cy="369332"/>
          </a:xfrm>
          <a:prstGeom prst="rect">
            <a:avLst/>
          </a:prstGeom>
          <a:noFill/>
        </p:spPr>
        <p:txBody>
          <a:bodyPr wrap="square" rtlCol="0">
            <a:spAutoFit/>
          </a:bodyPr>
          <a:lstStyle/>
          <a:p>
            <a:r>
              <a:rPr lang="zh-CN" altLang="en-US" b="1"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标题内容</a:t>
            </a:r>
          </a:p>
        </p:txBody>
      </p:sp>
      <p:sp>
        <p:nvSpPr>
          <p:cNvPr id="12" name="PA_文本框 33"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49A6CF68-2480-A94D-BD94-CB6F0D590E1C}"/>
              </a:ext>
            </a:extLst>
          </p:cNvPr>
          <p:cNvSpPr txBox="1"/>
          <p:nvPr>
            <p:custDataLst>
              <p:tags r:id="rId3"/>
            </p:custDataLst>
          </p:nvPr>
        </p:nvSpPr>
        <p:spPr>
          <a:xfrm>
            <a:off x="8504372" y="4435915"/>
            <a:ext cx="2127042" cy="954107"/>
          </a:xfrm>
          <a:prstGeom prst="rect">
            <a:avLst/>
          </a:prstGeom>
          <a:noFill/>
        </p:spPr>
        <p:txBody>
          <a:bodyPr wrap="square" rtlCol="0">
            <a:spAutoFit/>
          </a:bodyPr>
          <a:lstStyle/>
          <a:p>
            <a:pPr algn="ctr"/>
            <a:r>
              <a:rPr lang="zh-CN" altLang="en-US" sz="1400" dirty="0" smtClean="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US" altLang="zh-CN" sz="1400" dirty="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PA_文本框 34"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FB3FE652-66D1-2E43-885B-E79539D5CA53}"/>
              </a:ext>
            </a:extLst>
          </p:cNvPr>
          <p:cNvSpPr txBox="1"/>
          <p:nvPr>
            <p:custDataLst>
              <p:tags r:id="rId4"/>
            </p:custDataLst>
          </p:nvPr>
        </p:nvSpPr>
        <p:spPr>
          <a:xfrm>
            <a:off x="8987264" y="3851140"/>
            <a:ext cx="1389145" cy="369332"/>
          </a:xfrm>
          <a:prstGeom prst="rect">
            <a:avLst/>
          </a:prstGeom>
          <a:noFill/>
        </p:spPr>
        <p:txBody>
          <a:bodyPr wrap="square" rtlCol="0">
            <a:spAutoFit/>
          </a:bodyPr>
          <a:lstStyle/>
          <a:p>
            <a:r>
              <a:rPr lang="zh-CN" altLang="en-US" b="1"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标题内容</a:t>
            </a:r>
          </a:p>
        </p:txBody>
      </p:sp>
      <p:sp>
        <p:nvSpPr>
          <p:cNvPr id="14" name="e7d195523061f1c0"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hidden="1"/>
          <p:cNvSpPr txBox="1"/>
          <p:nvPr/>
        </p:nvSpPr>
        <p:spPr>
          <a:xfrm>
            <a:off x="-355600" y="1803400"/>
            <a:ext cx="332783" cy="1016000"/>
          </a:xfrm>
          <a:prstGeom prst="rect">
            <a:avLst/>
          </a:prstGeom>
          <a:noFill/>
        </p:spPr>
        <p:txBody>
          <a:bodyPr vert="wordArtVert" rtlCol="0">
            <a:spAutoFit/>
          </a:bodyPr>
          <a:lstStyle/>
          <a:p>
            <a:r>
              <a:rPr lang="en-US" altLang="zh-CN" sz="1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a:t>
            </a:r>
            <a:endParaRPr lang="zh-CN" altLang="en-US" sz="1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18" name="组合 17">
            <a:extLst>
              <a:ext uri="{FF2B5EF4-FFF2-40B4-BE49-F238E27FC236}">
                <a16:creationId xmlns:a16="http://schemas.microsoft.com/office/drawing/2014/main" xmlns="" id="{325A4817-D716-4FFA-B852-21AFFAC24D41}"/>
              </a:ext>
            </a:extLst>
          </p:cNvPr>
          <p:cNvGrpSpPr/>
          <p:nvPr/>
        </p:nvGrpSpPr>
        <p:grpSpPr>
          <a:xfrm>
            <a:off x="1487388" y="2310871"/>
            <a:ext cx="3623322" cy="2467169"/>
            <a:chOff x="8568678" y="3091866"/>
            <a:chExt cx="3623322" cy="2467169"/>
          </a:xfrm>
        </p:grpSpPr>
        <p:pic>
          <p:nvPicPr>
            <p:cNvPr id="22" name="Picture 25">
              <a:extLst>
                <a:ext uri="{FF2B5EF4-FFF2-40B4-BE49-F238E27FC236}">
                  <a16:creationId xmlns:a16="http://schemas.microsoft.com/office/drawing/2014/main" xmlns="" id="{A6A9AE0F-A49B-4F35-959D-23885C9F26D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568678" y="4958635"/>
              <a:ext cx="3578788" cy="600400"/>
            </a:xfrm>
            <a:prstGeom prst="rect">
              <a:avLst/>
            </a:prstGeom>
          </p:spPr>
        </p:pic>
        <p:grpSp>
          <p:nvGrpSpPr>
            <p:cNvPr id="21" name="组合 20">
              <a:extLst>
                <a:ext uri="{FF2B5EF4-FFF2-40B4-BE49-F238E27FC236}">
                  <a16:creationId xmlns:a16="http://schemas.microsoft.com/office/drawing/2014/main" xmlns="" id="{1FD78C3A-F671-4476-AA79-8DCED104398D}"/>
                </a:ext>
              </a:extLst>
            </p:cNvPr>
            <p:cNvGrpSpPr/>
            <p:nvPr/>
          </p:nvGrpSpPr>
          <p:grpSpPr>
            <a:xfrm>
              <a:off x="8905880" y="3091866"/>
              <a:ext cx="3286120" cy="2094818"/>
              <a:chOff x="3198081" y="3605584"/>
              <a:chExt cx="3286120" cy="2094818"/>
            </a:xfrm>
          </p:grpSpPr>
          <p:pic>
            <p:nvPicPr>
              <p:cNvPr id="23" name="图片 22">
                <a:extLst>
                  <a:ext uri="{FF2B5EF4-FFF2-40B4-BE49-F238E27FC236}">
                    <a16:creationId xmlns:a16="http://schemas.microsoft.com/office/drawing/2014/main" xmlns="" id="{1C232165-81AC-415C-BC06-728B8CE901F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198081" y="3605584"/>
                <a:ext cx="3286120" cy="2094818"/>
              </a:xfrm>
              <a:prstGeom prst="rect">
                <a:avLst/>
              </a:prstGeom>
              <a:ln>
                <a:noFill/>
              </a:ln>
            </p:spPr>
          </p:pic>
          <p:sp>
            <p:nvSpPr>
              <p:cNvPr id="24" name="矩形 23">
                <a:extLst>
                  <a:ext uri="{FF2B5EF4-FFF2-40B4-BE49-F238E27FC236}">
                    <a16:creationId xmlns:a16="http://schemas.microsoft.com/office/drawing/2014/main" xmlns="" id="{5C1D7E07-6A4F-4E26-B075-1894CBA90334}"/>
                  </a:ext>
                </a:extLst>
              </p:cNvPr>
              <p:cNvSpPr/>
              <p:nvPr/>
            </p:nvSpPr>
            <p:spPr>
              <a:xfrm>
                <a:off x="3555999" y="3677735"/>
                <a:ext cx="2557255" cy="1668965"/>
              </a:xfrm>
              <a:prstGeom prst="rect">
                <a:avLst/>
              </a:prstGeom>
              <a:blipFill>
                <a:blip r:embed="rId1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pic>
        <p:nvPicPr>
          <p:cNvPr id="15" name="图片 1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156485873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childTnLst>
                          </p:cTn>
                        </p:par>
                        <p:par>
                          <p:cTn id="32" fill="hold">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par>
                          <p:cTn id="38" fill="hold">
                            <p:stCondLst>
                              <p:cond delay="5500"/>
                            </p:stCondLst>
                            <p:childTnLst>
                              <p:par>
                                <p:cTn id="39" presetID="42" presetClass="entr" presetSubtype="0"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childTnLst>
                          </p:cTn>
                        </p:par>
                        <p:par>
                          <p:cTn id="44" fill="hold">
                            <p:stCondLst>
                              <p:cond delay="6500"/>
                            </p:stCondLst>
                            <p:childTnLst>
                              <p:par>
                                <p:cTn id="45" presetID="10" presetClass="entr" presetSubtype="0"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31D10E42-56D7-42F2-8383-D2D106302B88}"/>
              </a:ext>
            </a:extLst>
          </p:cNvPr>
          <p:cNvSpPr/>
          <p:nvPr/>
        </p:nvSpPr>
        <p:spPr>
          <a:xfrm>
            <a:off x="5945326" y="2288965"/>
            <a:ext cx="578731" cy="219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ïṥlïde">
            <a:extLst>
              <a:ext uri="{FF2B5EF4-FFF2-40B4-BE49-F238E27FC236}">
                <a16:creationId xmlns:a16="http://schemas.microsoft.com/office/drawing/2014/main" xmlns="" id="{725A266F-2B18-4A79-8434-A8DF57A107D2}"/>
              </a:ext>
            </a:extLst>
          </p:cNvPr>
          <p:cNvSpPr/>
          <p:nvPr/>
        </p:nvSpPr>
        <p:spPr>
          <a:xfrm>
            <a:off x="7005411" y="1660024"/>
            <a:ext cx="508679" cy="50867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365">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ïs1iďê">
            <a:extLst>
              <a:ext uri="{FF2B5EF4-FFF2-40B4-BE49-F238E27FC236}">
                <a16:creationId xmlns:a16="http://schemas.microsoft.com/office/drawing/2014/main" xmlns="" id="{604D9019-09DA-43C0-8F57-C06666C9760F}"/>
              </a:ext>
            </a:extLst>
          </p:cNvPr>
          <p:cNvSpPr/>
          <p:nvPr/>
        </p:nvSpPr>
        <p:spPr>
          <a:xfrm>
            <a:off x="7005411" y="4608632"/>
            <a:ext cx="508679" cy="508679"/>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365">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íṧ1íďè">
            <a:extLst>
              <a:ext uri="{FF2B5EF4-FFF2-40B4-BE49-F238E27FC236}">
                <a16:creationId xmlns:a16="http://schemas.microsoft.com/office/drawing/2014/main" xmlns="" id="{4FB8E56E-D5BD-42A6-8874-D76DD544D045}"/>
              </a:ext>
            </a:extLst>
          </p:cNvPr>
          <p:cNvSpPr/>
          <p:nvPr/>
        </p:nvSpPr>
        <p:spPr>
          <a:xfrm>
            <a:off x="7005411" y="3072314"/>
            <a:ext cx="508679" cy="50867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365"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ïṧlíḍe">
            <a:extLst>
              <a:ext uri="{FF2B5EF4-FFF2-40B4-BE49-F238E27FC236}">
                <a16:creationId xmlns:a16="http://schemas.microsoft.com/office/drawing/2014/main" xmlns="" id="{83C00818-EDD8-4FE0-AB85-B36EC305520B}"/>
              </a:ext>
            </a:extLst>
          </p:cNvPr>
          <p:cNvSpPr/>
          <p:nvPr/>
        </p:nvSpPr>
        <p:spPr>
          <a:xfrm>
            <a:off x="7172040" y="1813958"/>
            <a:ext cx="211574" cy="200817"/>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anchor="ctr"/>
          <a:lstStyle/>
          <a:p>
            <a:pPr algn="ctr"/>
            <a:endParaRPr sz="2365">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ïsļíḍé">
            <a:extLst>
              <a:ext uri="{FF2B5EF4-FFF2-40B4-BE49-F238E27FC236}">
                <a16:creationId xmlns:a16="http://schemas.microsoft.com/office/drawing/2014/main" xmlns="" id="{3DEFBDBF-FAF8-4049-AFD8-AEC8EB047DB2}"/>
              </a:ext>
            </a:extLst>
          </p:cNvPr>
          <p:cNvSpPr/>
          <p:nvPr/>
        </p:nvSpPr>
        <p:spPr>
          <a:xfrm>
            <a:off x="7172040" y="3252042"/>
            <a:ext cx="211574" cy="185368"/>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anchor="ctr"/>
          <a:lstStyle/>
          <a:p>
            <a:pPr algn="ctr"/>
            <a:endParaRPr sz="2365">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íş1íḑe">
            <a:extLst>
              <a:ext uri="{FF2B5EF4-FFF2-40B4-BE49-F238E27FC236}">
                <a16:creationId xmlns:a16="http://schemas.microsoft.com/office/drawing/2014/main" xmlns="" id="{0BA53C18-BDF8-4B02-B3E2-C20B8DA71283}"/>
              </a:ext>
            </a:extLst>
          </p:cNvPr>
          <p:cNvSpPr/>
          <p:nvPr/>
        </p:nvSpPr>
        <p:spPr>
          <a:xfrm>
            <a:off x="7192113" y="4757932"/>
            <a:ext cx="171420" cy="210084"/>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anchor="ctr"/>
          <a:lstStyle/>
          <a:p>
            <a:pPr algn="ctr"/>
            <a:endParaRPr sz="2365">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14" name="直接连接符 13">
            <a:extLst>
              <a:ext uri="{FF2B5EF4-FFF2-40B4-BE49-F238E27FC236}">
                <a16:creationId xmlns:a16="http://schemas.microsoft.com/office/drawing/2014/main" xmlns="" id="{D68707F4-8107-49B7-B322-E3F96C7A7092}"/>
              </a:ext>
            </a:extLst>
          </p:cNvPr>
          <p:cNvCxnSpPr>
            <a:cxnSpLocks/>
          </p:cNvCxnSpPr>
          <p:nvPr/>
        </p:nvCxnSpPr>
        <p:spPr>
          <a:xfrm>
            <a:off x="6524057" y="1241504"/>
            <a:ext cx="0" cy="4571707"/>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xmlns="" id="{047FA4DE-2319-46BA-BFD2-98258ED6C3E4}"/>
              </a:ext>
            </a:extLst>
          </p:cNvPr>
          <p:cNvSpPr txBox="1"/>
          <p:nvPr/>
        </p:nvSpPr>
        <p:spPr>
          <a:xfrm>
            <a:off x="7708899" y="1973856"/>
            <a:ext cx="3562641" cy="971100"/>
          </a:xfrm>
          <a:prstGeom prst="rect">
            <a:avLst/>
          </a:prstGeom>
          <a:noFill/>
        </p:spPr>
        <p:txBody>
          <a:bodyPr wrap="square" rtlCol="0">
            <a:spAutoFit/>
          </a:bodyPr>
          <a:lstStyle/>
          <a:p>
            <a:pPr>
              <a:lnSpc>
                <a:spcPct val="150000"/>
              </a:lnSpc>
            </a:pPr>
            <a:r>
              <a:rPr lang="zh-CN" altLang="en-US" sz="1314"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输入替换内容输入替换内容输入替换输入替换内容输入替换内容输入替换内容输入替换输入替换内容</a:t>
            </a:r>
            <a:endParaRPr lang="en-US" altLang="zh-CN" sz="1314"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 name="TextBox 7">
            <a:extLst>
              <a:ext uri="{FF2B5EF4-FFF2-40B4-BE49-F238E27FC236}">
                <a16:creationId xmlns:a16="http://schemas.microsoft.com/office/drawing/2014/main" xmlns="" id="{E2B308C7-6590-4F30-A22E-A64B2B114DD3}"/>
              </a:ext>
            </a:extLst>
          </p:cNvPr>
          <p:cNvSpPr txBox="1"/>
          <p:nvPr/>
        </p:nvSpPr>
        <p:spPr>
          <a:xfrm>
            <a:off x="7172040" y="1652247"/>
            <a:ext cx="4636359" cy="658385"/>
          </a:xfrm>
          <a:prstGeom prst="rect">
            <a:avLst/>
          </a:prstGeom>
          <a:noFill/>
        </p:spPr>
        <p:txBody>
          <a:bodyPr wrap="square" rtlCol="0">
            <a:spAutoFit/>
          </a:bodyPr>
          <a:lstStyle/>
          <a:p>
            <a:pPr algn="ctr"/>
            <a:r>
              <a:rPr lang="zh-CN" altLang="en-US" sz="1839" b="1" spc="394"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输入标题</a:t>
            </a:r>
            <a:endParaRPr lang="en-US" altLang="zh-CN" sz="1839" b="1" spc="394"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endParaRPr lang="en-US" sz="1839" b="1" spc="394"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文本框 16">
            <a:extLst>
              <a:ext uri="{FF2B5EF4-FFF2-40B4-BE49-F238E27FC236}">
                <a16:creationId xmlns:a16="http://schemas.microsoft.com/office/drawing/2014/main" xmlns="" id="{115EF675-5C77-4AC5-9D95-9335D9B5CCCE}"/>
              </a:ext>
            </a:extLst>
          </p:cNvPr>
          <p:cNvSpPr txBox="1"/>
          <p:nvPr/>
        </p:nvSpPr>
        <p:spPr>
          <a:xfrm>
            <a:off x="7708899" y="3392025"/>
            <a:ext cx="3562641" cy="971100"/>
          </a:xfrm>
          <a:prstGeom prst="rect">
            <a:avLst/>
          </a:prstGeom>
          <a:noFill/>
        </p:spPr>
        <p:txBody>
          <a:bodyPr wrap="square" rtlCol="0">
            <a:spAutoFit/>
          </a:bodyPr>
          <a:lstStyle/>
          <a:p>
            <a:pPr>
              <a:lnSpc>
                <a:spcPct val="150000"/>
              </a:lnSpc>
            </a:pPr>
            <a:r>
              <a:rPr lang="zh-CN" altLang="en-US" sz="1314"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输入替换内容输入替换内容输入替换输入替换内容输入替换内容输入替换内容输入替换输入替换内容</a:t>
            </a:r>
            <a:endParaRPr lang="en-US" altLang="zh-CN" sz="1314"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TextBox 7">
            <a:extLst>
              <a:ext uri="{FF2B5EF4-FFF2-40B4-BE49-F238E27FC236}">
                <a16:creationId xmlns:a16="http://schemas.microsoft.com/office/drawing/2014/main" xmlns="" id="{A167098D-CBCD-43B0-88C1-81BC82C44906}"/>
              </a:ext>
            </a:extLst>
          </p:cNvPr>
          <p:cNvSpPr txBox="1"/>
          <p:nvPr/>
        </p:nvSpPr>
        <p:spPr>
          <a:xfrm>
            <a:off x="7172040" y="3070416"/>
            <a:ext cx="4636359" cy="658385"/>
          </a:xfrm>
          <a:prstGeom prst="rect">
            <a:avLst/>
          </a:prstGeom>
          <a:noFill/>
        </p:spPr>
        <p:txBody>
          <a:bodyPr wrap="square" rtlCol="0">
            <a:spAutoFit/>
          </a:bodyPr>
          <a:lstStyle/>
          <a:p>
            <a:pPr algn="ctr"/>
            <a:r>
              <a:rPr lang="zh-CN" altLang="en-US" sz="1839" b="1" spc="394"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输入标题</a:t>
            </a:r>
            <a:endParaRPr lang="en-US" altLang="zh-CN" sz="1839" b="1" spc="394"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endParaRPr lang="en-US" sz="1839" b="1" spc="394"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文本框 18">
            <a:extLst>
              <a:ext uri="{FF2B5EF4-FFF2-40B4-BE49-F238E27FC236}">
                <a16:creationId xmlns:a16="http://schemas.microsoft.com/office/drawing/2014/main" xmlns="" id="{EC4AA037-2D9C-4876-B2D5-1CDFA4DD15E2}"/>
              </a:ext>
            </a:extLst>
          </p:cNvPr>
          <p:cNvSpPr txBox="1"/>
          <p:nvPr/>
        </p:nvSpPr>
        <p:spPr>
          <a:xfrm>
            <a:off x="7708899" y="4808571"/>
            <a:ext cx="3562641" cy="971100"/>
          </a:xfrm>
          <a:prstGeom prst="rect">
            <a:avLst/>
          </a:prstGeom>
          <a:noFill/>
        </p:spPr>
        <p:txBody>
          <a:bodyPr wrap="square" rtlCol="0">
            <a:spAutoFit/>
          </a:bodyPr>
          <a:lstStyle/>
          <a:p>
            <a:pPr>
              <a:lnSpc>
                <a:spcPct val="150000"/>
              </a:lnSpc>
            </a:pPr>
            <a:r>
              <a:rPr lang="zh-CN" altLang="en-US" sz="1314"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输入替换内容输入替换内容输入替换输入替换内容输入替换内容输入替换内容输入替换输入替换内容</a:t>
            </a:r>
            <a:endParaRPr lang="en-US" altLang="zh-CN" sz="1314"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TextBox 7">
            <a:extLst>
              <a:ext uri="{FF2B5EF4-FFF2-40B4-BE49-F238E27FC236}">
                <a16:creationId xmlns:a16="http://schemas.microsoft.com/office/drawing/2014/main" xmlns="" id="{47615A45-5810-422B-9BEA-784F1F2FF94B}"/>
              </a:ext>
            </a:extLst>
          </p:cNvPr>
          <p:cNvSpPr txBox="1"/>
          <p:nvPr/>
        </p:nvSpPr>
        <p:spPr>
          <a:xfrm>
            <a:off x="7172040" y="4486962"/>
            <a:ext cx="4636359" cy="658385"/>
          </a:xfrm>
          <a:prstGeom prst="rect">
            <a:avLst/>
          </a:prstGeom>
          <a:noFill/>
        </p:spPr>
        <p:txBody>
          <a:bodyPr wrap="square" rtlCol="0">
            <a:spAutoFit/>
          </a:bodyPr>
          <a:lstStyle/>
          <a:p>
            <a:pPr algn="ctr"/>
            <a:r>
              <a:rPr lang="zh-CN" altLang="en-US" sz="1839" b="1" spc="394"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输入标题</a:t>
            </a:r>
            <a:endParaRPr lang="en-US" altLang="zh-CN" sz="1839" b="1" spc="394"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endParaRPr lang="en-US" sz="1839" b="1" spc="394"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pic>
        <p:nvPicPr>
          <p:cNvPr id="21" name="图片 20">
            <a:extLst>
              <a:ext uri="{FF2B5EF4-FFF2-40B4-BE49-F238E27FC236}">
                <a16:creationId xmlns:a16="http://schemas.microsoft.com/office/drawing/2014/main" xmlns="" id="{BA7CA3C1-5BD8-4520-ABB1-19B2D3312E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01" y="1931147"/>
            <a:ext cx="5541434" cy="2827158"/>
          </a:xfrm>
          <a:prstGeom prst="rect">
            <a:avLst/>
          </a:prstGeom>
          <a:ln>
            <a:noFill/>
          </a:ln>
          <a:effectLst/>
        </p:spPr>
      </p:pic>
      <p:pic>
        <p:nvPicPr>
          <p:cNvPr id="22" name="图片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399729458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t="-108000" b="-108000"/>
          </a:stretch>
        </a:blip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xmlns="" id="{D4AC5323-1B49-4D26-A15F-6A2D1DE8AF29}"/>
              </a:ext>
            </a:extLst>
          </p:cNvPr>
          <p:cNvSpPr/>
          <p:nvPr/>
        </p:nvSpPr>
        <p:spPr>
          <a:xfrm flipV="1">
            <a:off x="0" y="0"/>
            <a:ext cx="12192000" cy="6858000"/>
          </a:xfrm>
          <a:prstGeom prst="rect">
            <a:avLst/>
          </a:prstGeom>
          <a:gradFill flip="none" rotWithShape="1">
            <a:gsLst>
              <a:gs pos="15000">
                <a:schemeClr val="bg1"/>
              </a:gs>
              <a:gs pos="100000">
                <a:schemeClr val="bg1">
                  <a:alpha val="18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useBgFill="1">
        <p:nvSpPr>
          <p:cNvPr id="13" name="矩形 12">
            <a:extLst>
              <a:ext uri="{FF2B5EF4-FFF2-40B4-BE49-F238E27FC236}">
                <a16:creationId xmlns:a16="http://schemas.microsoft.com/office/drawing/2014/main" xmlns="" id="{3918979C-A7A7-4BEF-9F95-2FF708092AB2}"/>
              </a:ext>
            </a:extLst>
          </p:cNvPr>
          <p:cNvSpPr/>
          <p:nvPr/>
        </p:nvSpPr>
        <p:spPr>
          <a:xfrm>
            <a:off x="1470331" y="0"/>
            <a:ext cx="1935244" cy="50792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4" name="文本框 13">
            <a:extLst>
              <a:ext uri="{FF2B5EF4-FFF2-40B4-BE49-F238E27FC236}">
                <a16:creationId xmlns:a16="http://schemas.microsoft.com/office/drawing/2014/main" xmlns="" id="{BEBA3442-0DDE-4A7B-8429-D0A5989E2C1D}"/>
              </a:ext>
            </a:extLst>
          </p:cNvPr>
          <p:cNvSpPr txBox="1"/>
          <p:nvPr/>
        </p:nvSpPr>
        <p:spPr>
          <a:xfrm>
            <a:off x="3620924" y="4257675"/>
            <a:ext cx="4275883" cy="830997"/>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tab pos="3949700" algn="l"/>
              </a:tabLst>
              <a:defRPr/>
            </a:pPr>
            <a:r>
              <a:rPr kumimoji="0" lang="zh-CN" altLang="en-US" sz="48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输入标题</a:t>
            </a:r>
          </a:p>
        </p:txBody>
      </p:sp>
      <p:sp>
        <p:nvSpPr>
          <p:cNvPr id="15" name="文本框 14">
            <a:extLst>
              <a:ext uri="{FF2B5EF4-FFF2-40B4-BE49-F238E27FC236}">
                <a16:creationId xmlns:a16="http://schemas.microsoft.com/office/drawing/2014/main" xmlns="" id="{ABFC6DBB-02E2-42B8-BC22-47B7E09B5689}"/>
              </a:ext>
            </a:extLst>
          </p:cNvPr>
          <p:cNvSpPr txBox="1"/>
          <p:nvPr/>
        </p:nvSpPr>
        <p:spPr>
          <a:xfrm>
            <a:off x="880616" y="3009258"/>
            <a:ext cx="3114675" cy="1877437"/>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PART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03</a:t>
            </a:r>
            <a:endParaRPr kumimoji="0" lang="zh-CN" altLang="en-US" sz="72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endParaRPr>
          </a:p>
        </p:txBody>
      </p:sp>
      <p:sp>
        <p:nvSpPr>
          <p:cNvPr id="16" name="矩形 15">
            <a:extLst>
              <a:ext uri="{FF2B5EF4-FFF2-40B4-BE49-F238E27FC236}">
                <a16:creationId xmlns:a16="http://schemas.microsoft.com/office/drawing/2014/main" xmlns="" id="{FAC5D891-B377-4DFD-84AA-E911824FAFBA}"/>
              </a:ext>
            </a:extLst>
          </p:cNvPr>
          <p:cNvSpPr/>
          <p:nvPr/>
        </p:nvSpPr>
        <p:spPr bwMode="auto">
          <a:xfrm>
            <a:off x="1469103" y="5184508"/>
            <a:ext cx="4702879" cy="704873"/>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smtClean="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sym typeface="Source Han Serif SC" panose="02020400000000000000" pitchFamily="18" charset="-122"/>
              </a:rPr>
              <a:t>点击这里，输入合适的内容。点击这里，输入合适的内容。点击这里，输入合适的内容。</a:t>
            </a:r>
            <a:endParaRPr kumimoji="0" lang="en-US" altLang="zh-CN" sz="14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sym typeface="Source Han Serif SC" panose="02020400000000000000" pitchFamily="18" charset="-122"/>
            </a:endParaRPr>
          </a:p>
        </p:txBody>
      </p:sp>
      <p:sp useBgFill="1">
        <p:nvSpPr>
          <p:cNvPr id="17" name="矩形 16">
            <a:extLst>
              <a:ext uri="{FF2B5EF4-FFF2-40B4-BE49-F238E27FC236}">
                <a16:creationId xmlns:a16="http://schemas.microsoft.com/office/drawing/2014/main" xmlns="" id="{2D4200A8-AB7A-487B-9B4D-AEFCA4083027}"/>
              </a:ext>
            </a:extLst>
          </p:cNvPr>
          <p:cNvSpPr/>
          <p:nvPr/>
        </p:nvSpPr>
        <p:spPr>
          <a:xfrm>
            <a:off x="1470331" y="6488516"/>
            <a:ext cx="1935244" cy="3694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Tree>
    <p:extLst>
      <p:ext uri="{BB962C8B-B14F-4D97-AF65-F5344CB8AC3E}">
        <p14:creationId xmlns:p14="http://schemas.microsoft.com/office/powerpoint/2010/main" val="84642032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horizontal)">
                                      <p:cBhvr>
                                        <p:cTn id="11" dur="500"/>
                                        <p:tgtEl>
                                          <p:spTgt spid="14"/>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randombar(horizontal)">
                                      <p:cBhvr>
                                        <p:cTn id="15" dur="500"/>
                                        <p:tgtEl>
                                          <p:spTgt spid="15"/>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randombar(horizontal)">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p:nvPr>
            <p:extLst>
              <p:ext uri="{D42A27DB-BD31-4B8C-83A1-F6EECF244321}">
                <p14:modId xmlns:p14="http://schemas.microsoft.com/office/powerpoint/2010/main" val="1126456536"/>
              </p:ext>
            </p:extLst>
          </p:nvPr>
        </p:nvGraphicFramePr>
        <p:xfrm>
          <a:off x="778936" y="3117643"/>
          <a:ext cx="10617196" cy="2620255"/>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4274643" y="2670142"/>
            <a:ext cx="3642716" cy="225425"/>
          </a:xfrm>
          <a:prstGeom prst="rect">
            <a:avLst/>
          </a:prstGeom>
          <a:noFill/>
        </p:spPr>
        <p:txBody>
          <a:bodyPr wrap="square" lIns="0" tIns="0" rIns="0" bIns="0" rtlCol="0">
            <a:spAutoFit/>
          </a:bodyPr>
          <a:lstStyle/>
          <a:p>
            <a:pPr algn="ctr"/>
            <a:r>
              <a:rPr lang="en-US" sz="1465" b="1" cap="all" spc="20" dirty="0">
                <a:solidFill>
                  <a:srgbClr val="164C8C"/>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Average of Net Income: $265,000</a:t>
            </a:r>
          </a:p>
        </p:txBody>
      </p:sp>
      <p:grpSp>
        <p:nvGrpSpPr>
          <p:cNvPr id="8" name="Group 7"/>
          <p:cNvGrpSpPr/>
          <p:nvPr/>
        </p:nvGrpSpPr>
        <p:grpSpPr>
          <a:xfrm>
            <a:off x="4576703" y="5960622"/>
            <a:ext cx="3048589" cy="163831"/>
            <a:chOff x="3432527" y="4010910"/>
            <a:chExt cx="2286442" cy="122873"/>
          </a:xfrm>
        </p:grpSpPr>
        <p:sp>
          <p:nvSpPr>
            <p:cNvPr id="7" name="TextBox 6"/>
            <p:cNvSpPr txBox="1"/>
            <p:nvPr/>
          </p:nvSpPr>
          <p:spPr>
            <a:xfrm>
              <a:off x="3584839" y="4010910"/>
              <a:ext cx="604838" cy="122873"/>
            </a:xfrm>
            <a:prstGeom prst="rect">
              <a:avLst/>
            </a:prstGeom>
            <a:noFill/>
          </p:spPr>
          <p:txBody>
            <a:bodyPr wrap="square" lIns="0" tIns="0" rIns="0" bIns="0" rtlCol="0">
              <a:spAutoFit/>
            </a:bodyPr>
            <a:lstStyle/>
            <a:p>
              <a:endParaRPr lang="en-US" sz="1065" dirty="0">
                <a:solidFill>
                  <a:schemeClr val="accent4"/>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TextBox 11"/>
            <p:cNvSpPr txBox="1"/>
            <p:nvPr/>
          </p:nvSpPr>
          <p:spPr>
            <a:xfrm>
              <a:off x="4349485" y="4010910"/>
              <a:ext cx="604838" cy="122873"/>
            </a:xfrm>
            <a:prstGeom prst="rect">
              <a:avLst/>
            </a:prstGeom>
            <a:noFill/>
          </p:spPr>
          <p:txBody>
            <a:bodyPr wrap="square" lIns="0" tIns="0" rIns="0" bIns="0" rtlCol="0">
              <a:spAutoFit/>
            </a:bodyPr>
            <a:lstStyle/>
            <a:p>
              <a:endParaRPr lang="en-US" sz="1065" dirty="0">
                <a:solidFill>
                  <a:schemeClr val="accent4"/>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TextBox 13"/>
            <p:cNvSpPr txBox="1"/>
            <p:nvPr/>
          </p:nvSpPr>
          <p:spPr>
            <a:xfrm>
              <a:off x="5114131" y="4010910"/>
              <a:ext cx="604838" cy="122873"/>
            </a:xfrm>
            <a:prstGeom prst="rect">
              <a:avLst/>
            </a:prstGeom>
            <a:noFill/>
          </p:spPr>
          <p:txBody>
            <a:bodyPr wrap="square" lIns="0" tIns="0" rIns="0" bIns="0" rtlCol="0">
              <a:spAutoFit/>
            </a:bodyPr>
            <a:lstStyle/>
            <a:p>
              <a:endParaRPr lang="en-US" sz="1065" dirty="0">
                <a:solidFill>
                  <a:schemeClr val="accent4"/>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Rectangle 17"/>
            <p:cNvSpPr/>
            <p:nvPr/>
          </p:nvSpPr>
          <p:spPr>
            <a:xfrm>
              <a:off x="3432527" y="4024222"/>
              <a:ext cx="96486" cy="964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Rectangle 22"/>
            <p:cNvSpPr/>
            <p:nvPr/>
          </p:nvSpPr>
          <p:spPr>
            <a:xfrm>
              <a:off x="4201186" y="4024222"/>
              <a:ext cx="96486" cy="964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Rectangle 24"/>
            <p:cNvSpPr/>
            <p:nvPr/>
          </p:nvSpPr>
          <p:spPr>
            <a:xfrm>
              <a:off x="4962040" y="4024222"/>
              <a:ext cx="96486" cy="9648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3" name="Content Placeholder 2">
            <a:extLst>
              <a:ext uri="{FF2B5EF4-FFF2-40B4-BE49-F238E27FC236}">
                <a16:creationId xmlns:a16="http://schemas.microsoft.com/office/drawing/2014/main" xmlns="" id="{3CFA60F6-B01F-4A36-897A-3ABCAE823B18}"/>
              </a:ext>
            </a:extLst>
          </p:cNvPr>
          <p:cNvSpPr txBox="1">
            <a:spLocks/>
          </p:cNvSpPr>
          <p:nvPr/>
        </p:nvSpPr>
        <p:spPr>
          <a:xfrm>
            <a:off x="1159226" y="1567842"/>
            <a:ext cx="9494829" cy="81724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buNone/>
            </a:pPr>
            <a:r>
              <a:rPr lang="zh-CN" altLang="en-US" sz="1200" dirty="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点击这里，输入合适的内容。点击这里，输入合适的内容。点击这里，输入合适的内容。点击这里，输入合适的内容。点击这里，输入合适的内容。点击这里，输入合适的内容</a:t>
            </a:r>
            <a:r>
              <a:rPr lang="zh-CN" altLang="en-US" sz="1200" dirty="0" smtClean="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lang="zh-CN" altLang="en-US" sz="1200" dirty="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点击这里，输入合适的内容。点击这里，输入合适的内容。点击这里，输入合适的内容。点击这里，输入合适的内容。点击这里，输入合适的内容。点击这里，输入合适的内容。</a:t>
            </a:r>
            <a:r>
              <a:rPr lang="en-US" altLang="zh-CN" sz="1200" dirty="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lang="en-US" sz="1200" dirty="0">
              <a:solidFill>
                <a:schemeClr val="tx1">
                  <a:lumMod val="50000"/>
                  <a:lumOff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5" name="直接连接符 4">
            <a:extLst>
              <a:ext uri="{FF2B5EF4-FFF2-40B4-BE49-F238E27FC236}">
                <a16:creationId xmlns:a16="http://schemas.microsoft.com/office/drawing/2014/main" xmlns="" id="{A89DC87D-0999-4A9F-BA61-BD792C6C24C3}"/>
              </a:ext>
            </a:extLst>
          </p:cNvPr>
          <p:cNvCxnSpPr/>
          <p:nvPr/>
        </p:nvCxnSpPr>
        <p:spPr>
          <a:xfrm>
            <a:off x="4842235" y="1348033"/>
            <a:ext cx="2507530" cy="0"/>
          </a:xfrm>
          <a:prstGeom prst="line">
            <a:avLst/>
          </a:prstGeom>
          <a:ln w="38100">
            <a:solidFill>
              <a:srgbClr val="164C8C"/>
            </a:solidFill>
          </a:ln>
        </p:spPr>
        <p:style>
          <a:lnRef idx="1">
            <a:schemeClr val="accent1"/>
          </a:lnRef>
          <a:fillRef idx="0">
            <a:schemeClr val="accent1"/>
          </a:fillRef>
          <a:effectRef idx="0">
            <a:schemeClr val="accent1"/>
          </a:effectRef>
          <a:fontRef idx="minor">
            <a:schemeClr val="tx1"/>
          </a:fontRef>
        </p:style>
      </p:cxnSp>
      <p:grpSp>
        <p:nvGrpSpPr>
          <p:cNvPr id="20" name="Group 7_1">
            <a:extLst>
              <a:ext uri="{FF2B5EF4-FFF2-40B4-BE49-F238E27FC236}">
                <a16:creationId xmlns:a16="http://schemas.microsoft.com/office/drawing/2014/main" xmlns="" id="{A7572EA3-86F4-4214-AF09-FD07518786E5}"/>
              </a:ext>
            </a:extLst>
          </p:cNvPr>
          <p:cNvGrpSpPr/>
          <p:nvPr/>
        </p:nvGrpSpPr>
        <p:grpSpPr>
          <a:xfrm>
            <a:off x="115956" y="175105"/>
            <a:ext cx="3692301" cy="1158737"/>
            <a:chOff x="327991" y="228113"/>
            <a:chExt cx="3692301" cy="1158737"/>
          </a:xfrm>
        </p:grpSpPr>
        <p:grpSp>
          <p:nvGrpSpPr>
            <p:cNvPr id="21" name="组合 20">
              <a:extLst>
                <a:ext uri="{FF2B5EF4-FFF2-40B4-BE49-F238E27FC236}">
                  <a16:creationId xmlns:a16="http://schemas.microsoft.com/office/drawing/2014/main" xmlns="" id="{93934DBB-58AF-41C6-A53A-C6759FBD1648}"/>
                </a:ext>
              </a:extLst>
            </p:cNvPr>
            <p:cNvGrpSpPr/>
            <p:nvPr/>
          </p:nvGrpSpPr>
          <p:grpSpPr>
            <a:xfrm>
              <a:off x="327991" y="228113"/>
              <a:ext cx="1610677" cy="1158737"/>
              <a:chOff x="606287" y="927652"/>
              <a:chExt cx="1818862" cy="1308507"/>
            </a:xfrm>
          </p:grpSpPr>
          <p:sp>
            <p:nvSpPr>
              <p:cNvPr id="27" name="平行四边形 26">
                <a:extLst>
                  <a:ext uri="{FF2B5EF4-FFF2-40B4-BE49-F238E27FC236}">
                    <a16:creationId xmlns:a16="http://schemas.microsoft.com/office/drawing/2014/main" xmlns="" id="{AC42C866-7EE0-48CC-9307-CCE4DC674E5A}"/>
                  </a:ext>
                </a:extLst>
              </p:cNvPr>
              <p:cNvSpPr/>
              <p:nvPr/>
            </p:nvSpPr>
            <p:spPr>
              <a:xfrm>
                <a:off x="1086679" y="927652"/>
                <a:ext cx="1338470" cy="1166191"/>
              </a:xfrm>
              <a:prstGeom prst="parallelogram">
                <a:avLst>
                  <a:gd name="adj" fmla="val 80682"/>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a:extLst>
                  <a:ext uri="{FF2B5EF4-FFF2-40B4-BE49-F238E27FC236}">
                    <a16:creationId xmlns:a16="http://schemas.microsoft.com/office/drawing/2014/main" xmlns="" id="{697756E2-E6D6-46A9-8171-D1383B45FC3D}"/>
                  </a:ext>
                </a:extLst>
              </p:cNvPr>
              <p:cNvSpPr/>
              <p:nvPr/>
            </p:nvSpPr>
            <p:spPr>
              <a:xfrm>
                <a:off x="606287" y="1399041"/>
                <a:ext cx="960784" cy="837118"/>
              </a:xfrm>
              <a:prstGeom prst="parallelogram">
                <a:avLst>
                  <a:gd name="adj" fmla="val 80682"/>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Group 14_1">
              <a:extLst>
                <a:ext uri="{FF2B5EF4-FFF2-40B4-BE49-F238E27FC236}">
                  <a16:creationId xmlns:a16="http://schemas.microsoft.com/office/drawing/2014/main" xmlns="" id="{D121D290-9E17-4FF5-967C-D5B52CED71E0}"/>
                </a:ext>
              </a:extLst>
            </p:cNvPr>
            <p:cNvGrpSpPr/>
            <p:nvPr/>
          </p:nvGrpSpPr>
          <p:grpSpPr>
            <a:xfrm>
              <a:off x="449953" y="361507"/>
              <a:ext cx="3570339" cy="878220"/>
              <a:chOff x="1006134" y="361507"/>
              <a:chExt cx="3570339" cy="878220"/>
            </a:xfrm>
          </p:grpSpPr>
          <p:sp>
            <p:nvSpPr>
              <p:cNvPr id="24" name="文本框 23">
                <a:extLst>
                  <a:ext uri="{FF2B5EF4-FFF2-40B4-BE49-F238E27FC236}">
                    <a16:creationId xmlns:a16="http://schemas.microsoft.com/office/drawing/2014/main" xmlns="" id="{76DEB51E-D498-441D-88DB-937E6D378A4D}"/>
                  </a:ext>
                </a:extLst>
              </p:cNvPr>
              <p:cNvSpPr txBox="1"/>
              <p:nvPr userDrawn="1"/>
            </p:nvSpPr>
            <p:spPr>
              <a:xfrm>
                <a:off x="1006134" y="361507"/>
                <a:ext cx="3570339" cy="523220"/>
              </a:xfrm>
              <a:prstGeom prst="rect">
                <a:avLst/>
              </a:prstGeom>
              <a:noFill/>
            </p:spPr>
            <p:txBody>
              <a:bodyPr wrap="square" rtlCol="0">
                <a:spAutoFit/>
              </a:bodyPr>
              <a:lstStyle/>
              <a:p>
                <a:r>
                  <a:rPr lang="zh-CN" altLang="en-US" sz="2800" dirty="0">
                    <a:latin typeface="思源黑体 CN Bold" panose="020B0800000000000000" pitchFamily="34" charset="-122"/>
                    <a:ea typeface="思源黑体 CN Bold" panose="020B0800000000000000" pitchFamily="34" charset="-122"/>
                    <a:sym typeface="思源黑体 CN Medium" panose="020B0600000000000000" pitchFamily="34" charset="-122"/>
                  </a:rPr>
                  <a:t>输入你的标题</a:t>
                </a:r>
              </a:p>
            </p:txBody>
          </p:sp>
          <p:sp>
            <p:nvSpPr>
              <p:cNvPr id="26" name="文本框 25">
                <a:extLst>
                  <a:ext uri="{FF2B5EF4-FFF2-40B4-BE49-F238E27FC236}">
                    <a16:creationId xmlns:a16="http://schemas.microsoft.com/office/drawing/2014/main" xmlns="" id="{02537246-4E54-458F-8F64-CC812E5D4C52}"/>
                  </a:ext>
                </a:extLst>
              </p:cNvPr>
              <p:cNvSpPr txBox="1"/>
              <p:nvPr userDrawn="1"/>
            </p:nvSpPr>
            <p:spPr>
              <a:xfrm>
                <a:off x="1006134" y="870395"/>
                <a:ext cx="3570339" cy="369332"/>
              </a:xfrm>
              <a:prstGeom prst="rect">
                <a:avLst/>
              </a:prstGeom>
              <a:noFill/>
            </p:spPr>
            <p:txBody>
              <a:bodyPr wrap="square" rtlCol="0">
                <a:spAutoFit/>
              </a:bodyPr>
              <a:lstStyle/>
              <a:p>
                <a:r>
                  <a:rPr lang="en-US" altLang="zh-CN" dirty="0">
                    <a:latin typeface="思源黑体 CN Bold" panose="020B0800000000000000" pitchFamily="34" charset="-122"/>
                    <a:ea typeface="思源黑体 CN Bold" panose="020B0800000000000000" pitchFamily="34" charset="-122"/>
                    <a:sym typeface="思源黑体 CN Medium" panose="020B0600000000000000" pitchFamily="34" charset="-122"/>
                  </a:rPr>
                  <a:t>PLEASE ADD THE TITLE HERE</a:t>
                </a:r>
              </a:p>
            </p:txBody>
          </p:sp>
        </p:grpSp>
      </p:grpSp>
      <p:pic>
        <p:nvPicPr>
          <p:cNvPr id="29" name="图片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11"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988785" y="1716836"/>
            <a:ext cx="4810425" cy="3874298"/>
            <a:chOff x="4300539" y="1984376"/>
            <a:chExt cx="3589338" cy="2890838"/>
          </a:xfrm>
        </p:grpSpPr>
        <p:sp>
          <p:nvSpPr>
            <p:cNvPr id="5" name="Freeform 5"/>
            <p:cNvSpPr/>
            <p:nvPr/>
          </p:nvSpPr>
          <p:spPr bwMode="auto">
            <a:xfrm>
              <a:off x="4300539" y="1984376"/>
              <a:ext cx="3589338" cy="2170113"/>
            </a:xfrm>
            <a:custGeom>
              <a:avLst/>
              <a:gdLst>
                <a:gd name="T0" fmla="*/ 2537 w 2537"/>
                <a:gd name="T1" fmla="*/ 1533 h 1533"/>
                <a:gd name="T2" fmla="*/ 2537 w 2537"/>
                <a:gd name="T3" fmla="*/ 71 h 1533"/>
                <a:gd name="T4" fmla="*/ 2467 w 2537"/>
                <a:gd name="T5" fmla="*/ 0 h 1533"/>
                <a:gd name="T6" fmla="*/ 71 w 2537"/>
                <a:gd name="T7" fmla="*/ 0 h 1533"/>
                <a:gd name="T8" fmla="*/ 0 w 2537"/>
                <a:gd name="T9" fmla="*/ 71 h 1533"/>
                <a:gd name="T10" fmla="*/ 0 w 2537"/>
                <a:gd name="T11" fmla="*/ 1533 h 1533"/>
                <a:gd name="T12" fmla="*/ 2537 w 2537"/>
                <a:gd name="T13" fmla="*/ 1533 h 1533"/>
              </a:gdLst>
              <a:ahLst/>
              <a:cxnLst>
                <a:cxn ang="0">
                  <a:pos x="T0" y="T1"/>
                </a:cxn>
                <a:cxn ang="0">
                  <a:pos x="T2" y="T3"/>
                </a:cxn>
                <a:cxn ang="0">
                  <a:pos x="T4" y="T5"/>
                </a:cxn>
                <a:cxn ang="0">
                  <a:pos x="T6" y="T7"/>
                </a:cxn>
                <a:cxn ang="0">
                  <a:pos x="T8" y="T9"/>
                </a:cxn>
                <a:cxn ang="0">
                  <a:pos x="T10" y="T11"/>
                </a:cxn>
                <a:cxn ang="0">
                  <a:pos x="T12" y="T13"/>
                </a:cxn>
              </a:cxnLst>
              <a:rect l="0" t="0" r="r" b="b"/>
              <a:pathLst>
                <a:path w="2537" h="1533">
                  <a:moveTo>
                    <a:pt x="2537" y="1533"/>
                  </a:moveTo>
                  <a:cubicBezTo>
                    <a:pt x="2537" y="71"/>
                    <a:pt x="2537" y="71"/>
                    <a:pt x="2537" y="71"/>
                  </a:cubicBezTo>
                  <a:cubicBezTo>
                    <a:pt x="2537" y="32"/>
                    <a:pt x="2506" y="0"/>
                    <a:pt x="2467" y="0"/>
                  </a:cubicBezTo>
                  <a:cubicBezTo>
                    <a:pt x="71" y="0"/>
                    <a:pt x="71" y="0"/>
                    <a:pt x="71" y="0"/>
                  </a:cubicBezTo>
                  <a:cubicBezTo>
                    <a:pt x="32" y="0"/>
                    <a:pt x="0" y="32"/>
                    <a:pt x="0" y="71"/>
                  </a:cubicBezTo>
                  <a:cubicBezTo>
                    <a:pt x="0" y="1533"/>
                    <a:pt x="0" y="1533"/>
                    <a:pt x="0" y="1533"/>
                  </a:cubicBezTo>
                  <a:lnTo>
                    <a:pt x="2537" y="1533"/>
                  </a:lnTo>
                  <a:close/>
                </a:path>
              </a:pathLst>
            </a:custGeom>
            <a:solidFill>
              <a:srgbClr val="18181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 name="Freeform 6"/>
            <p:cNvSpPr>
              <a:spLocks noEditPoints="1"/>
            </p:cNvSpPr>
            <p:nvPr/>
          </p:nvSpPr>
          <p:spPr bwMode="auto">
            <a:xfrm>
              <a:off x="4440239" y="2132014"/>
              <a:ext cx="3309938" cy="1873250"/>
            </a:xfrm>
            <a:custGeom>
              <a:avLst/>
              <a:gdLst>
                <a:gd name="T0" fmla="*/ 2075 w 2085"/>
                <a:gd name="T1" fmla="*/ 10 h 1180"/>
                <a:gd name="T2" fmla="*/ 2075 w 2085"/>
                <a:gd name="T3" fmla="*/ 1170 h 1180"/>
                <a:gd name="T4" fmla="*/ 10 w 2085"/>
                <a:gd name="T5" fmla="*/ 1170 h 1180"/>
                <a:gd name="T6" fmla="*/ 10 w 2085"/>
                <a:gd name="T7" fmla="*/ 10 h 1180"/>
                <a:gd name="T8" fmla="*/ 2075 w 2085"/>
                <a:gd name="T9" fmla="*/ 10 h 1180"/>
                <a:gd name="T10" fmla="*/ 2085 w 2085"/>
                <a:gd name="T11" fmla="*/ 0 h 1180"/>
                <a:gd name="T12" fmla="*/ 2075 w 2085"/>
                <a:gd name="T13" fmla="*/ 0 h 1180"/>
                <a:gd name="T14" fmla="*/ 10 w 2085"/>
                <a:gd name="T15" fmla="*/ 0 h 1180"/>
                <a:gd name="T16" fmla="*/ 0 w 2085"/>
                <a:gd name="T17" fmla="*/ 0 h 1180"/>
                <a:gd name="T18" fmla="*/ 0 w 2085"/>
                <a:gd name="T19" fmla="*/ 10 h 1180"/>
                <a:gd name="T20" fmla="*/ 0 w 2085"/>
                <a:gd name="T21" fmla="*/ 1170 h 1180"/>
                <a:gd name="T22" fmla="*/ 0 w 2085"/>
                <a:gd name="T23" fmla="*/ 1180 h 1180"/>
                <a:gd name="T24" fmla="*/ 10 w 2085"/>
                <a:gd name="T25" fmla="*/ 1180 h 1180"/>
                <a:gd name="T26" fmla="*/ 2075 w 2085"/>
                <a:gd name="T27" fmla="*/ 1180 h 1180"/>
                <a:gd name="T28" fmla="*/ 2085 w 2085"/>
                <a:gd name="T29" fmla="*/ 1180 h 1180"/>
                <a:gd name="T30" fmla="*/ 2085 w 2085"/>
                <a:gd name="T31" fmla="*/ 1170 h 1180"/>
                <a:gd name="T32" fmla="*/ 2085 w 2085"/>
                <a:gd name="T33" fmla="*/ 10 h 1180"/>
                <a:gd name="T34" fmla="*/ 2085 w 2085"/>
                <a:gd name="T35" fmla="*/ 0 h 1180"/>
                <a:gd name="T36" fmla="*/ 2085 w 2085"/>
                <a:gd name="T37" fmla="*/ 0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85" h="1180">
                  <a:moveTo>
                    <a:pt x="2075" y="10"/>
                  </a:moveTo>
                  <a:lnTo>
                    <a:pt x="2075" y="1170"/>
                  </a:lnTo>
                  <a:lnTo>
                    <a:pt x="10" y="1170"/>
                  </a:lnTo>
                  <a:lnTo>
                    <a:pt x="10" y="10"/>
                  </a:lnTo>
                  <a:lnTo>
                    <a:pt x="2075" y="10"/>
                  </a:lnTo>
                  <a:close/>
                  <a:moveTo>
                    <a:pt x="2085" y="0"/>
                  </a:moveTo>
                  <a:lnTo>
                    <a:pt x="2075" y="0"/>
                  </a:lnTo>
                  <a:lnTo>
                    <a:pt x="10" y="0"/>
                  </a:lnTo>
                  <a:lnTo>
                    <a:pt x="0" y="0"/>
                  </a:lnTo>
                  <a:lnTo>
                    <a:pt x="0" y="10"/>
                  </a:lnTo>
                  <a:lnTo>
                    <a:pt x="0" y="1170"/>
                  </a:lnTo>
                  <a:lnTo>
                    <a:pt x="0" y="1180"/>
                  </a:lnTo>
                  <a:lnTo>
                    <a:pt x="10" y="1180"/>
                  </a:lnTo>
                  <a:lnTo>
                    <a:pt x="2075" y="1180"/>
                  </a:lnTo>
                  <a:lnTo>
                    <a:pt x="2085" y="1180"/>
                  </a:lnTo>
                  <a:lnTo>
                    <a:pt x="2085" y="1170"/>
                  </a:lnTo>
                  <a:lnTo>
                    <a:pt x="2085" y="10"/>
                  </a:lnTo>
                  <a:lnTo>
                    <a:pt x="2085" y="0"/>
                  </a:lnTo>
                  <a:lnTo>
                    <a:pt x="2085" y="0"/>
                  </a:lnTo>
                  <a:close/>
                </a:path>
              </a:pathLst>
            </a:custGeom>
            <a:solidFill>
              <a:srgbClr val="0C0D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 name="Freeform 7"/>
            <p:cNvSpPr>
              <a:spLocks noEditPoints="1"/>
            </p:cNvSpPr>
            <p:nvPr/>
          </p:nvSpPr>
          <p:spPr bwMode="auto">
            <a:xfrm>
              <a:off x="4440239" y="2132014"/>
              <a:ext cx="3309938" cy="1873250"/>
            </a:xfrm>
            <a:custGeom>
              <a:avLst/>
              <a:gdLst>
                <a:gd name="T0" fmla="*/ 2075 w 2085"/>
                <a:gd name="T1" fmla="*/ 10 h 1180"/>
                <a:gd name="T2" fmla="*/ 2075 w 2085"/>
                <a:gd name="T3" fmla="*/ 1170 h 1180"/>
                <a:gd name="T4" fmla="*/ 10 w 2085"/>
                <a:gd name="T5" fmla="*/ 1170 h 1180"/>
                <a:gd name="T6" fmla="*/ 10 w 2085"/>
                <a:gd name="T7" fmla="*/ 10 h 1180"/>
                <a:gd name="T8" fmla="*/ 2075 w 2085"/>
                <a:gd name="T9" fmla="*/ 10 h 1180"/>
                <a:gd name="T10" fmla="*/ 2085 w 2085"/>
                <a:gd name="T11" fmla="*/ 0 h 1180"/>
                <a:gd name="T12" fmla="*/ 2075 w 2085"/>
                <a:gd name="T13" fmla="*/ 0 h 1180"/>
                <a:gd name="T14" fmla="*/ 10 w 2085"/>
                <a:gd name="T15" fmla="*/ 0 h 1180"/>
                <a:gd name="T16" fmla="*/ 0 w 2085"/>
                <a:gd name="T17" fmla="*/ 0 h 1180"/>
                <a:gd name="T18" fmla="*/ 0 w 2085"/>
                <a:gd name="T19" fmla="*/ 10 h 1180"/>
                <a:gd name="T20" fmla="*/ 0 w 2085"/>
                <a:gd name="T21" fmla="*/ 1170 h 1180"/>
                <a:gd name="T22" fmla="*/ 0 w 2085"/>
                <a:gd name="T23" fmla="*/ 1180 h 1180"/>
                <a:gd name="T24" fmla="*/ 10 w 2085"/>
                <a:gd name="T25" fmla="*/ 1180 h 1180"/>
                <a:gd name="T26" fmla="*/ 2075 w 2085"/>
                <a:gd name="T27" fmla="*/ 1180 h 1180"/>
                <a:gd name="T28" fmla="*/ 2085 w 2085"/>
                <a:gd name="T29" fmla="*/ 1180 h 1180"/>
                <a:gd name="T30" fmla="*/ 2085 w 2085"/>
                <a:gd name="T31" fmla="*/ 1170 h 1180"/>
                <a:gd name="T32" fmla="*/ 2085 w 2085"/>
                <a:gd name="T33" fmla="*/ 10 h 1180"/>
                <a:gd name="T34" fmla="*/ 2085 w 2085"/>
                <a:gd name="T35" fmla="*/ 0 h 1180"/>
                <a:gd name="T36" fmla="*/ 2085 w 2085"/>
                <a:gd name="T37" fmla="*/ 0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85" h="1180">
                  <a:moveTo>
                    <a:pt x="2075" y="10"/>
                  </a:moveTo>
                  <a:lnTo>
                    <a:pt x="2075" y="1170"/>
                  </a:lnTo>
                  <a:lnTo>
                    <a:pt x="10" y="1170"/>
                  </a:lnTo>
                  <a:lnTo>
                    <a:pt x="10" y="10"/>
                  </a:lnTo>
                  <a:lnTo>
                    <a:pt x="2075" y="10"/>
                  </a:lnTo>
                  <a:moveTo>
                    <a:pt x="2085" y="0"/>
                  </a:moveTo>
                  <a:lnTo>
                    <a:pt x="2075" y="0"/>
                  </a:lnTo>
                  <a:lnTo>
                    <a:pt x="10" y="0"/>
                  </a:lnTo>
                  <a:lnTo>
                    <a:pt x="0" y="0"/>
                  </a:lnTo>
                  <a:lnTo>
                    <a:pt x="0" y="10"/>
                  </a:lnTo>
                  <a:lnTo>
                    <a:pt x="0" y="1170"/>
                  </a:lnTo>
                  <a:lnTo>
                    <a:pt x="0" y="1180"/>
                  </a:lnTo>
                  <a:lnTo>
                    <a:pt x="10" y="1180"/>
                  </a:lnTo>
                  <a:lnTo>
                    <a:pt x="2075" y="1180"/>
                  </a:lnTo>
                  <a:lnTo>
                    <a:pt x="2085" y="1180"/>
                  </a:lnTo>
                  <a:lnTo>
                    <a:pt x="2085" y="1170"/>
                  </a:lnTo>
                  <a:lnTo>
                    <a:pt x="2085" y="10"/>
                  </a:lnTo>
                  <a:lnTo>
                    <a:pt x="2085" y="0"/>
                  </a:lnTo>
                  <a:lnTo>
                    <a:pt x="208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Rectangle 8"/>
            <p:cNvSpPr>
              <a:spLocks noChangeArrowheads="1"/>
            </p:cNvSpPr>
            <p:nvPr/>
          </p:nvSpPr>
          <p:spPr bwMode="auto">
            <a:xfrm>
              <a:off x="4456114" y="2147889"/>
              <a:ext cx="3278188" cy="1841500"/>
            </a:xfrm>
            <a:prstGeom prst="rect">
              <a:avLst/>
            </a:prstGeom>
            <a:blipFill>
              <a:blip r:embed="rId3"/>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Freeform 9"/>
            <p:cNvSpPr/>
            <p:nvPr/>
          </p:nvSpPr>
          <p:spPr bwMode="auto">
            <a:xfrm>
              <a:off x="5484814" y="4826001"/>
              <a:ext cx="1208088" cy="49213"/>
            </a:xfrm>
            <a:custGeom>
              <a:avLst/>
              <a:gdLst>
                <a:gd name="T0" fmla="*/ 852 w 854"/>
                <a:gd name="T1" fmla="*/ 24 h 35"/>
                <a:gd name="T2" fmla="*/ 478 w 854"/>
                <a:gd name="T3" fmla="*/ 5 h 35"/>
                <a:gd name="T4" fmla="*/ 478 w 854"/>
                <a:gd name="T5" fmla="*/ 0 h 35"/>
                <a:gd name="T6" fmla="*/ 427 w 854"/>
                <a:gd name="T7" fmla="*/ 3 h 35"/>
                <a:gd name="T8" fmla="*/ 375 w 854"/>
                <a:gd name="T9" fmla="*/ 0 h 35"/>
                <a:gd name="T10" fmla="*/ 375 w 854"/>
                <a:gd name="T11" fmla="*/ 5 h 35"/>
                <a:gd name="T12" fmla="*/ 1 w 854"/>
                <a:gd name="T13" fmla="*/ 24 h 35"/>
                <a:gd name="T14" fmla="*/ 24 w 854"/>
                <a:gd name="T15" fmla="*/ 35 h 35"/>
                <a:gd name="T16" fmla="*/ 375 w 854"/>
                <a:gd name="T17" fmla="*/ 35 h 35"/>
                <a:gd name="T18" fmla="*/ 478 w 854"/>
                <a:gd name="T19" fmla="*/ 35 h 35"/>
                <a:gd name="T20" fmla="*/ 829 w 854"/>
                <a:gd name="T21" fmla="*/ 35 h 35"/>
                <a:gd name="T22" fmla="*/ 852 w 854"/>
                <a:gd name="T23" fmla="*/ 2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4" h="35">
                  <a:moveTo>
                    <a:pt x="852" y="24"/>
                  </a:moveTo>
                  <a:cubicBezTo>
                    <a:pt x="478" y="5"/>
                    <a:pt x="478" y="5"/>
                    <a:pt x="478" y="5"/>
                  </a:cubicBezTo>
                  <a:cubicBezTo>
                    <a:pt x="478" y="0"/>
                    <a:pt x="478" y="0"/>
                    <a:pt x="478" y="0"/>
                  </a:cubicBezTo>
                  <a:cubicBezTo>
                    <a:pt x="427" y="3"/>
                    <a:pt x="427" y="3"/>
                    <a:pt x="427" y="3"/>
                  </a:cubicBezTo>
                  <a:cubicBezTo>
                    <a:pt x="375" y="0"/>
                    <a:pt x="375" y="0"/>
                    <a:pt x="375" y="0"/>
                  </a:cubicBezTo>
                  <a:cubicBezTo>
                    <a:pt x="375" y="5"/>
                    <a:pt x="375" y="5"/>
                    <a:pt x="375" y="5"/>
                  </a:cubicBezTo>
                  <a:cubicBezTo>
                    <a:pt x="1" y="24"/>
                    <a:pt x="1" y="24"/>
                    <a:pt x="1" y="24"/>
                  </a:cubicBezTo>
                  <a:cubicBezTo>
                    <a:pt x="1" y="24"/>
                    <a:pt x="0" y="35"/>
                    <a:pt x="24" y="35"/>
                  </a:cubicBezTo>
                  <a:cubicBezTo>
                    <a:pt x="41" y="35"/>
                    <a:pt x="247" y="35"/>
                    <a:pt x="375" y="35"/>
                  </a:cubicBezTo>
                  <a:cubicBezTo>
                    <a:pt x="435" y="35"/>
                    <a:pt x="478" y="35"/>
                    <a:pt x="478" y="35"/>
                  </a:cubicBezTo>
                  <a:cubicBezTo>
                    <a:pt x="606" y="35"/>
                    <a:pt x="812" y="35"/>
                    <a:pt x="829" y="35"/>
                  </a:cubicBezTo>
                  <a:cubicBezTo>
                    <a:pt x="854" y="35"/>
                    <a:pt x="852" y="24"/>
                    <a:pt x="852" y="24"/>
                  </a:cubicBezTo>
                  <a:close/>
                </a:path>
              </a:pathLst>
            </a:custGeom>
            <a:solidFill>
              <a:srgbClr val="A8A9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Freeform 10"/>
            <p:cNvSpPr/>
            <p:nvPr/>
          </p:nvSpPr>
          <p:spPr bwMode="auto">
            <a:xfrm>
              <a:off x="5478464" y="4446589"/>
              <a:ext cx="1219200" cy="417513"/>
            </a:xfrm>
            <a:custGeom>
              <a:avLst/>
              <a:gdLst>
                <a:gd name="T0" fmla="*/ 790 w 861"/>
                <a:gd name="T1" fmla="*/ 274 h 295"/>
                <a:gd name="T2" fmla="*/ 738 w 861"/>
                <a:gd name="T3" fmla="*/ 224 h 295"/>
                <a:gd name="T4" fmla="*/ 714 w 861"/>
                <a:gd name="T5" fmla="*/ 0 h 295"/>
                <a:gd name="T6" fmla="*/ 431 w 861"/>
                <a:gd name="T7" fmla="*/ 4 h 295"/>
                <a:gd name="T8" fmla="*/ 147 w 861"/>
                <a:gd name="T9" fmla="*/ 0 h 295"/>
                <a:gd name="T10" fmla="*/ 124 w 861"/>
                <a:gd name="T11" fmla="*/ 224 h 295"/>
                <a:gd name="T12" fmla="*/ 72 w 861"/>
                <a:gd name="T13" fmla="*/ 274 h 295"/>
                <a:gd name="T14" fmla="*/ 0 w 861"/>
                <a:gd name="T15" fmla="*/ 291 h 295"/>
                <a:gd name="T16" fmla="*/ 0 w 861"/>
                <a:gd name="T17" fmla="*/ 295 h 295"/>
                <a:gd name="T18" fmla="*/ 379 w 861"/>
                <a:gd name="T19" fmla="*/ 295 h 295"/>
                <a:gd name="T20" fmla="*/ 482 w 861"/>
                <a:gd name="T21" fmla="*/ 295 h 295"/>
                <a:gd name="T22" fmla="*/ 861 w 861"/>
                <a:gd name="T23" fmla="*/ 295 h 295"/>
                <a:gd name="T24" fmla="*/ 861 w 861"/>
                <a:gd name="T25" fmla="*/ 291 h 295"/>
                <a:gd name="T26" fmla="*/ 790 w 861"/>
                <a:gd name="T27" fmla="*/ 27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1" h="295">
                  <a:moveTo>
                    <a:pt x="790" y="274"/>
                  </a:moveTo>
                  <a:cubicBezTo>
                    <a:pt x="760" y="268"/>
                    <a:pt x="744" y="271"/>
                    <a:pt x="738" y="224"/>
                  </a:cubicBezTo>
                  <a:cubicBezTo>
                    <a:pt x="731" y="177"/>
                    <a:pt x="714" y="0"/>
                    <a:pt x="714" y="0"/>
                  </a:cubicBezTo>
                  <a:cubicBezTo>
                    <a:pt x="431" y="4"/>
                    <a:pt x="431" y="4"/>
                    <a:pt x="431" y="4"/>
                  </a:cubicBezTo>
                  <a:cubicBezTo>
                    <a:pt x="147" y="0"/>
                    <a:pt x="147" y="0"/>
                    <a:pt x="147" y="0"/>
                  </a:cubicBezTo>
                  <a:cubicBezTo>
                    <a:pt x="147" y="0"/>
                    <a:pt x="130" y="177"/>
                    <a:pt x="124" y="224"/>
                  </a:cubicBezTo>
                  <a:cubicBezTo>
                    <a:pt x="117" y="271"/>
                    <a:pt x="102" y="268"/>
                    <a:pt x="72" y="274"/>
                  </a:cubicBezTo>
                  <a:cubicBezTo>
                    <a:pt x="42" y="280"/>
                    <a:pt x="0" y="287"/>
                    <a:pt x="0" y="291"/>
                  </a:cubicBezTo>
                  <a:cubicBezTo>
                    <a:pt x="0" y="295"/>
                    <a:pt x="0" y="295"/>
                    <a:pt x="0" y="295"/>
                  </a:cubicBezTo>
                  <a:cubicBezTo>
                    <a:pt x="379" y="295"/>
                    <a:pt x="379" y="295"/>
                    <a:pt x="379" y="295"/>
                  </a:cubicBezTo>
                  <a:cubicBezTo>
                    <a:pt x="482" y="295"/>
                    <a:pt x="482" y="295"/>
                    <a:pt x="482" y="295"/>
                  </a:cubicBezTo>
                  <a:cubicBezTo>
                    <a:pt x="861" y="295"/>
                    <a:pt x="861" y="295"/>
                    <a:pt x="861" y="295"/>
                  </a:cubicBezTo>
                  <a:cubicBezTo>
                    <a:pt x="861" y="295"/>
                    <a:pt x="861" y="295"/>
                    <a:pt x="861" y="291"/>
                  </a:cubicBezTo>
                  <a:cubicBezTo>
                    <a:pt x="861" y="287"/>
                    <a:pt x="820" y="280"/>
                    <a:pt x="790" y="274"/>
                  </a:cubicBezTo>
                  <a:close/>
                </a:path>
              </a:pathLst>
            </a:custGeom>
            <a:solidFill>
              <a:srgbClr val="D2D3D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Oval 11"/>
            <p:cNvSpPr>
              <a:spLocks noChangeArrowheads="1"/>
            </p:cNvSpPr>
            <p:nvPr/>
          </p:nvSpPr>
          <p:spPr bwMode="auto">
            <a:xfrm>
              <a:off x="6070602" y="2044701"/>
              <a:ext cx="49213" cy="49213"/>
            </a:xfrm>
            <a:prstGeom prst="ellipse">
              <a:avLst/>
            </a:prstGeom>
            <a:solidFill>
              <a:srgbClr val="2C2C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Oval 12"/>
            <p:cNvSpPr>
              <a:spLocks noChangeArrowheads="1"/>
            </p:cNvSpPr>
            <p:nvPr/>
          </p:nvSpPr>
          <p:spPr bwMode="auto">
            <a:xfrm>
              <a:off x="6070602" y="2041526"/>
              <a:ext cx="49213" cy="49213"/>
            </a:xfrm>
            <a:prstGeom prst="ellipse">
              <a:avLst/>
            </a:prstGeom>
            <a:solidFill>
              <a:srgbClr val="0A0A0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Oval 13"/>
            <p:cNvSpPr>
              <a:spLocks noChangeArrowheads="1"/>
            </p:cNvSpPr>
            <p:nvPr/>
          </p:nvSpPr>
          <p:spPr bwMode="auto">
            <a:xfrm>
              <a:off x="6078539" y="2049464"/>
              <a:ext cx="33338" cy="31750"/>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 name="Oval 14"/>
            <p:cNvSpPr>
              <a:spLocks noChangeArrowheads="1"/>
            </p:cNvSpPr>
            <p:nvPr/>
          </p:nvSpPr>
          <p:spPr bwMode="auto">
            <a:xfrm>
              <a:off x="6088064" y="2055814"/>
              <a:ext cx="15875" cy="19050"/>
            </a:xfrm>
            <a:prstGeom prst="ellipse">
              <a:avLst/>
            </a:prstGeom>
            <a:solidFill>
              <a:srgbClr val="2C99B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 name="Oval 15"/>
            <p:cNvSpPr>
              <a:spLocks noChangeArrowheads="1"/>
            </p:cNvSpPr>
            <p:nvPr/>
          </p:nvSpPr>
          <p:spPr bwMode="auto">
            <a:xfrm>
              <a:off x="6092827" y="2063751"/>
              <a:ext cx="4763" cy="476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 name="Freeform 16"/>
            <p:cNvSpPr/>
            <p:nvPr/>
          </p:nvSpPr>
          <p:spPr bwMode="auto">
            <a:xfrm>
              <a:off x="5478464" y="4446589"/>
              <a:ext cx="985838" cy="417513"/>
            </a:xfrm>
            <a:custGeom>
              <a:avLst/>
              <a:gdLst>
                <a:gd name="T0" fmla="*/ 696 w 696"/>
                <a:gd name="T1" fmla="*/ 10 h 295"/>
                <a:gd name="T2" fmla="*/ 573 w 696"/>
                <a:gd name="T3" fmla="*/ 2 h 295"/>
                <a:gd name="T4" fmla="*/ 431 w 696"/>
                <a:gd name="T5" fmla="*/ 4 h 295"/>
                <a:gd name="T6" fmla="*/ 147 w 696"/>
                <a:gd name="T7" fmla="*/ 0 h 295"/>
                <a:gd name="T8" fmla="*/ 124 w 696"/>
                <a:gd name="T9" fmla="*/ 224 h 295"/>
                <a:gd name="T10" fmla="*/ 72 w 696"/>
                <a:gd name="T11" fmla="*/ 274 h 295"/>
                <a:gd name="T12" fmla="*/ 0 w 696"/>
                <a:gd name="T13" fmla="*/ 291 h 295"/>
                <a:gd name="T14" fmla="*/ 0 w 696"/>
                <a:gd name="T15" fmla="*/ 295 h 295"/>
                <a:gd name="T16" fmla="*/ 379 w 696"/>
                <a:gd name="T17" fmla="*/ 295 h 295"/>
                <a:gd name="T18" fmla="*/ 432 w 696"/>
                <a:gd name="T19" fmla="*/ 295 h 295"/>
                <a:gd name="T20" fmla="*/ 696 w 696"/>
                <a:gd name="T21" fmla="*/ 1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6" h="295">
                  <a:moveTo>
                    <a:pt x="696" y="10"/>
                  </a:moveTo>
                  <a:cubicBezTo>
                    <a:pt x="573" y="2"/>
                    <a:pt x="573" y="2"/>
                    <a:pt x="573" y="2"/>
                  </a:cubicBezTo>
                  <a:cubicBezTo>
                    <a:pt x="431" y="4"/>
                    <a:pt x="431" y="4"/>
                    <a:pt x="431" y="4"/>
                  </a:cubicBezTo>
                  <a:cubicBezTo>
                    <a:pt x="147" y="0"/>
                    <a:pt x="147" y="0"/>
                    <a:pt x="147" y="0"/>
                  </a:cubicBezTo>
                  <a:cubicBezTo>
                    <a:pt x="147" y="0"/>
                    <a:pt x="130" y="177"/>
                    <a:pt x="124" y="224"/>
                  </a:cubicBezTo>
                  <a:cubicBezTo>
                    <a:pt x="117" y="271"/>
                    <a:pt x="102" y="268"/>
                    <a:pt x="72" y="274"/>
                  </a:cubicBezTo>
                  <a:cubicBezTo>
                    <a:pt x="42" y="280"/>
                    <a:pt x="0" y="287"/>
                    <a:pt x="0" y="291"/>
                  </a:cubicBezTo>
                  <a:cubicBezTo>
                    <a:pt x="0" y="295"/>
                    <a:pt x="0" y="295"/>
                    <a:pt x="0" y="295"/>
                  </a:cubicBezTo>
                  <a:cubicBezTo>
                    <a:pt x="379" y="295"/>
                    <a:pt x="379" y="295"/>
                    <a:pt x="379" y="295"/>
                  </a:cubicBezTo>
                  <a:cubicBezTo>
                    <a:pt x="432" y="295"/>
                    <a:pt x="432" y="295"/>
                    <a:pt x="432" y="295"/>
                  </a:cubicBezTo>
                  <a:lnTo>
                    <a:pt x="696" y="10"/>
                  </a:lnTo>
                  <a:close/>
                </a:path>
              </a:pathLst>
            </a:custGeom>
            <a:solidFill>
              <a:srgbClr val="A8A9A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Freeform 17"/>
            <p:cNvSpPr/>
            <p:nvPr/>
          </p:nvSpPr>
          <p:spPr bwMode="auto">
            <a:xfrm>
              <a:off x="4300539" y="4154489"/>
              <a:ext cx="3589338" cy="341313"/>
            </a:xfrm>
            <a:custGeom>
              <a:avLst/>
              <a:gdLst>
                <a:gd name="T0" fmla="*/ 0 w 2537"/>
                <a:gd name="T1" fmla="*/ 0 h 241"/>
                <a:gd name="T2" fmla="*/ 0 w 2537"/>
                <a:gd name="T3" fmla="*/ 170 h 241"/>
                <a:gd name="T4" fmla="*/ 71 w 2537"/>
                <a:gd name="T5" fmla="*/ 241 h 241"/>
                <a:gd name="T6" fmla="*/ 2467 w 2537"/>
                <a:gd name="T7" fmla="*/ 241 h 241"/>
                <a:gd name="T8" fmla="*/ 2537 w 2537"/>
                <a:gd name="T9" fmla="*/ 170 h 241"/>
                <a:gd name="T10" fmla="*/ 2537 w 2537"/>
                <a:gd name="T11" fmla="*/ 0 h 241"/>
                <a:gd name="T12" fmla="*/ 0 w 2537"/>
                <a:gd name="T13" fmla="*/ 0 h 241"/>
              </a:gdLst>
              <a:ahLst/>
              <a:cxnLst>
                <a:cxn ang="0">
                  <a:pos x="T0" y="T1"/>
                </a:cxn>
                <a:cxn ang="0">
                  <a:pos x="T2" y="T3"/>
                </a:cxn>
                <a:cxn ang="0">
                  <a:pos x="T4" y="T5"/>
                </a:cxn>
                <a:cxn ang="0">
                  <a:pos x="T6" y="T7"/>
                </a:cxn>
                <a:cxn ang="0">
                  <a:pos x="T8" y="T9"/>
                </a:cxn>
                <a:cxn ang="0">
                  <a:pos x="T10" y="T11"/>
                </a:cxn>
                <a:cxn ang="0">
                  <a:pos x="T12" y="T13"/>
                </a:cxn>
              </a:cxnLst>
              <a:rect l="0" t="0" r="r" b="b"/>
              <a:pathLst>
                <a:path w="2537" h="241">
                  <a:moveTo>
                    <a:pt x="0" y="0"/>
                  </a:moveTo>
                  <a:cubicBezTo>
                    <a:pt x="0" y="170"/>
                    <a:pt x="0" y="170"/>
                    <a:pt x="0" y="170"/>
                  </a:cubicBezTo>
                  <a:cubicBezTo>
                    <a:pt x="0" y="209"/>
                    <a:pt x="32" y="241"/>
                    <a:pt x="71" y="241"/>
                  </a:cubicBezTo>
                  <a:cubicBezTo>
                    <a:pt x="2467" y="241"/>
                    <a:pt x="2467" y="241"/>
                    <a:pt x="2467" y="241"/>
                  </a:cubicBezTo>
                  <a:cubicBezTo>
                    <a:pt x="2506" y="241"/>
                    <a:pt x="2537" y="209"/>
                    <a:pt x="2537" y="170"/>
                  </a:cubicBezTo>
                  <a:cubicBezTo>
                    <a:pt x="2537" y="0"/>
                    <a:pt x="2537" y="0"/>
                    <a:pt x="2537" y="0"/>
                  </a:cubicBezTo>
                  <a:lnTo>
                    <a:pt x="0" y="0"/>
                  </a:lnTo>
                  <a:close/>
                </a:path>
              </a:pathLst>
            </a:custGeom>
            <a:solidFill>
              <a:srgbClr val="D2D3D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8" name="Group 17"/>
          <p:cNvGrpSpPr/>
          <p:nvPr/>
        </p:nvGrpSpPr>
        <p:grpSpPr>
          <a:xfrm>
            <a:off x="6464652" y="3502746"/>
            <a:ext cx="3749343" cy="2157741"/>
            <a:chOff x="8440747" y="4796156"/>
            <a:chExt cx="2786063" cy="1603375"/>
          </a:xfrm>
        </p:grpSpPr>
        <p:sp>
          <p:nvSpPr>
            <p:cNvPr id="19" name="Freeform 45"/>
            <p:cNvSpPr/>
            <p:nvPr/>
          </p:nvSpPr>
          <p:spPr bwMode="auto">
            <a:xfrm>
              <a:off x="8440747" y="6337618"/>
              <a:ext cx="1403350" cy="61913"/>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Freeform 46"/>
            <p:cNvSpPr/>
            <p:nvPr/>
          </p:nvSpPr>
          <p:spPr bwMode="auto">
            <a:xfrm>
              <a:off x="9823459" y="6337618"/>
              <a:ext cx="1403350" cy="61913"/>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 name="Freeform 47"/>
            <p:cNvSpPr/>
            <p:nvPr/>
          </p:nvSpPr>
          <p:spPr bwMode="auto">
            <a:xfrm>
              <a:off x="8715384" y="4796156"/>
              <a:ext cx="2257425" cy="1546225"/>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 name="Freeform 48"/>
            <p:cNvSpPr/>
            <p:nvPr/>
          </p:nvSpPr>
          <p:spPr bwMode="auto">
            <a:xfrm>
              <a:off x="8723322" y="4804093"/>
              <a:ext cx="2243138" cy="1530350"/>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18181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 name="Freeform 49"/>
            <p:cNvSpPr/>
            <p:nvPr/>
          </p:nvSpPr>
          <p:spPr bwMode="auto">
            <a:xfrm>
              <a:off x="8723322" y="6269356"/>
              <a:ext cx="2243138" cy="65088"/>
            </a:xfrm>
            <a:custGeom>
              <a:avLst/>
              <a:gdLst>
                <a:gd name="T0" fmla="*/ 1414 w 1414"/>
                <a:gd name="T1" fmla="*/ 0 h 41"/>
                <a:gd name="T2" fmla="*/ 1396 w 1414"/>
                <a:gd name="T3" fmla="*/ 9 h 41"/>
                <a:gd name="T4" fmla="*/ 18 w 1414"/>
                <a:gd name="T5" fmla="*/ 9 h 41"/>
                <a:gd name="T6" fmla="*/ 0 w 1414"/>
                <a:gd name="T7" fmla="*/ 0 h 41"/>
                <a:gd name="T8" fmla="*/ 0 w 1414"/>
                <a:gd name="T9" fmla="*/ 1 h 41"/>
                <a:gd name="T10" fmla="*/ 40 w 1414"/>
                <a:gd name="T11" fmla="*/ 41 h 41"/>
                <a:gd name="T12" fmla="*/ 1373 w 1414"/>
                <a:gd name="T13" fmla="*/ 41 h 41"/>
                <a:gd name="T14" fmla="*/ 1414 w 1414"/>
                <a:gd name="T15" fmla="*/ 1 h 41"/>
                <a:gd name="T16" fmla="*/ 1414 w 1414"/>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41">
                  <a:moveTo>
                    <a:pt x="1414" y="0"/>
                  </a:moveTo>
                  <a:cubicBezTo>
                    <a:pt x="1409" y="6"/>
                    <a:pt x="1403" y="9"/>
                    <a:pt x="1396" y="9"/>
                  </a:cubicBezTo>
                  <a:cubicBezTo>
                    <a:pt x="18" y="9"/>
                    <a:pt x="18" y="9"/>
                    <a:pt x="18" y="9"/>
                  </a:cubicBezTo>
                  <a:cubicBezTo>
                    <a:pt x="10" y="9"/>
                    <a:pt x="4" y="6"/>
                    <a:pt x="0" y="0"/>
                  </a:cubicBezTo>
                  <a:cubicBezTo>
                    <a:pt x="0" y="1"/>
                    <a:pt x="0" y="1"/>
                    <a:pt x="0" y="1"/>
                  </a:cubicBezTo>
                  <a:cubicBezTo>
                    <a:pt x="0" y="23"/>
                    <a:pt x="18" y="41"/>
                    <a:pt x="40" y="41"/>
                  </a:cubicBezTo>
                  <a:cubicBezTo>
                    <a:pt x="1373" y="41"/>
                    <a:pt x="1373" y="41"/>
                    <a:pt x="1373" y="41"/>
                  </a:cubicBezTo>
                  <a:cubicBezTo>
                    <a:pt x="1396" y="41"/>
                    <a:pt x="1414" y="23"/>
                    <a:pt x="1414" y="1"/>
                  </a:cubicBezTo>
                  <a:lnTo>
                    <a:pt x="1414" y="0"/>
                  </a:lnTo>
                  <a:close/>
                </a:path>
              </a:pathLst>
            </a:custGeom>
            <a:solidFill>
              <a:srgbClr val="0C0D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Rectangle 50"/>
            <p:cNvSpPr>
              <a:spLocks noChangeArrowheads="1"/>
            </p:cNvSpPr>
            <p:nvPr/>
          </p:nvSpPr>
          <p:spPr bwMode="auto">
            <a:xfrm>
              <a:off x="8440747" y="6312218"/>
              <a:ext cx="2786063" cy="50800"/>
            </a:xfrm>
            <a:prstGeom prst="rect">
              <a:avLst/>
            </a:prstGeom>
            <a:solidFill>
              <a:srgbClr val="D2D6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Freeform 51"/>
            <p:cNvSpPr/>
            <p:nvPr/>
          </p:nvSpPr>
          <p:spPr bwMode="auto">
            <a:xfrm>
              <a:off x="9632959" y="6312218"/>
              <a:ext cx="400050" cy="28575"/>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Rectangle 52"/>
            <p:cNvSpPr>
              <a:spLocks noChangeArrowheads="1"/>
            </p:cNvSpPr>
            <p:nvPr/>
          </p:nvSpPr>
          <p:spPr bwMode="auto">
            <a:xfrm>
              <a:off x="8797934" y="4900931"/>
              <a:ext cx="2093913" cy="1322388"/>
            </a:xfrm>
            <a:prstGeom prst="rect">
              <a:avLst/>
            </a:prstGeom>
            <a:solidFill>
              <a:srgbClr val="0C0D1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 name="Rectangle 53"/>
            <p:cNvSpPr>
              <a:spLocks noChangeArrowheads="1"/>
            </p:cNvSpPr>
            <p:nvPr/>
          </p:nvSpPr>
          <p:spPr bwMode="auto">
            <a:xfrm>
              <a:off x="8804284" y="4908868"/>
              <a:ext cx="2079625" cy="1308100"/>
            </a:xfrm>
            <a:prstGeom prst="rect">
              <a:avLst/>
            </a:prstGeom>
            <a:blipFill>
              <a:blip r:embed="rId4"/>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 name="Oval 54"/>
            <p:cNvSpPr>
              <a:spLocks noChangeArrowheads="1"/>
            </p:cNvSpPr>
            <p:nvPr/>
          </p:nvSpPr>
          <p:spPr bwMode="auto">
            <a:xfrm>
              <a:off x="9831397" y="4845368"/>
              <a:ext cx="23813" cy="23813"/>
            </a:xfrm>
            <a:prstGeom prst="ellipse">
              <a:avLst/>
            </a:prstGeom>
            <a:solidFill>
              <a:srgbClr val="2C2C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Oval 55"/>
            <p:cNvSpPr>
              <a:spLocks noChangeArrowheads="1"/>
            </p:cNvSpPr>
            <p:nvPr/>
          </p:nvSpPr>
          <p:spPr bwMode="auto">
            <a:xfrm>
              <a:off x="9831397" y="4843781"/>
              <a:ext cx="23813" cy="22225"/>
            </a:xfrm>
            <a:prstGeom prst="ellipse">
              <a:avLst/>
            </a:prstGeom>
            <a:solidFill>
              <a:srgbClr val="0A0A0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 name="Oval 56"/>
            <p:cNvSpPr>
              <a:spLocks noChangeArrowheads="1"/>
            </p:cNvSpPr>
            <p:nvPr/>
          </p:nvSpPr>
          <p:spPr bwMode="auto">
            <a:xfrm>
              <a:off x="9836159" y="4846956"/>
              <a:ext cx="14288" cy="1587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 name="Oval 57"/>
            <p:cNvSpPr>
              <a:spLocks noChangeArrowheads="1"/>
            </p:cNvSpPr>
            <p:nvPr/>
          </p:nvSpPr>
          <p:spPr bwMode="auto">
            <a:xfrm>
              <a:off x="9839334" y="4851718"/>
              <a:ext cx="7938" cy="7938"/>
            </a:xfrm>
            <a:prstGeom prst="ellipse">
              <a:avLst/>
            </a:prstGeom>
            <a:solidFill>
              <a:srgbClr val="2C99B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Freeform 58"/>
            <p:cNvSpPr/>
            <p:nvPr/>
          </p:nvSpPr>
          <p:spPr bwMode="auto">
            <a:xfrm>
              <a:off x="9842509" y="4853306"/>
              <a:ext cx="1588" cy="3175"/>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34" name="Group 33"/>
          <p:cNvGrpSpPr/>
          <p:nvPr/>
        </p:nvGrpSpPr>
        <p:grpSpPr>
          <a:xfrm>
            <a:off x="6818264" y="1396632"/>
            <a:ext cx="1539298" cy="1539298"/>
            <a:chOff x="3981816" y="4221687"/>
            <a:chExt cx="1539298" cy="1539298"/>
          </a:xfrm>
          <a:solidFill>
            <a:srgbClr val="164C8C"/>
          </a:solidFill>
        </p:grpSpPr>
        <p:sp>
          <p:nvSpPr>
            <p:cNvPr id="35" name="Oval 34"/>
            <p:cNvSpPr/>
            <p:nvPr/>
          </p:nvSpPr>
          <p:spPr>
            <a:xfrm>
              <a:off x="3981816" y="4221687"/>
              <a:ext cx="1539298" cy="15392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 name="TextBox 35"/>
            <p:cNvSpPr txBox="1"/>
            <p:nvPr/>
          </p:nvSpPr>
          <p:spPr>
            <a:xfrm>
              <a:off x="4252770" y="4491699"/>
              <a:ext cx="997389" cy="461665"/>
            </a:xfrm>
            <a:prstGeom prst="rect">
              <a:avLst/>
            </a:prstGeom>
            <a:grpFill/>
          </p:spPr>
          <p:txBody>
            <a:bodyPr wrap="none" rtlCol="0">
              <a:spAutoFit/>
            </a:bodyPr>
            <a:lstStyle/>
            <a:p>
              <a:pPr algn="ctr"/>
              <a:r>
                <a:rPr lang="vi-VN" sz="2400">
                  <a:solidFill>
                    <a:srgbClr val="FFFFF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+55%</a:t>
              </a:r>
              <a:endParaRPr lang="en-US" sz="2400">
                <a:solidFill>
                  <a:srgbClr val="FFFFF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TextBox 36"/>
            <p:cNvSpPr txBox="1"/>
            <p:nvPr/>
          </p:nvSpPr>
          <p:spPr>
            <a:xfrm>
              <a:off x="4155454" y="4874160"/>
              <a:ext cx="1319822" cy="584775"/>
            </a:xfrm>
            <a:prstGeom prst="rect">
              <a:avLst/>
            </a:prstGeom>
            <a:grpFill/>
          </p:spPr>
          <p:txBody>
            <a:bodyPr wrap="square" rtlCol="0">
              <a:spAutoFit/>
            </a:bodyPr>
            <a:lstStyle/>
            <a:p>
              <a:pPr algn="ctr"/>
              <a:r>
                <a:rPr lang="zh-CN" altLang="en-US" sz="1600" dirty="0">
                  <a:solidFill>
                    <a:srgbClr val="FFFFF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solidFill>
                  <a:srgbClr val="FFFFF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38" name="Group 37"/>
          <p:cNvGrpSpPr/>
          <p:nvPr/>
        </p:nvGrpSpPr>
        <p:grpSpPr>
          <a:xfrm>
            <a:off x="8473313" y="1716836"/>
            <a:ext cx="3115134" cy="1382541"/>
            <a:chOff x="6860199" y="2161829"/>
            <a:chExt cx="3115134" cy="1382541"/>
          </a:xfrm>
        </p:grpSpPr>
        <p:sp>
          <p:nvSpPr>
            <p:cNvPr id="39" name="TextBox 38"/>
            <p:cNvSpPr txBox="1"/>
            <p:nvPr/>
          </p:nvSpPr>
          <p:spPr>
            <a:xfrm>
              <a:off x="6860199" y="2161829"/>
              <a:ext cx="2031325" cy="369332"/>
            </a:xfrm>
            <a:prstGeom prst="rect">
              <a:avLst/>
            </a:prstGeom>
            <a:noFill/>
          </p:spPr>
          <p:txBody>
            <a:bodyPr wrap="none" rtlCol="0">
              <a:spAutoFit/>
            </a:bodyPr>
            <a:lstStyle/>
            <a:p>
              <a:r>
                <a:rPr lang="zh-CN" altLang="en-US"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40" name="Straight Connector 39"/>
            <p:cNvCxnSpPr/>
            <p:nvPr/>
          </p:nvCxnSpPr>
          <p:spPr>
            <a:xfrm>
              <a:off x="6960018" y="2531161"/>
              <a:ext cx="1339982"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6860200" y="2590263"/>
              <a:ext cx="3115133" cy="954107"/>
            </a:xfrm>
            <a:prstGeom prst="rect">
              <a:avLst/>
            </a:prstGeom>
            <a:noFill/>
          </p:spPr>
          <p:txBody>
            <a:bodyPr wrap="square" rtlCol="0">
              <a:spAutoFit/>
            </a:bodyPr>
            <a:lstStyle/>
            <a:p>
              <a:r>
                <a:rPr lang="zh-CN" altLang="en-US" sz="1400" b="1" i="1" dirty="0" smtClean="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a:t>
              </a:r>
              <a:endParaRPr lang="en-US" sz="1400" b="1" i="1"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42" name="Group 41"/>
          <p:cNvGrpSpPr/>
          <p:nvPr/>
        </p:nvGrpSpPr>
        <p:grpSpPr>
          <a:xfrm>
            <a:off x="2778915" y="3773512"/>
            <a:ext cx="1539298" cy="1539298"/>
            <a:chOff x="3981816" y="4221687"/>
            <a:chExt cx="1539298" cy="1539298"/>
          </a:xfrm>
        </p:grpSpPr>
        <p:sp>
          <p:nvSpPr>
            <p:cNvPr id="43" name="Oval 42"/>
            <p:cNvSpPr/>
            <p:nvPr/>
          </p:nvSpPr>
          <p:spPr>
            <a:xfrm>
              <a:off x="3981816" y="4221687"/>
              <a:ext cx="1539298" cy="15392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 name="TextBox 43"/>
            <p:cNvSpPr txBox="1"/>
            <p:nvPr/>
          </p:nvSpPr>
          <p:spPr>
            <a:xfrm>
              <a:off x="4252770" y="4491699"/>
              <a:ext cx="997389" cy="461665"/>
            </a:xfrm>
            <a:prstGeom prst="rect">
              <a:avLst/>
            </a:prstGeom>
            <a:noFill/>
          </p:spPr>
          <p:txBody>
            <a:bodyPr wrap="none" rtlCol="0">
              <a:spAutoFit/>
            </a:bodyPr>
            <a:lstStyle/>
            <a:p>
              <a:pPr algn="ctr"/>
              <a:r>
                <a:rPr lang="vi-VN" sz="2400">
                  <a:solidFill>
                    <a:srgbClr val="FFFFF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+55%</a:t>
              </a:r>
              <a:endParaRPr lang="en-US" sz="2400">
                <a:solidFill>
                  <a:srgbClr val="FFFFF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TextBox 44"/>
            <p:cNvSpPr txBox="1"/>
            <p:nvPr/>
          </p:nvSpPr>
          <p:spPr>
            <a:xfrm>
              <a:off x="4155454" y="4874160"/>
              <a:ext cx="1319822" cy="584775"/>
            </a:xfrm>
            <a:prstGeom prst="rect">
              <a:avLst/>
            </a:prstGeom>
            <a:noFill/>
          </p:spPr>
          <p:txBody>
            <a:bodyPr wrap="square" rtlCol="0">
              <a:spAutoFit/>
            </a:bodyPr>
            <a:lstStyle/>
            <a:p>
              <a:pPr algn="ctr"/>
              <a:r>
                <a:rPr lang="zh-CN" altLang="en-US" sz="1600" dirty="0">
                  <a:solidFill>
                    <a:srgbClr val="FFFFF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solidFill>
                  <a:srgbClr val="FFFFF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46" name="TextBox 45"/>
          <p:cNvSpPr txBox="1"/>
          <p:nvPr/>
        </p:nvSpPr>
        <p:spPr>
          <a:xfrm>
            <a:off x="649072" y="5400242"/>
            <a:ext cx="3552951" cy="738664"/>
          </a:xfrm>
          <a:prstGeom prst="rect">
            <a:avLst/>
          </a:prstGeom>
          <a:noFill/>
        </p:spPr>
        <p:txBody>
          <a:bodyPr wrap="square" rtlCol="0">
            <a:spAutoFit/>
          </a:bodyPr>
          <a:lstStyle/>
          <a:p>
            <a:pPr algn="r"/>
            <a:r>
              <a:rPr lang="zh-CN" altLang="en-US" sz="1400" b="1" i="1" dirty="0" smtClean="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a:t>
            </a:r>
            <a:endParaRPr lang="en-US" sz="1400" b="1" i="1"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pic>
        <p:nvPicPr>
          <p:cNvPr id="47" name="图片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1018434042"/>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000"/>
                            </p:stCondLst>
                            <p:childTnLst>
                              <p:par>
                                <p:cTn id="13" presetID="2" presetClass="entr" presetSubtype="2"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1+#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12" presetClass="entr" presetSubtype="8" fill="hold" nodeType="afterEffect">
                                  <p:stCondLst>
                                    <p:cond delay="0"/>
                                  </p:stCondLst>
                                  <p:childTnLst>
                                    <p:set>
                                      <p:cBhvr>
                                        <p:cTn id="19" dur="1" fill="hold">
                                          <p:stCondLst>
                                            <p:cond delay="0"/>
                                          </p:stCondLst>
                                        </p:cTn>
                                        <p:tgtEl>
                                          <p:spTgt spid="38"/>
                                        </p:tgtEl>
                                        <p:attrNameLst>
                                          <p:attrName>style.visibility</p:attrName>
                                        </p:attrNameLst>
                                      </p:cBhvr>
                                      <p:to>
                                        <p:strVal val="visible"/>
                                      </p:to>
                                    </p:set>
                                    <p:anim calcmode="lin" valueType="num">
                                      <p:cBhvr additive="base">
                                        <p:cTn id="20" dur="500"/>
                                        <p:tgtEl>
                                          <p:spTgt spid="38"/>
                                        </p:tgtEl>
                                        <p:attrNameLst>
                                          <p:attrName>ppt_x</p:attrName>
                                        </p:attrNameLst>
                                      </p:cBhvr>
                                      <p:tavLst>
                                        <p:tav tm="0">
                                          <p:val>
                                            <p:strVal val="#ppt_x-#ppt_w*1.125000"/>
                                          </p:val>
                                        </p:tav>
                                        <p:tav tm="100000">
                                          <p:val>
                                            <p:strVal val="#ppt_x"/>
                                          </p:val>
                                        </p:tav>
                                      </p:tavLst>
                                    </p:anim>
                                    <p:animEffect transition="in" filter="wipe(right)">
                                      <p:cBhvr>
                                        <p:cTn id="21" dur="5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2"/>
                                        </p:tgtEl>
                                        <p:attrNameLst>
                                          <p:attrName>style.visibility</p:attrName>
                                        </p:attrNameLst>
                                      </p:cBhvr>
                                      <p:to>
                                        <p:strVal val="visible"/>
                                      </p:to>
                                    </p:set>
                                    <p:anim calcmode="lin" valueType="num">
                                      <p:cBhvr additive="base">
                                        <p:cTn id="25" dur="500" fill="hold"/>
                                        <p:tgtEl>
                                          <p:spTgt spid="42"/>
                                        </p:tgtEl>
                                        <p:attrNameLst>
                                          <p:attrName>ppt_x</p:attrName>
                                        </p:attrNameLst>
                                      </p:cBhvr>
                                      <p:tavLst>
                                        <p:tav tm="0">
                                          <p:val>
                                            <p:strVal val="1+#ppt_w/2"/>
                                          </p:val>
                                        </p:tav>
                                        <p:tav tm="100000">
                                          <p:val>
                                            <p:strVal val="#ppt_x"/>
                                          </p:val>
                                        </p:tav>
                                      </p:tavLst>
                                    </p:anim>
                                    <p:anim calcmode="lin" valueType="num">
                                      <p:cBhvr additive="base">
                                        <p:cTn id="26" dur="500" fill="hold"/>
                                        <p:tgtEl>
                                          <p:spTgt spid="42"/>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anim calcmode="lin" valueType="num">
                                      <p:cBhvr>
                                        <p:cTn id="31" dur="500" fill="hold"/>
                                        <p:tgtEl>
                                          <p:spTgt spid="46"/>
                                        </p:tgtEl>
                                        <p:attrNameLst>
                                          <p:attrName>ppt_x</p:attrName>
                                        </p:attrNameLst>
                                      </p:cBhvr>
                                      <p:tavLst>
                                        <p:tav tm="0">
                                          <p:val>
                                            <p:strVal val="#ppt_x"/>
                                          </p:val>
                                        </p:tav>
                                        <p:tav tm="100000">
                                          <p:val>
                                            <p:strVal val="#ppt_x"/>
                                          </p:val>
                                        </p:tav>
                                      </p:tavLst>
                                    </p:anim>
                                    <p:anim calcmode="lin" valueType="num">
                                      <p:cBhvr>
                                        <p:cTn id="32" dur="5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xmlns="" id="{C0BD8F16-9D8D-457D-91A7-6C206DF64641}"/>
              </a:ext>
            </a:extLst>
          </p:cNvPr>
          <p:cNvSpPr/>
          <p:nvPr/>
        </p:nvSpPr>
        <p:spPr>
          <a:xfrm rot="20107487">
            <a:off x="5729232" y="-1392690"/>
            <a:ext cx="10972026" cy="6845794"/>
          </a:xfrm>
          <a:prstGeom prst="roundRect">
            <a:avLst>
              <a:gd name="adj" fmla="val 50000"/>
            </a:avLst>
          </a:prstGeom>
          <a:blipFill dpi="0" rotWithShape="0">
            <a:blip r:embed="rId3"/>
            <a:srcRect/>
            <a:stretch>
              <a:fillRect l="-28992" t="-7736" r="28992" b="-6440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椭圆 4">
            <a:extLst>
              <a:ext uri="{FF2B5EF4-FFF2-40B4-BE49-F238E27FC236}">
                <a16:creationId xmlns:a16="http://schemas.microsoft.com/office/drawing/2014/main" xmlns="" id="{1A70A106-C631-40B1-9168-A221E5396895}"/>
              </a:ext>
            </a:extLst>
          </p:cNvPr>
          <p:cNvSpPr/>
          <p:nvPr/>
        </p:nvSpPr>
        <p:spPr>
          <a:xfrm>
            <a:off x="6096000" y="4076700"/>
            <a:ext cx="2247900" cy="22479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 name="矩形 5"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FAFF9678-B2FD-4F23-8B04-F0780AA3DDB2}"/>
              </a:ext>
            </a:extLst>
          </p:cNvPr>
          <p:cNvSpPr/>
          <p:nvPr/>
        </p:nvSpPr>
        <p:spPr>
          <a:xfrm>
            <a:off x="1076486" y="2030207"/>
            <a:ext cx="5019514" cy="1077218"/>
          </a:xfrm>
          <a:prstGeom prst="rect">
            <a:avLst/>
          </a:prstGeom>
        </p:spPr>
        <p:txBody>
          <a:bodyPr wrap="square">
            <a:spAutoFit/>
          </a:bodyPr>
          <a:lstStyle/>
          <a:p>
            <a:r>
              <a:rPr lang="zh-CN" altLang="en-US" sz="3200" b="1" spc="3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输入标题内容</a:t>
            </a:r>
            <a:endParaRPr lang="en-US" altLang="zh-CN" sz="3200" b="1" spc="3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r>
              <a:rPr lang="zh-CN" altLang="en-US" sz="3200" b="1" spc="3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标题内容</a:t>
            </a:r>
            <a:r>
              <a:rPr lang="en-US" altLang="zh-CN" sz="3200" b="1" spc="3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lang="zh-CN" altLang="en-US" sz="3200" b="1" spc="3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 name="文本框 6" descr="e7d195523061f1c0d318120d6aeaf1b6ccceb6ba3da59c0775C5DE19DDDEBC09ED96DBD9900D9848D623ECAD1D4904B78047D0015C22C8BE97228BE8B5BFF08FE7A3AE04126DA07312A96C0F69F9BAB7D05F05E8038A538D2F1AF1C85D37CE451C77729588802C584F5E222D7D42E42B367142029CDE9B854EFCA42AF6750915DCF5D4F1676EB4E238D96666DD8256E9">
            <a:extLst>
              <a:ext uri="{FF2B5EF4-FFF2-40B4-BE49-F238E27FC236}">
                <a16:creationId xmlns:a16="http://schemas.microsoft.com/office/drawing/2014/main" xmlns="" id="{5B45D136-88A8-439D-912A-93D210627E4C}"/>
              </a:ext>
            </a:extLst>
          </p:cNvPr>
          <p:cNvSpPr txBox="1"/>
          <p:nvPr/>
        </p:nvSpPr>
        <p:spPr>
          <a:xfrm>
            <a:off x="1076486" y="3538091"/>
            <a:ext cx="3592060" cy="2031325"/>
          </a:xfrm>
          <a:prstGeom prst="rect">
            <a:avLst/>
          </a:prstGeom>
          <a:noFill/>
        </p:spPr>
        <p:txBody>
          <a:bodyPr wrap="square" rtlCol="0">
            <a:spAutoFit/>
          </a:bodyPr>
          <a:lstStyle/>
          <a:p>
            <a:pPr>
              <a:lnSpc>
                <a:spcPct val="150000"/>
              </a:lnSpc>
            </a:pP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pt-BR" altLang="zh-CN"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nSpc>
                <a:spcPct val="150000"/>
              </a:lnSpc>
            </a:pPr>
            <a:endParaRPr lang="pt-BR" altLang="zh-CN"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nSpc>
                <a:spcPct val="150000"/>
              </a:lnSpc>
            </a:pP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zh-CN" alt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nSpc>
                <a:spcPct val="150000"/>
              </a:lnSpc>
            </a:pPr>
            <a:endParaRPr lang="zh-CN" alt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blocked-folder_70725">
            <a:extLst>
              <a:ext uri="{FF2B5EF4-FFF2-40B4-BE49-F238E27FC236}">
                <a16:creationId xmlns:a16="http://schemas.microsoft.com/office/drawing/2014/main" xmlns="" id="{B5268670-F15E-418B-94EA-BDDC3E551EAA}"/>
              </a:ext>
            </a:extLst>
          </p:cNvPr>
          <p:cNvSpPr>
            <a:spLocks noChangeAspect="1"/>
          </p:cNvSpPr>
          <p:nvPr/>
        </p:nvSpPr>
        <p:spPr bwMode="auto">
          <a:xfrm>
            <a:off x="6915107" y="4939222"/>
            <a:ext cx="609685" cy="522856"/>
          </a:xfrm>
          <a:custGeom>
            <a:avLst/>
            <a:gdLst>
              <a:gd name="connsiteX0" fmla="*/ 485836 w 605939"/>
              <a:gd name="connsiteY0" fmla="*/ 267866 h 519644"/>
              <a:gd name="connsiteX1" fmla="*/ 519990 w 605939"/>
              <a:gd name="connsiteY1" fmla="*/ 301972 h 519644"/>
              <a:gd name="connsiteX2" fmla="*/ 519990 w 605939"/>
              <a:gd name="connsiteY2" fmla="*/ 324601 h 519644"/>
              <a:gd name="connsiteX3" fmla="*/ 451683 w 605939"/>
              <a:gd name="connsiteY3" fmla="*/ 324601 h 519644"/>
              <a:gd name="connsiteX4" fmla="*/ 451683 w 605939"/>
              <a:gd name="connsiteY4" fmla="*/ 301972 h 519644"/>
              <a:gd name="connsiteX5" fmla="*/ 485836 w 605939"/>
              <a:gd name="connsiteY5" fmla="*/ 267866 h 519644"/>
              <a:gd name="connsiteX6" fmla="*/ 485877 w 605939"/>
              <a:gd name="connsiteY6" fmla="*/ 235079 h 519644"/>
              <a:gd name="connsiteX7" fmla="*/ 418850 w 605939"/>
              <a:gd name="connsiteY7" fmla="*/ 301998 h 519644"/>
              <a:gd name="connsiteX8" fmla="*/ 418850 w 605939"/>
              <a:gd name="connsiteY8" fmla="*/ 324845 h 519644"/>
              <a:gd name="connsiteX9" fmla="*/ 399111 w 605939"/>
              <a:gd name="connsiteY9" fmla="*/ 347585 h 519644"/>
              <a:gd name="connsiteX10" fmla="*/ 399111 w 605939"/>
              <a:gd name="connsiteY10" fmla="*/ 464096 h 519644"/>
              <a:gd name="connsiteX11" fmla="*/ 422104 w 605939"/>
              <a:gd name="connsiteY11" fmla="*/ 487160 h 519644"/>
              <a:gd name="connsiteX12" fmla="*/ 549650 w 605939"/>
              <a:gd name="connsiteY12" fmla="*/ 487160 h 519644"/>
              <a:gd name="connsiteX13" fmla="*/ 572643 w 605939"/>
              <a:gd name="connsiteY13" fmla="*/ 464096 h 519644"/>
              <a:gd name="connsiteX14" fmla="*/ 572643 w 605939"/>
              <a:gd name="connsiteY14" fmla="*/ 455325 h 519644"/>
              <a:gd name="connsiteX15" fmla="*/ 533598 w 605939"/>
              <a:gd name="connsiteY15" fmla="*/ 455325 h 519644"/>
              <a:gd name="connsiteX16" fmla="*/ 516787 w 605939"/>
              <a:gd name="connsiteY16" fmla="*/ 438541 h 519644"/>
              <a:gd name="connsiteX17" fmla="*/ 533598 w 605939"/>
              <a:gd name="connsiteY17" fmla="*/ 421866 h 519644"/>
              <a:gd name="connsiteX18" fmla="*/ 572643 w 605939"/>
              <a:gd name="connsiteY18" fmla="*/ 421866 h 519644"/>
              <a:gd name="connsiteX19" fmla="*/ 572643 w 605939"/>
              <a:gd name="connsiteY19" fmla="*/ 397936 h 519644"/>
              <a:gd name="connsiteX20" fmla="*/ 533598 w 605939"/>
              <a:gd name="connsiteY20" fmla="*/ 397936 h 519644"/>
              <a:gd name="connsiteX21" fmla="*/ 516787 w 605939"/>
              <a:gd name="connsiteY21" fmla="*/ 381152 h 519644"/>
              <a:gd name="connsiteX22" fmla="*/ 533598 w 605939"/>
              <a:gd name="connsiteY22" fmla="*/ 364477 h 519644"/>
              <a:gd name="connsiteX23" fmla="*/ 572643 w 605939"/>
              <a:gd name="connsiteY23" fmla="*/ 364477 h 519644"/>
              <a:gd name="connsiteX24" fmla="*/ 572643 w 605939"/>
              <a:gd name="connsiteY24" fmla="*/ 347585 h 519644"/>
              <a:gd name="connsiteX25" fmla="*/ 552903 w 605939"/>
              <a:gd name="connsiteY25" fmla="*/ 324845 h 519644"/>
              <a:gd name="connsiteX26" fmla="*/ 552903 w 605939"/>
              <a:gd name="connsiteY26" fmla="*/ 301998 h 519644"/>
              <a:gd name="connsiteX27" fmla="*/ 485877 w 605939"/>
              <a:gd name="connsiteY27" fmla="*/ 235079 h 519644"/>
              <a:gd name="connsiteX28" fmla="*/ 353667 w 605939"/>
              <a:gd name="connsiteY28" fmla="*/ 43746 h 519644"/>
              <a:gd name="connsiteX29" fmla="*/ 311477 w 605939"/>
              <a:gd name="connsiteY29" fmla="*/ 60638 h 519644"/>
              <a:gd name="connsiteX30" fmla="*/ 251391 w 605939"/>
              <a:gd name="connsiteY30" fmla="*/ 84568 h 519644"/>
              <a:gd name="connsiteX31" fmla="*/ 94128 w 605939"/>
              <a:gd name="connsiteY31" fmla="*/ 84568 h 519644"/>
              <a:gd name="connsiteX32" fmla="*/ 78185 w 605939"/>
              <a:gd name="connsiteY32" fmla="*/ 98969 h 519644"/>
              <a:gd name="connsiteX33" fmla="*/ 78185 w 605939"/>
              <a:gd name="connsiteY33" fmla="*/ 142607 h 519644"/>
              <a:gd name="connsiteX34" fmla="*/ 485768 w 605939"/>
              <a:gd name="connsiteY34" fmla="*/ 142607 h 519644"/>
              <a:gd name="connsiteX35" fmla="*/ 485768 w 605939"/>
              <a:gd name="connsiteY35" fmla="*/ 66918 h 519644"/>
              <a:gd name="connsiteX36" fmla="*/ 462558 w 605939"/>
              <a:gd name="connsiteY36" fmla="*/ 43746 h 519644"/>
              <a:gd name="connsiteX37" fmla="*/ 353667 w 605939"/>
              <a:gd name="connsiteY37" fmla="*/ 0 h 519644"/>
              <a:gd name="connsiteX38" fmla="*/ 462558 w 605939"/>
              <a:gd name="connsiteY38" fmla="*/ 0 h 519644"/>
              <a:gd name="connsiteX39" fmla="*/ 529585 w 605939"/>
              <a:gd name="connsiteY39" fmla="*/ 66918 h 519644"/>
              <a:gd name="connsiteX40" fmla="*/ 529585 w 605939"/>
              <a:gd name="connsiteY40" fmla="*/ 142715 h 519644"/>
              <a:gd name="connsiteX41" fmla="*/ 555181 w 605939"/>
              <a:gd name="connsiteY41" fmla="*/ 155276 h 519644"/>
              <a:gd name="connsiteX42" fmla="*/ 563532 w 605939"/>
              <a:gd name="connsiteY42" fmla="*/ 184295 h 519644"/>
              <a:gd name="connsiteX43" fmla="*/ 557242 w 605939"/>
              <a:gd name="connsiteY43" fmla="*/ 226958 h 519644"/>
              <a:gd name="connsiteX44" fmla="*/ 586200 w 605939"/>
              <a:gd name="connsiteY44" fmla="*/ 298425 h 519644"/>
              <a:gd name="connsiteX45" fmla="*/ 586200 w 605939"/>
              <a:gd name="connsiteY45" fmla="*/ 300049 h 519644"/>
              <a:gd name="connsiteX46" fmla="*/ 605939 w 605939"/>
              <a:gd name="connsiteY46" fmla="*/ 344011 h 519644"/>
              <a:gd name="connsiteX47" fmla="*/ 605939 w 605939"/>
              <a:gd name="connsiteY47" fmla="*/ 460522 h 519644"/>
              <a:gd name="connsiteX48" fmla="*/ 546721 w 605939"/>
              <a:gd name="connsiteY48" fmla="*/ 519644 h 519644"/>
              <a:gd name="connsiteX49" fmla="*/ 419284 w 605939"/>
              <a:gd name="connsiteY49" fmla="*/ 519644 h 519644"/>
              <a:gd name="connsiteX50" fmla="*/ 386313 w 605939"/>
              <a:gd name="connsiteY50" fmla="*/ 509574 h 519644"/>
              <a:gd name="connsiteX51" fmla="*/ 80029 w 605939"/>
              <a:gd name="connsiteY51" fmla="*/ 509574 h 519644"/>
              <a:gd name="connsiteX52" fmla="*/ 44021 w 605939"/>
              <a:gd name="connsiteY52" fmla="*/ 478497 h 519644"/>
              <a:gd name="connsiteX53" fmla="*/ 421 w 605939"/>
              <a:gd name="connsiteY53" fmla="*/ 184295 h 519644"/>
              <a:gd name="connsiteX54" fmla="*/ 8772 w 605939"/>
              <a:gd name="connsiteY54" fmla="*/ 155276 h 519644"/>
              <a:gd name="connsiteX55" fmla="*/ 34368 w 605939"/>
              <a:gd name="connsiteY55" fmla="*/ 142715 h 519644"/>
              <a:gd name="connsiteX56" fmla="*/ 34368 w 605939"/>
              <a:gd name="connsiteY56" fmla="*/ 98969 h 519644"/>
              <a:gd name="connsiteX57" fmla="*/ 94128 w 605939"/>
              <a:gd name="connsiteY57" fmla="*/ 40822 h 519644"/>
              <a:gd name="connsiteX58" fmla="*/ 251391 w 605939"/>
              <a:gd name="connsiteY58" fmla="*/ 40822 h 519644"/>
              <a:gd name="connsiteX59" fmla="*/ 284146 w 605939"/>
              <a:gd name="connsiteY59" fmla="*/ 26420 h 519644"/>
              <a:gd name="connsiteX60" fmla="*/ 353667 w 605939"/>
              <a:gd name="connsiteY60" fmla="*/ 0 h 5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5939" h="519644">
                <a:moveTo>
                  <a:pt x="485836" y="267866"/>
                </a:moveTo>
                <a:cubicBezTo>
                  <a:pt x="504702" y="267866"/>
                  <a:pt x="519990" y="283241"/>
                  <a:pt x="519990" y="301972"/>
                </a:cubicBezTo>
                <a:lnTo>
                  <a:pt x="519990" y="324601"/>
                </a:lnTo>
                <a:lnTo>
                  <a:pt x="451683" y="324601"/>
                </a:lnTo>
                <a:lnTo>
                  <a:pt x="451683" y="301972"/>
                </a:lnTo>
                <a:cubicBezTo>
                  <a:pt x="451683" y="283241"/>
                  <a:pt x="466971" y="267866"/>
                  <a:pt x="485836" y="267866"/>
                </a:cubicBezTo>
                <a:close/>
                <a:moveTo>
                  <a:pt x="485877" y="235079"/>
                </a:moveTo>
                <a:cubicBezTo>
                  <a:pt x="448893" y="235079"/>
                  <a:pt x="418850" y="265182"/>
                  <a:pt x="418850" y="301998"/>
                </a:cubicBezTo>
                <a:lnTo>
                  <a:pt x="418850" y="324845"/>
                </a:lnTo>
                <a:cubicBezTo>
                  <a:pt x="407679" y="326470"/>
                  <a:pt x="399111" y="335998"/>
                  <a:pt x="399111" y="347585"/>
                </a:cubicBezTo>
                <a:lnTo>
                  <a:pt x="399111" y="464096"/>
                </a:lnTo>
                <a:cubicBezTo>
                  <a:pt x="399111" y="476873"/>
                  <a:pt x="409414" y="487160"/>
                  <a:pt x="422104" y="487160"/>
                </a:cubicBezTo>
                <a:lnTo>
                  <a:pt x="549650" y="487160"/>
                </a:lnTo>
                <a:cubicBezTo>
                  <a:pt x="562339" y="487160"/>
                  <a:pt x="572643" y="476873"/>
                  <a:pt x="572643" y="464096"/>
                </a:cubicBezTo>
                <a:lnTo>
                  <a:pt x="572643" y="455325"/>
                </a:lnTo>
                <a:lnTo>
                  <a:pt x="533598" y="455325"/>
                </a:lnTo>
                <a:cubicBezTo>
                  <a:pt x="524270" y="455325"/>
                  <a:pt x="516787" y="447745"/>
                  <a:pt x="516787" y="438541"/>
                </a:cubicBezTo>
                <a:cubicBezTo>
                  <a:pt x="516787" y="429337"/>
                  <a:pt x="524270" y="421866"/>
                  <a:pt x="533598" y="421866"/>
                </a:cubicBezTo>
                <a:lnTo>
                  <a:pt x="572643" y="421866"/>
                </a:lnTo>
                <a:lnTo>
                  <a:pt x="572643" y="397936"/>
                </a:lnTo>
                <a:lnTo>
                  <a:pt x="533598" y="397936"/>
                </a:lnTo>
                <a:cubicBezTo>
                  <a:pt x="524270" y="397936"/>
                  <a:pt x="516787" y="390464"/>
                  <a:pt x="516787" y="381152"/>
                </a:cubicBezTo>
                <a:cubicBezTo>
                  <a:pt x="516787" y="371948"/>
                  <a:pt x="524270" y="364477"/>
                  <a:pt x="533598" y="364477"/>
                </a:cubicBezTo>
                <a:lnTo>
                  <a:pt x="572643" y="364477"/>
                </a:lnTo>
                <a:lnTo>
                  <a:pt x="572643" y="347585"/>
                </a:lnTo>
                <a:cubicBezTo>
                  <a:pt x="572643" y="335998"/>
                  <a:pt x="564074" y="326470"/>
                  <a:pt x="552903" y="324845"/>
                </a:cubicBezTo>
                <a:lnTo>
                  <a:pt x="552903" y="301998"/>
                </a:lnTo>
                <a:cubicBezTo>
                  <a:pt x="552903" y="265182"/>
                  <a:pt x="522861" y="235079"/>
                  <a:pt x="485877" y="235079"/>
                </a:cubicBezTo>
                <a:close/>
                <a:moveTo>
                  <a:pt x="353667" y="43746"/>
                </a:moveTo>
                <a:cubicBezTo>
                  <a:pt x="332735" y="43746"/>
                  <a:pt x="323841" y="50892"/>
                  <a:pt x="311477" y="60638"/>
                </a:cubicBezTo>
                <a:cubicBezTo>
                  <a:pt x="298028" y="71357"/>
                  <a:pt x="281326" y="84568"/>
                  <a:pt x="251391" y="84568"/>
                </a:cubicBezTo>
                <a:lnTo>
                  <a:pt x="94128" y="84568"/>
                </a:lnTo>
                <a:cubicBezTo>
                  <a:pt x="86319" y="84568"/>
                  <a:pt x="78185" y="89982"/>
                  <a:pt x="78185" y="98969"/>
                </a:cubicBezTo>
                <a:lnTo>
                  <a:pt x="78185" y="142607"/>
                </a:lnTo>
                <a:lnTo>
                  <a:pt x="485768" y="142607"/>
                </a:lnTo>
                <a:lnTo>
                  <a:pt x="485768" y="66918"/>
                </a:lnTo>
                <a:cubicBezTo>
                  <a:pt x="485768" y="54141"/>
                  <a:pt x="475356" y="43746"/>
                  <a:pt x="462558" y="43746"/>
                </a:cubicBezTo>
                <a:close/>
                <a:moveTo>
                  <a:pt x="353667" y="0"/>
                </a:moveTo>
                <a:lnTo>
                  <a:pt x="462558" y="0"/>
                </a:lnTo>
                <a:cubicBezTo>
                  <a:pt x="499542" y="0"/>
                  <a:pt x="529585" y="29994"/>
                  <a:pt x="529585" y="66918"/>
                </a:cubicBezTo>
                <a:lnTo>
                  <a:pt x="529585" y="142715"/>
                </a:lnTo>
                <a:cubicBezTo>
                  <a:pt x="539455" y="143256"/>
                  <a:pt x="548673" y="147804"/>
                  <a:pt x="555181" y="155276"/>
                </a:cubicBezTo>
                <a:cubicBezTo>
                  <a:pt x="562014" y="163289"/>
                  <a:pt x="565159" y="173900"/>
                  <a:pt x="563532" y="184295"/>
                </a:cubicBezTo>
                <a:lnTo>
                  <a:pt x="557242" y="226958"/>
                </a:lnTo>
                <a:cubicBezTo>
                  <a:pt x="575137" y="245474"/>
                  <a:pt x="586200" y="270705"/>
                  <a:pt x="586200" y="298425"/>
                </a:cubicBezTo>
                <a:lnTo>
                  <a:pt x="586200" y="300049"/>
                </a:lnTo>
                <a:cubicBezTo>
                  <a:pt x="598347" y="310985"/>
                  <a:pt x="605939" y="326794"/>
                  <a:pt x="605939" y="344011"/>
                </a:cubicBezTo>
                <a:lnTo>
                  <a:pt x="605939" y="460522"/>
                </a:lnTo>
                <a:cubicBezTo>
                  <a:pt x="605939" y="493115"/>
                  <a:pt x="579367" y="519644"/>
                  <a:pt x="546721" y="519644"/>
                </a:cubicBezTo>
                <a:lnTo>
                  <a:pt x="419284" y="519644"/>
                </a:lnTo>
                <a:cubicBezTo>
                  <a:pt x="407028" y="519644"/>
                  <a:pt x="395640" y="515854"/>
                  <a:pt x="386313" y="509574"/>
                </a:cubicBezTo>
                <a:lnTo>
                  <a:pt x="80029" y="509574"/>
                </a:lnTo>
                <a:cubicBezTo>
                  <a:pt x="62025" y="509574"/>
                  <a:pt x="46732" y="496364"/>
                  <a:pt x="44021" y="478497"/>
                </a:cubicBezTo>
                <a:lnTo>
                  <a:pt x="421" y="184295"/>
                </a:lnTo>
                <a:cubicBezTo>
                  <a:pt x="-1206" y="173900"/>
                  <a:pt x="1939" y="163289"/>
                  <a:pt x="8772" y="155276"/>
                </a:cubicBezTo>
                <a:cubicBezTo>
                  <a:pt x="15280" y="147804"/>
                  <a:pt x="24498" y="143256"/>
                  <a:pt x="34368" y="142715"/>
                </a:cubicBezTo>
                <a:lnTo>
                  <a:pt x="34368" y="98969"/>
                </a:lnTo>
                <a:cubicBezTo>
                  <a:pt x="34368" y="66918"/>
                  <a:pt x="61157" y="40822"/>
                  <a:pt x="94128" y="40822"/>
                </a:cubicBezTo>
                <a:lnTo>
                  <a:pt x="251391" y="40822"/>
                </a:lnTo>
                <a:cubicBezTo>
                  <a:pt x="266033" y="40822"/>
                  <a:pt x="272866" y="35408"/>
                  <a:pt x="284146" y="26420"/>
                </a:cubicBezTo>
                <a:cubicBezTo>
                  <a:pt x="298245" y="15267"/>
                  <a:pt x="317442" y="0"/>
                  <a:pt x="353667" y="0"/>
                </a:cubicBezTo>
                <a:close/>
              </a:path>
            </a:pathLst>
          </a:custGeom>
          <a:solidFill>
            <a:schemeClr val="bg1"/>
          </a:solidFill>
          <a:ln>
            <a:noFill/>
          </a:ln>
        </p:spPr>
        <p:txBody>
          <a:bodyPr/>
          <a:lstStyle/>
          <a:p>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1300" y="202632"/>
            <a:ext cx="712334" cy="708842"/>
          </a:xfrm>
          <a:prstGeom prst="rect">
            <a:avLst/>
          </a:prstGeom>
        </p:spPr>
      </p:pic>
    </p:spTree>
    <p:extLst>
      <p:ext uri="{BB962C8B-B14F-4D97-AF65-F5344CB8AC3E}">
        <p14:creationId xmlns:p14="http://schemas.microsoft.com/office/powerpoint/2010/main" val="424897322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2" presetClass="entr" presetSubtype="2"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 presetClass="entr" presetSubtype="2"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1+#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745504" y="2440764"/>
            <a:ext cx="6716008" cy="1892069"/>
            <a:chOff x="2745504" y="2440764"/>
            <a:chExt cx="6716008" cy="1892069"/>
          </a:xfrm>
        </p:grpSpPr>
        <p:sp>
          <p:nvSpPr>
            <p:cNvPr id="7" name="Freeform 5"/>
            <p:cNvSpPr/>
            <p:nvPr/>
          </p:nvSpPr>
          <p:spPr bwMode="auto">
            <a:xfrm>
              <a:off x="2831065" y="2499102"/>
              <a:ext cx="6551260" cy="1785116"/>
            </a:xfrm>
            <a:custGeom>
              <a:avLst/>
              <a:gdLst>
                <a:gd name="T0" fmla="*/ 750 w 2566"/>
                <a:gd name="T1" fmla="*/ 699 h 699"/>
                <a:gd name="T2" fmla="*/ 296 w 2566"/>
                <a:gd name="T3" fmla="*/ 302 h 699"/>
                <a:gd name="T4" fmla="*/ 12 w 2566"/>
                <a:gd name="T5" fmla="*/ 626 h 699"/>
                <a:gd name="T6" fmla="*/ 0 w 2566"/>
                <a:gd name="T7" fmla="*/ 610 h 699"/>
                <a:gd name="T8" fmla="*/ 287 w 2566"/>
                <a:gd name="T9" fmla="*/ 282 h 699"/>
                <a:gd name="T10" fmla="*/ 294 w 2566"/>
                <a:gd name="T11" fmla="*/ 274 h 699"/>
                <a:gd name="T12" fmla="*/ 748 w 2566"/>
                <a:gd name="T13" fmla="*/ 671 h 699"/>
                <a:gd name="T14" fmla="*/ 1005 w 2566"/>
                <a:gd name="T15" fmla="*/ 377 h 699"/>
                <a:gd name="T16" fmla="*/ 1157 w 2566"/>
                <a:gd name="T17" fmla="*/ 510 h 699"/>
                <a:gd name="T18" fmla="*/ 1519 w 2566"/>
                <a:gd name="T19" fmla="*/ 153 h 699"/>
                <a:gd name="T20" fmla="*/ 1610 w 2566"/>
                <a:gd name="T21" fmla="*/ 147 h 699"/>
                <a:gd name="T22" fmla="*/ 2099 w 2566"/>
                <a:gd name="T23" fmla="*/ 517 h 699"/>
                <a:gd name="T24" fmla="*/ 2551 w 2566"/>
                <a:gd name="T25" fmla="*/ 0 h 699"/>
                <a:gd name="T26" fmla="*/ 2566 w 2566"/>
                <a:gd name="T27" fmla="*/ 13 h 699"/>
                <a:gd name="T28" fmla="*/ 2101 w 2566"/>
                <a:gd name="T29" fmla="*/ 545 h 699"/>
                <a:gd name="T30" fmla="*/ 1564 w 2566"/>
                <a:gd name="T31" fmla="*/ 162 h 699"/>
                <a:gd name="T32" fmla="*/ 1159 w 2566"/>
                <a:gd name="T33" fmla="*/ 538 h 699"/>
                <a:gd name="T34" fmla="*/ 1007 w 2566"/>
                <a:gd name="T35" fmla="*/ 405 h 699"/>
                <a:gd name="T36" fmla="*/ 750 w 2566"/>
                <a:gd name="T37" fmla="*/ 699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66" h="699">
                  <a:moveTo>
                    <a:pt x="750" y="699"/>
                  </a:moveTo>
                  <a:cubicBezTo>
                    <a:pt x="296" y="302"/>
                    <a:pt x="296" y="302"/>
                    <a:pt x="296" y="302"/>
                  </a:cubicBezTo>
                  <a:cubicBezTo>
                    <a:pt x="248" y="357"/>
                    <a:pt x="28" y="613"/>
                    <a:pt x="12" y="626"/>
                  </a:cubicBezTo>
                  <a:cubicBezTo>
                    <a:pt x="0" y="610"/>
                    <a:pt x="0" y="610"/>
                    <a:pt x="0" y="610"/>
                  </a:cubicBezTo>
                  <a:cubicBezTo>
                    <a:pt x="13" y="600"/>
                    <a:pt x="179" y="408"/>
                    <a:pt x="287" y="282"/>
                  </a:cubicBezTo>
                  <a:cubicBezTo>
                    <a:pt x="294" y="274"/>
                    <a:pt x="294" y="274"/>
                    <a:pt x="294" y="274"/>
                  </a:cubicBezTo>
                  <a:cubicBezTo>
                    <a:pt x="748" y="671"/>
                    <a:pt x="748" y="671"/>
                    <a:pt x="748" y="671"/>
                  </a:cubicBezTo>
                  <a:cubicBezTo>
                    <a:pt x="1005" y="377"/>
                    <a:pt x="1005" y="377"/>
                    <a:pt x="1005" y="377"/>
                  </a:cubicBezTo>
                  <a:cubicBezTo>
                    <a:pt x="1157" y="510"/>
                    <a:pt x="1157" y="510"/>
                    <a:pt x="1157" y="510"/>
                  </a:cubicBezTo>
                  <a:cubicBezTo>
                    <a:pt x="1519" y="153"/>
                    <a:pt x="1519" y="153"/>
                    <a:pt x="1519" y="153"/>
                  </a:cubicBezTo>
                  <a:cubicBezTo>
                    <a:pt x="1543" y="128"/>
                    <a:pt x="1583" y="126"/>
                    <a:pt x="1610" y="147"/>
                  </a:cubicBezTo>
                  <a:cubicBezTo>
                    <a:pt x="2099" y="517"/>
                    <a:pt x="2099" y="517"/>
                    <a:pt x="2099" y="517"/>
                  </a:cubicBezTo>
                  <a:cubicBezTo>
                    <a:pt x="2551" y="0"/>
                    <a:pt x="2551" y="0"/>
                    <a:pt x="2551" y="0"/>
                  </a:cubicBezTo>
                  <a:cubicBezTo>
                    <a:pt x="2566" y="13"/>
                    <a:pt x="2566" y="13"/>
                    <a:pt x="2566" y="13"/>
                  </a:cubicBezTo>
                  <a:cubicBezTo>
                    <a:pt x="2101" y="545"/>
                    <a:pt x="2101" y="545"/>
                    <a:pt x="2101" y="545"/>
                  </a:cubicBezTo>
                  <a:cubicBezTo>
                    <a:pt x="1564" y="162"/>
                    <a:pt x="1564" y="162"/>
                    <a:pt x="1564" y="162"/>
                  </a:cubicBezTo>
                  <a:cubicBezTo>
                    <a:pt x="1159" y="538"/>
                    <a:pt x="1159" y="538"/>
                    <a:pt x="1159" y="538"/>
                  </a:cubicBezTo>
                  <a:cubicBezTo>
                    <a:pt x="1007" y="405"/>
                    <a:pt x="1007" y="405"/>
                    <a:pt x="1007" y="405"/>
                  </a:cubicBezTo>
                  <a:lnTo>
                    <a:pt x="750" y="699"/>
                  </a:lnTo>
                  <a:close/>
                </a:path>
              </a:pathLst>
            </a:custGeom>
            <a:solidFill>
              <a:schemeClr val="bg2">
                <a:lumMod val="7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Freeform 6"/>
            <p:cNvSpPr/>
            <p:nvPr/>
          </p:nvSpPr>
          <p:spPr bwMode="auto">
            <a:xfrm>
              <a:off x="2745504" y="3971142"/>
              <a:ext cx="208069" cy="206125"/>
            </a:xfrm>
            <a:custGeom>
              <a:avLst/>
              <a:gdLst>
                <a:gd name="T0" fmla="*/ 80 w 81"/>
                <a:gd name="T1" fmla="*/ 38 h 81"/>
                <a:gd name="T2" fmla="*/ 43 w 81"/>
                <a:gd name="T3" fmla="*/ 80 h 81"/>
                <a:gd name="T4" fmla="*/ 1 w 81"/>
                <a:gd name="T5" fmla="*/ 43 h 81"/>
                <a:gd name="T6" fmla="*/ 38 w 81"/>
                <a:gd name="T7" fmla="*/ 2 h 81"/>
                <a:gd name="T8" fmla="*/ 80 w 81"/>
                <a:gd name="T9" fmla="*/ 38 h 81"/>
              </a:gdLst>
              <a:ahLst/>
              <a:cxnLst>
                <a:cxn ang="0">
                  <a:pos x="T0" y="T1"/>
                </a:cxn>
                <a:cxn ang="0">
                  <a:pos x="T2" y="T3"/>
                </a:cxn>
                <a:cxn ang="0">
                  <a:pos x="T4" y="T5"/>
                </a:cxn>
                <a:cxn ang="0">
                  <a:pos x="T6" y="T7"/>
                </a:cxn>
                <a:cxn ang="0">
                  <a:pos x="T8" y="T9"/>
                </a:cxn>
              </a:cxnLst>
              <a:rect l="0" t="0" r="r" b="b"/>
              <a:pathLst>
                <a:path w="81" h="81">
                  <a:moveTo>
                    <a:pt x="80" y="38"/>
                  </a:moveTo>
                  <a:cubicBezTo>
                    <a:pt x="81" y="60"/>
                    <a:pt x="65" y="79"/>
                    <a:pt x="43" y="80"/>
                  </a:cubicBezTo>
                  <a:cubicBezTo>
                    <a:pt x="21" y="81"/>
                    <a:pt x="3" y="65"/>
                    <a:pt x="1" y="43"/>
                  </a:cubicBezTo>
                  <a:cubicBezTo>
                    <a:pt x="0" y="22"/>
                    <a:pt x="16" y="3"/>
                    <a:pt x="38" y="2"/>
                  </a:cubicBezTo>
                  <a:cubicBezTo>
                    <a:pt x="59" y="0"/>
                    <a:pt x="78" y="16"/>
                    <a:pt x="80" y="38"/>
                  </a:cubicBezTo>
                  <a:close/>
                </a:path>
              </a:pathLst>
            </a:custGeom>
            <a:solidFill>
              <a:schemeClr val="tx2">
                <a:lumMod val="75000"/>
                <a:lumOff val="2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Freeform 7"/>
            <p:cNvSpPr/>
            <p:nvPr/>
          </p:nvSpPr>
          <p:spPr bwMode="auto">
            <a:xfrm>
              <a:off x="3481763" y="3154764"/>
              <a:ext cx="210014" cy="210014"/>
            </a:xfrm>
            <a:custGeom>
              <a:avLst/>
              <a:gdLst>
                <a:gd name="T0" fmla="*/ 80 w 82"/>
                <a:gd name="T1" fmla="*/ 38 h 82"/>
                <a:gd name="T2" fmla="*/ 43 w 82"/>
                <a:gd name="T3" fmla="*/ 80 h 82"/>
                <a:gd name="T4" fmla="*/ 2 w 82"/>
                <a:gd name="T5" fmla="*/ 44 h 82"/>
                <a:gd name="T6" fmla="*/ 38 w 82"/>
                <a:gd name="T7" fmla="*/ 2 h 82"/>
                <a:gd name="T8" fmla="*/ 80 w 82"/>
                <a:gd name="T9" fmla="*/ 38 h 82"/>
              </a:gdLst>
              <a:ahLst/>
              <a:cxnLst>
                <a:cxn ang="0">
                  <a:pos x="T0" y="T1"/>
                </a:cxn>
                <a:cxn ang="0">
                  <a:pos x="T2" y="T3"/>
                </a:cxn>
                <a:cxn ang="0">
                  <a:pos x="T4" y="T5"/>
                </a:cxn>
                <a:cxn ang="0">
                  <a:pos x="T6" y="T7"/>
                </a:cxn>
                <a:cxn ang="0">
                  <a:pos x="T8" y="T9"/>
                </a:cxn>
              </a:cxnLst>
              <a:rect l="0" t="0" r="r" b="b"/>
              <a:pathLst>
                <a:path w="82" h="82">
                  <a:moveTo>
                    <a:pt x="80" y="38"/>
                  </a:moveTo>
                  <a:cubicBezTo>
                    <a:pt x="82" y="60"/>
                    <a:pt x="65" y="79"/>
                    <a:pt x="43" y="80"/>
                  </a:cubicBezTo>
                  <a:cubicBezTo>
                    <a:pt x="22" y="82"/>
                    <a:pt x="3" y="65"/>
                    <a:pt x="2" y="44"/>
                  </a:cubicBezTo>
                  <a:cubicBezTo>
                    <a:pt x="0" y="22"/>
                    <a:pt x="17" y="3"/>
                    <a:pt x="38" y="2"/>
                  </a:cubicBezTo>
                  <a:cubicBezTo>
                    <a:pt x="60" y="0"/>
                    <a:pt x="79" y="17"/>
                    <a:pt x="80" y="38"/>
                  </a:cubicBezTo>
                  <a:close/>
                </a:path>
              </a:pathLst>
            </a:custGeom>
            <a:solidFill>
              <a:schemeClr val="tx2">
                <a:lumMod val="75000"/>
                <a:lumOff val="2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Freeform 8"/>
            <p:cNvSpPr/>
            <p:nvPr/>
          </p:nvSpPr>
          <p:spPr bwMode="auto">
            <a:xfrm>
              <a:off x="4610348" y="4122819"/>
              <a:ext cx="206125" cy="210014"/>
            </a:xfrm>
            <a:custGeom>
              <a:avLst/>
              <a:gdLst>
                <a:gd name="T0" fmla="*/ 80 w 81"/>
                <a:gd name="T1" fmla="*/ 39 h 82"/>
                <a:gd name="T2" fmla="*/ 43 w 81"/>
                <a:gd name="T3" fmla="*/ 80 h 82"/>
                <a:gd name="T4" fmla="*/ 1 w 81"/>
                <a:gd name="T5" fmla="*/ 44 h 82"/>
                <a:gd name="T6" fmla="*/ 38 w 81"/>
                <a:gd name="T7" fmla="*/ 2 h 82"/>
                <a:gd name="T8" fmla="*/ 80 w 81"/>
                <a:gd name="T9" fmla="*/ 39 h 82"/>
              </a:gdLst>
              <a:ahLst/>
              <a:cxnLst>
                <a:cxn ang="0">
                  <a:pos x="T0" y="T1"/>
                </a:cxn>
                <a:cxn ang="0">
                  <a:pos x="T2" y="T3"/>
                </a:cxn>
                <a:cxn ang="0">
                  <a:pos x="T4" y="T5"/>
                </a:cxn>
                <a:cxn ang="0">
                  <a:pos x="T6" y="T7"/>
                </a:cxn>
                <a:cxn ang="0">
                  <a:pos x="T8" y="T9"/>
                </a:cxn>
              </a:cxnLst>
              <a:rect l="0" t="0" r="r" b="b"/>
              <a:pathLst>
                <a:path w="81" h="82">
                  <a:moveTo>
                    <a:pt x="80" y="39"/>
                  </a:moveTo>
                  <a:cubicBezTo>
                    <a:pt x="81" y="60"/>
                    <a:pt x="65" y="79"/>
                    <a:pt x="43" y="80"/>
                  </a:cubicBezTo>
                  <a:cubicBezTo>
                    <a:pt x="21" y="82"/>
                    <a:pt x="2" y="65"/>
                    <a:pt x="1" y="44"/>
                  </a:cubicBezTo>
                  <a:cubicBezTo>
                    <a:pt x="0" y="22"/>
                    <a:pt x="16" y="3"/>
                    <a:pt x="38" y="2"/>
                  </a:cubicBezTo>
                  <a:cubicBezTo>
                    <a:pt x="59" y="0"/>
                    <a:pt x="78" y="17"/>
                    <a:pt x="80" y="39"/>
                  </a:cubicBezTo>
                  <a:close/>
                </a:path>
              </a:pathLst>
            </a:custGeom>
            <a:solidFill>
              <a:schemeClr val="tx2">
                <a:lumMod val="75000"/>
                <a:lumOff val="2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Freeform 9"/>
            <p:cNvSpPr/>
            <p:nvPr/>
          </p:nvSpPr>
          <p:spPr bwMode="auto">
            <a:xfrm>
              <a:off x="5300669" y="3396463"/>
              <a:ext cx="208069" cy="210014"/>
            </a:xfrm>
            <a:custGeom>
              <a:avLst/>
              <a:gdLst>
                <a:gd name="T0" fmla="*/ 80 w 81"/>
                <a:gd name="T1" fmla="*/ 38 h 82"/>
                <a:gd name="T2" fmla="*/ 43 w 81"/>
                <a:gd name="T3" fmla="*/ 80 h 82"/>
                <a:gd name="T4" fmla="*/ 1 w 81"/>
                <a:gd name="T5" fmla="*/ 44 h 82"/>
                <a:gd name="T6" fmla="*/ 38 w 81"/>
                <a:gd name="T7" fmla="*/ 2 h 82"/>
                <a:gd name="T8" fmla="*/ 80 w 81"/>
                <a:gd name="T9" fmla="*/ 38 h 82"/>
              </a:gdLst>
              <a:ahLst/>
              <a:cxnLst>
                <a:cxn ang="0">
                  <a:pos x="T0" y="T1"/>
                </a:cxn>
                <a:cxn ang="0">
                  <a:pos x="T2" y="T3"/>
                </a:cxn>
                <a:cxn ang="0">
                  <a:pos x="T4" y="T5"/>
                </a:cxn>
                <a:cxn ang="0">
                  <a:pos x="T6" y="T7"/>
                </a:cxn>
                <a:cxn ang="0">
                  <a:pos x="T8" y="T9"/>
                </a:cxn>
              </a:cxnLst>
              <a:rect l="0" t="0" r="r" b="b"/>
              <a:pathLst>
                <a:path w="81" h="82">
                  <a:moveTo>
                    <a:pt x="80" y="38"/>
                  </a:moveTo>
                  <a:cubicBezTo>
                    <a:pt x="81" y="60"/>
                    <a:pt x="65" y="79"/>
                    <a:pt x="43" y="80"/>
                  </a:cubicBezTo>
                  <a:cubicBezTo>
                    <a:pt x="21" y="82"/>
                    <a:pt x="3" y="65"/>
                    <a:pt x="1" y="44"/>
                  </a:cubicBezTo>
                  <a:cubicBezTo>
                    <a:pt x="0" y="22"/>
                    <a:pt x="16" y="3"/>
                    <a:pt x="38" y="2"/>
                  </a:cubicBezTo>
                  <a:cubicBezTo>
                    <a:pt x="59" y="0"/>
                    <a:pt x="78" y="17"/>
                    <a:pt x="80" y="38"/>
                  </a:cubicBezTo>
                  <a:close/>
                </a:path>
              </a:pathLst>
            </a:custGeom>
            <a:solidFill>
              <a:schemeClr val="tx2">
                <a:lumMod val="75000"/>
                <a:lumOff val="2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 name="Freeform 12"/>
            <p:cNvSpPr/>
            <p:nvPr/>
          </p:nvSpPr>
          <p:spPr bwMode="auto">
            <a:xfrm>
              <a:off x="9251498" y="2440764"/>
              <a:ext cx="210014" cy="210014"/>
            </a:xfrm>
            <a:custGeom>
              <a:avLst/>
              <a:gdLst>
                <a:gd name="T0" fmla="*/ 80 w 82"/>
                <a:gd name="T1" fmla="*/ 38 h 82"/>
                <a:gd name="T2" fmla="*/ 43 w 82"/>
                <a:gd name="T3" fmla="*/ 80 h 82"/>
                <a:gd name="T4" fmla="*/ 2 w 82"/>
                <a:gd name="T5" fmla="*/ 44 h 82"/>
                <a:gd name="T6" fmla="*/ 38 w 82"/>
                <a:gd name="T7" fmla="*/ 2 h 82"/>
                <a:gd name="T8" fmla="*/ 80 w 82"/>
                <a:gd name="T9" fmla="*/ 38 h 82"/>
              </a:gdLst>
              <a:ahLst/>
              <a:cxnLst>
                <a:cxn ang="0">
                  <a:pos x="T0" y="T1"/>
                </a:cxn>
                <a:cxn ang="0">
                  <a:pos x="T2" y="T3"/>
                </a:cxn>
                <a:cxn ang="0">
                  <a:pos x="T4" y="T5"/>
                </a:cxn>
                <a:cxn ang="0">
                  <a:pos x="T6" y="T7"/>
                </a:cxn>
                <a:cxn ang="0">
                  <a:pos x="T8" y="T9"/>
                </a:cxn>
              </a:cxnLst>
              <a:rect l="0" t="0" r="r" b="b"/>
              <a:pathLst>
                <a:path w="82" h="82">
                  <a:moveTo>
                    <a:pt x="80" y="38"/>
                  </a:moveTo>
                  <a:cubicBezTo>
                    <a:pt x="82" y="60"/>
                    <a:pt x="65" y="79"/>
                    <a:pt x="43" y="80"/>
                  </a:cubicBezTo>
                  <a:cubicBezTo>
                    <a:pt x="22" y="82"/>
                    <a:pt x="3" y="65"/>
                    <a:pt x="2" y="44"/>
                  </a:cubicBezTo>
                  <a:cubicBezTo>
                    <a:pt x="0" y="22"/>
                    <a:pt x="16" y="3"/>
                    <a:pt x="38" y="2"/>
                  </a:cubicBezTo>
                  <a:cubicBezTo>
                    <a:pt x="60" y="0"/>
                    <a:pt x="79" y="17"/>
                    <a:pt x="80" y="38"/>
                  </a:cubicBezTo>
                  <a:close/>
                </a:path>
              </a:pathLst>
            </a:custGeom>
            <a:solidFill>
              <a:schemeClr val="tx2">
                <a:lumMod val="75000"/>
                <a:lumOff val="2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 name="Freeform 13"/>
            <p:cNvSpPr/>
            <p:nvPr/>
          </p:nvSpPr>
          <p:spPr bwMode="auto">
            <a:xfrm>
              <a:off x="8092102" y="3721265"/>
              <a:ext cx="210014" cy="208069"/>
            </a:xfrm>
            <a:custGeom>
              <a:avLst/>
              <a:gdLst>
                <a:gd name="T0" fmla="*/ 80 w 82"/>
                <a:gd name="T1" fmla="*/ 38 h 81"/>
                <a:gd name="T2" fmla="*/ 44 w 82"/>
                <a:gd name="T3" fmla="*/ 80 h 81"/>
                <a:gd name="T4" fmla="*/ 2 w 82"/>
                <a:gd name="T5" fmla="*/ 43 h 81"/>
                <a:gd name="T6" fmla="*/ 38 w 82"/>
                <a:gd name="T7" fmla="*/ 1 h 81"/>
                <a:gd name="T8" fmla="*/ 80 w 82"/>
                <a:gd name="T9" fmla="*/ 38 h 81"/>
              </a:gdLst>
              <a:ahLst/>
              <a:cxnLst>
                <a:cxn ang="0">
                  <a:pos x="T0" y="T1"/>
                </a:cxn>
                <a:cxn ang="0">
                  <a:pos x="T2" y="T3"/>
                </a:cxn>
                <a:cxn ang="0">
                  <a:pos x="T4" y="T5"/>
                </a:cxn>
                <a:cxn ang="0">
                  <a:pos x="T6" y="T7"/>
                </a:cxn>
                <a:cxn ang="0">
                  <a:pos x="T8" y="T9"/>
                </a:cxn>
              </a:cxnLst>
              <a:rect l="0" t="0" r="r" b="b"/>
              <a:pathLst>
                <a:path w="82" h="81">
                  <a:moveTo>
                    <a:pt x="80" y="38"/>
                  </a:moveTo>
                  <a:cubicBezTo>
                    <a:pt x="82" y="59"/>
                    <a:pt x="65" y="78"/>
                    <a:pt x="44" y="80"/>
                  </a:cubicBezTo>
                  <a:cubicBezTo>
                    <a:pt x="22" y="81"/>
                    <a:pt x="3" y="65"/>
                    <a:pt x="2" y="43"/>
                  </a:cubicBezTo>
                  <a:cubicBezTo>
                    <a:pt x="0" y="21"/>
                    <a:pt x="17" y="3"/>
                    <a:pt x="38" y="1"/>
                  </a:cubicBezTo>
                  <a:cubicBezTo>
                    <a:pt x="60" y="0"/>
                    <a:pt x="79" y="16"/>
                    <a:pt x="80" y="38"/>
                  </a:cubicBezTo>
                  <a:close/>
                </a:path>
              </a:pathLst>
            </a:custGeom>
            <a:solidFill>
              <a:schemeClr val="tx2">
                <a:lumMod val="75000"/>
                <a:lumOff val="25000"/>
              </a:schemeClr>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7" name="Group 26"/>
          <p:cNvGrpSpPr/>
          <p:nvPr/>
        </p:nvGrpSpPr>
        <p:grpSpPr>
          <a:xfrm>
            <a:off x="9567253" y="1573917"/>
            <a:ext cx="873125" cy="728663"/>
            <a:chOff x="7204075" y="1731962"/>
            <a:chExt cx="873125" cy="728663"/>
          </a:xfrm>
        </p:grpSpPr>
        <p:sp>
          <p:nvSpPr>
            <p:cNvPr id="28" name="Freeform 12"/>
            <p:cNvSpPr>
              <a:spLocks noEditPoints="1"/>
            </p:cNvSpPr>
            <p:nvPr/>
          </p:nvSpPr>
          <p:spPr bwMode="auto">
            <a:xfrm>
              <a:off x="7204075" y="1838325"/>
              <a:ext cx="530225" cy="528637"/>
            </a:xfrm>
            <a:custGeom>
              <a:avLst/>
              <a:gdLst>
                <a:gd name="T0" fmla="*/ 145 w 290"/>
                <a:gd name="T1" fmla="*/ 290 h 290"/>
                <a:gd name="T2" fmla="*/ 168 w 290"/>
                <a:gd name="T3" fmla="*/ 290 h 290"/>
                <a:gd name="T4" fmla="*/ 168 w 290"/>
                <a:gd name="T5" fmla="*/ 268 h 290"/>
                <a:gd name="T6" fmla="*/ 216 w 290"/>
                <a:gd name="T7" fmla="*/ 249 h 290"/>
                <a:gd name="T8" fmla="*/ 231 w 290"/>
                <a:gd name="T9" fmla="*/ 264 h 290"/>
                <a:gd name="T10" fmla="*/ 264 w 290"/>
                <a:gd name="T11" fmla="*/ 232 h 290"/>
                <a:gd name="T12" fmla="*/ 248 w 290"/>
                <a:gd name="T13" fmla="*/ 216 h 290"/>
                <a:gd name="T14" fmla="*/ 268 w 290"/>
                <a:gd name="T15" fmla="*/ 168 h 290"/>
                <a:gd name="T16" fmla="*/ 290 w 290"/>
                <a:gd name="T17" fmla="*/ 168 h 290"/>
                <a:gd name="T18" fmla="*/ 290 w 290"/>
                <a:gd name="T19" fmla="*/ 122 h 290"/>
                <a:gd name="T20" fmla="*/ 268 w 290"/>
                <a:gd name="T21" fmla="*/ 122 h 290"/>
                <a:gd name="T22" fmla="*/ 248 w 290"/>
                <a:gd name="T23" fmla="*/ 74 h 290"/>
                <a:gd name="T24" fmla="*/ 264 w 290"/>
                <a:gd name="T25" fmla="*/ 59 h 290"/>
                <a:gd name="T26" fmla="*/ 231 w 290"/>
                <a:gd name="T27" fmla="*/ 27 h 290"/>
                <a:gd name="T28" fmla="*/ 216 w 290"/>
                <a:gd name="T29" fmla="*/ 42 h 290"/>
                <a:gd name="T30" fmla="*/ 168 w 290"/>
                <a:gd name="T31" fmla="*/ 22 h 290"/>
                <a:gd name="T32" fmla="*/ 168 w 290"/>
                <a:gd name="T33" fmla="*/ 0 h 290"/>
                <a:gd name="T34" fmla="*/ 145 w 290"/>
                <a:gd name="T35" fmla="*/ 0 h 290"/>
                <a:gd name="T36" fmla="*/ 145 w 290"/>
                <a:gd name="T37" fmla="*/ 53 h 290"/>
                <a:gd name="T38" fmla="*/ 237 w 290"/>
                <a:gd name="T39" fmla="*/ 145 h 290"/>
                <a:gd name="T40" fmla="*/ 145 w 290"/>
                <a:gd name="T41" fmla="*/ 238 h 290"/>
                <a:gd name="T42" fmla="*/ 145 w 290"/>
                <a:gd name="T43" fmla="*/ 290 h 290"/>
                <a:gd name="T44" fmla="*/ 42 w 290"/>
                <a:gd name="T45" fmla="*/ 216 h 290"/>
                <a:gd name="T46" fmla="*/ 26 w 290"/>
                <a:gd name="T47" fmla="*/ 232 h 290"/>
                <a:gd name="T48" fmla="*/ 59 w 290"/>
                <a:gd name="T49" fmla="*/ 264 h 290"/>
                <a:gd name="T50" fmla="*/ 74 w 290"/>
                <a:gd name="T51" fmla="*/ 249 h 290"/>
                <a:gd name="T52" fmla="*/ 122 w 290"/>
                <a:gd name="T53" fmla="*/ 268 h 290"/>
                <a:gd name="T54" fmla="*/ 122 w 290"/>
                <a:gd name="T55" fmla="*/ 290 h 290"/>
                <a:gd name="T56" fmla="*/ 145 w 290"/>
                <a:gd name="T57" fmla="*/ 290 h 290"/>
                <a:gd name="T58" fmla="*/ 145 w 290"/>
                <a:gd name="T59" fmla="*/ 238 h 290"/>
                <a:gd name="T60" fmla="*/ 145 w 290"/>
                <a:gd name="T61" fmla="*/ 238 h 290"/>
                <a:gd name="T62" fmla="*/ 52 w 290"/>
                <a:gd name="T63" fmla="*/ 145 h 290"/>
                <a:gd name="T64" fmla="*/ 145 w 290"/>
                <a:gd name="T65" fmla="*/ 53 h 290"/>
                <a:gd name="T66" fmla="*/ 145 w 290"/>
                <a:gd name="T67" fmla="*/ 53 h 290"/>
                <a:gd name="T68" fmla="*/ 145 w 290"/>
                <a:gd name="T69" fmla="*/ 53 h 290"/>
                <a:gd name="T70" fmla="*/ 145 w 290"/>
                <a:gd name="T71" fmla="*/ 0 h 290"/>
                <a:gd name="T72" fmla="*/ 122 w 290"/>
                <a:gd name="T73" fmla="*/ 0 h 290"/>
                <a:gd name="T74" fmla="*/ 122 w 290"/>
                <a:gd name="T75" fmla="*/ 22 h 290"/>
                <a:gd name="T76" fmla="*/ 74 w 290"/>
                <a:gd name="T77" fmla="*/ 42 h 290"/>
                <a:gd name="T78" fmla="*/ 59 w 290"/>
                <a:gd name="T79" fmla="*/ 27 h 290"/>
                <a:gd name="T80" fmla="*/ 26 w 290"/>
                <a:gd name="T81" fmla="*/ 59 h 290"/>
                <a:gd name="T82" fmla="*/ 42 w 290"/>
                <a:gd name="T83" fmla="*/ 74 h 290"/>
                <a:gd name="T84" fmla="*/ 22 w 290"/>
                <a:gd name="T85" fmla="*/ 122 h 290"/>
                <a:gd name="T86" fmla="*/ 0 w 290"/>
                <a:gd name="T87" fmla="*/ 122 h 290"/>
                <a:gd name="T88" fmla="*/ 0 w 290"/>
                <a:gd name="T89" fmla="*/ 168 h 290"/>
                <a:gd name="T90" fmla="*/ 22 w 290"/>
                <a:gd name="T91" fmla="*/ 168 h 290"/>
                <a:gd name="T92" fmla="*/ 42 w 290"/>
                <a:gd name="T93" fmla="*/ 21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0" h="290">
                  <a:moveTo>
                    <a:pt x="145" y="290"/>
                  </a:moveTo>
                  <a:cubicBezTo>
                    <a:pt x="168" y="290"/>
                    <a:pt x="168" y="290"/>
                    <a:pt x="168" y="290"/>
                  </a:cubicBezTo>
                  <a:cubicBezTo>
                    <a:pt x="168" y="268"/>
                    <a:pt x="168" y="268"/>
                    <a:pt x="168" y="268"/>
                  </a:cubicBezTo>
                  <a:cubicBezTo>
                    <a:pt x="185" y="265"/>
                    <a:pt x="202" y="258"/>
                    <a:pt x="216" y="249"/>
                  </a:cubicBezTo>
                  <a:cubicBezTo>
                    <a:pt x="231" y="264"/>
                    <a:pt x="231" y="264"/>
                    <a:pt x="231" y="264"/>
                  </a:cubicBezTo>
                  <a:cubicBezTo>
                    <a:pt x="264" y="232"/>
                    <a:pt x="264" y="232"/>
                    <a:pt x="264" y="232"/>
                  </a:cubicBezTo>
                  <a:cubicBezTo>
                    <a:pt x="248" y="216"/>
                    <a:pt x="248" y="216"/>
                    <a:pt x="248" y="216"/>
                  </a:cubicBezTo>
                  <a:cubicBezTo>
                    <a:pt x="258" y="202"/>
                    <a:pt x="265" y="186"/>
                    <a:pt x="268" y="168"/>
                  </a:cubicBezTo>
                  <a:cubicBezTo>
                    <a:pt x="290" y="168"/>
                    <a:pt x="290" y="168"/>
                    <a:pt x="290" y="168"/>
                  </a:cubicBezTo>
                  <a:cubicBezTo>
                    <a:pt x="290" y="122"/>
                    <a:pt x="290" y="122"/>
                    <a:pt x="290" y="122"/>
                  </a:cubicBezTo>
                  <a:cubicBezTo>
                    <a:pt x="268" y="122"/>
                    <a:pt x="268" y="122"/>
                    <a:pt x="268" y="122"/>
                  </a:cubicBezTo>
                  <a:cubicBezTo>
                    <a:pt x="265" y="105"/>
                    <a:pt x="258" y="89"/>
                    <a:pt x="248" y="74"/>
                  </a:cubicBezTo>
                  <a:cubicBezTo>
                    <a:pt x="264" y="59"/>
                    <a:pt x="264" y="59"/>
                    <a:pt x="264" y="59"/>
                  </a:cubicBezTo>
                  <a:cubicBezTo>
                    <a:pt x="231" y="27"/>
                    <a:pt x="231" y="27"/>
                    <a:pt x="231" y="27"/>
                  </a:cubicBezTo>
                  <a:cubicBezTo>
                    <a:pt x="216" y="42"/>
                    <a:pt x="216" y="42"/>
                    <a:pt x="216" y="42"/>
                  </a:cubicBezTo>
                  <a:cubicBezTo>
                    <a:pt x="202" y="32"/>
                    <a:pt x="185" y="25"/>
                    <a:pt x="168" y="22"/>
                  </a:cubicBezTo>
                  <a:cubicBezTo>
                    <a:pt x="168" y="0"/>
                    <a:pt x="168" y="0"/>
                    <a:pt x="168" y="0"/>
                  </a:cubicBezTo>
                  <a:cubicBezTo>
                    <a:pt x="145" y="0"/>
                    <a:pt x="145" y="0"/>
                    <a:pt x="145" y="0"/>
                  </a:cubicBezTo>
                  <a:cubicBezTo>
                    <a:pt x="145" y="53"/>
                    <a:pt x="145" y="53"/>
                    <a:pt x="145" y="53"/>
                  </a:cubicBezTo>
                  <a:cubicBezTo>
                    <a:pt x="196" y="53"/>
                    <a:pt x="237" y="94"/>
                    <a:pt x="237" y="145"/>
                  </a:cubicBezTo>
                  <a:cubicBezTo>
                    <a:pt x="237" y="196"/>
                    <a:pt x="196" y="238"/>
                    <a:pt x="145" y="238"/>
                  </a:cubicBezTo>
                  <a:lnTo>
                    <a:pt x="145" y="290"/>
                  </a:lnTo>
                  <a:close/>
                  <a:moveTo>
                    <a:pt x="42" y="216"/>
                  </a:moveTo>
                  <a:cubicBezTo>
                    <a:pt x="26" y="232"/>
                    <a:pt x="26" y="232"/>
                    <a:pt x="26" y="232"/>
                  </a:cubicBezTo>
                  <a:cubicBezTo>
                    <a:pt x="59" y="264"/>
                    <a:pt x="59" y="264"/>
                    <a:pt x="59" y="264"/>
                  </a:cubicBezTo>
                  <a:cubicBezTo>
                    <a:pt x="74" y="249"/>
                    <a:pt x="74" y="249"/>
                    <a:pt x="74" y="249"/>
                  </a:cubicBezTo>
                  <a:cubicBezTo>
                    <a:pt x="88" y="258"/>
                    <a:pt x="105" y="265"/>
                    <a:pt x="122" y="268"/>
                  </a:cubicBezTo>
                  <a:cubicBezTo>
                    <a:pt x="122" y="290"/>
                    <a:pt x="122" y="290"/>
                    <a:pt x="122" y="290"/>
                  </a:cubicBezTo>
                  <a:cubicBezTo>
                    <a:pt x="145" y="290"/>
                    <a:pt x="145" y="290"/>
                    <a:pt x="145" y="290"/>
                  </a:cubicBezTo>
                  <a:cubicBezTo>
                    <a:pt x="145" y="238"/>
                    <a:pt x="145" y="238"/>
                    <a:pt x="145" y="238"/>
                  </a:cubicBezTo>
                  <a:cubicBezTo>
                    <a:pt x="145" y="238"/>
                    <a:pt x="145" y="238"/>
                    <a:pt x="145" y="238"/>
                  </a:cubicBezTo>
                  <a:cubicBezTo>
                    <a:pt x="94" y="238"/>
                    <a:pt x="52" y="196"/>
                    <a:pt x="52" y="145"/>
                  </a:cubicBezTo>
                  <a:cubicBezTo>
                    <a:pt x="52" y="94"/>
                    <a:pt x="94" y="53"/>
                    <a:pt x="145" y="53"/>
                  </a:cubicBezTo>
                  <a:cubicBezTo>
                    <a:pt x="145" y="53"/>
                    <a:pt x="145" y="53"/>
                    <a:pt x="145" y="53"/>
                  </a:cubicBezTo>
                  <a:cubicBezTo>
                    <a:pt x="145" y="53"/>
                    <a:pt x="145" y="53"/>
                    <a:pt x="145" y="53"/>
                  </a:cubicBezTo>
                  <a:cubicBezTo>
                    <a:pt x="145" y="0"/>
                    <a:pt x="145" y="0"/>
                    <a:pt x="145" y="0"/>
                  </a:cubicBezTo>
                  <a:cubicBezTo>
                    <a:pt x="122" y="0"/>
                    <a:pt x="122" y="0"/>
                    <a:pt x="122" y="0"/>
                  </a:cubicBezTo>
                  <a:cubicBezTo>
                    <a:pt x="122" y="22"/>
                    <a:pt x="122" y="22"/>
                    <a:pt x="122" y="22"/>
                  </a:cubicBezTo>
                  <a:cubicBezTo>
                    <a:pt x="105" y="25"/>
                    <a:pt x="88" y="32"/>
                    <a:pt x="74" y="42"/>
                  </a:cubicBezTo>
                  <a:cubicBezTo>
                    <a:pt x="59" y="27"/>
                    <a:pt x="59" y="27"/>
                    <a:pt x="59" y="27"/>
                  </a:cubicBezTo>
                  <a:cubicBezTo>
                    <a:pt x="26" y="59"/>
                    <a:pt x="26" y="59"/>
                    <a:pt x="26" y="59"/>
                  </a:cubicBezTo>
                  <a:cubicBezTo>
                    <a:pt x="42" y="74"/>
                    <a:pt x="42" y="74"/>
                    <a:pt x="42" y="74"/>
                  </a:cubicBezTo>
                  <a:cubicBezTo>
                    <a:pt x="32" y="89"/>
                    <a:pt x="25" y="105"/>
                    <a:pt x="22" y="122"/>
                  </a:cubicBezTo>
                  <a:cubicBezTo>
                    <a:pt x="0" y="122"/>
                    <a:pt x="0" y="122"/>
                    <a:pt x="0" y="122"/>
                  </a:cubicBezTo>
                  <a:cubicBezTo>
                    <a:pt x="0" y="168"/>
                    <a:pt x="0" y="168"/>
                    <a:pt x="0" y="168"/>
                  </a:cubicBezTo>
                  <a:cubicBezTo>
                    <a:pt x="22" y="168"/>
                    <a:pt x="22" y="168"/>
                    <a:pt x="22" y="168"/>
                  </a:cubicBezTo>
                  <a:cubicBezTo>
                    <a:pt x="25" y="186"/>
                    <a:pt x="32" y="202"/>
                    <a:pt x="42" y="21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Freeform 13"/>
            <p:cNvSpPr>
              <a:spLocks noEditPoints="1"/>
            </p:cNvSpPr>
            <p:nvPr/>
          </p:nvSpPr>
          <p:spPr bwMode="auto">
            <a:xfrm>
              <a:off x="7729538" y="2120900"/>
              <a:ext cx="341313" cy="339725"/>
            </a:xfrm>
            <a:custGeom>
              <a:avLst/>
              <a:gdLst>
                <a:gd name="T0" fmla="*/ 93 w 187"/>
                <a:gd name="T1" fmla="*/ 15 h 187"/>
                <a:gd name="T2" fmla="*/ 118 w 187"/>
                <a:gd name="T3" fmla="*/ 19 h 187"/>
                <a:gd name="T4" fmla="*/ 123 w 187"/>
                <a:gd name="T5" fmla="*/ 5 h 187"/>
                <a:gd name="T6" fmla="*/ 155 w 187"/>
                <a:gd name="T7" fmla="*/ 23 h 187"/>
                <a:gd name="T8" fmla="*/ 145 w 187"/>
                <a:gd name="T9" fmla="*/ 34 h 187"/>
                <a:gd name="T10" fmla="*/ 164 w 187"/>
                <a:gd name="T11" fmla="*/ 58 h 187"/>
                <a:gd name="T12" fmla="*/ 177 w 187"/>
                <a:gd name="T13" fmla="*/ 52 h 187"/>
                <a:gd name="T14" fmla="*/ 187 w 187"/>
                <a:gd name="T15" fmla="*/ 87 h 187"/>
                <a:gd name="T16" fmla="*/ 172 w 187"/>
                <a:gd name="T17" fmla="*/ 88 h 187"/>
                <a:gd name="T18" fmla="*/ 168 w 187"/>
                <a:gd name="T19" fmla="*/ 119 h 187"/>
                <a:gd name="T20" fmla="*/ 182 w 187"/>
                <a:gd name="T21" fmla="*/ 123 h 187"/>
                <a:gd name="T22" fmla="*/ 164 w 187"/>
                <a:gd name="T23" fmla="*/ 155 h 187"/>
                <a:gd name="T24" fmla="*/ 153 w 187"/>
                <a:gd name="T25" fmla="*/ 145 h 187"/>
                <a:gd name="T26" fmla="*/ 129 w 187"/>
                <a:gd name="T27" fmla="*/ 164 h 187"/>
                <a:gd name="T28" fmla="*/ 135 w 187"/>
                <a:gd name="T29" fmla="*/ 178 h 187"/>
                <a:gd name="T30" fmla="*/ 100 w 187"/>
                <a:gd name="T31" fmla="*/ 187 h 187"/>
                <a:gd name="T32" fmla="*/ 99 w 187"/>
                <a:gd name="T33" fmla="*/ 172 h 187"/>
                <a:gd name="T34" fmla="*/ 93 w 187"/>
                <a:gd name="T35" fmla="*/ 172 h 187"/>
                <a:gd name="T36" fmla="*/ 93 w 187"/>
                <a:gd name="T37" fmla="*/ 132 h 187"/>
                <a:gd name="T38" fmla="*/ 130 w 187"/>
                <a:gd name="T39" fmla="*/ 106 h 187"/>
                <a:gd name="T40" fmla="*/ 105 w 187"/>
                <a:gd name="T41" fmla="*/ 57 h 187"/>
                <a:gd name="T42" fmla="*/ 93 w 187"/>
                <a:gd name="T43" fmla="*/ 55 h 187"/>
                <a:gd name="T44" fmla="*/ 93 w 187"/>
                <a:gd name="T45" fmla="*/ 15 h 187"/>
                <a:gd name="T46" fmla="*/ 23 w 187"/>
                <a:gd name="T47" fmla="*/ 129 h 187"/>
                <a:gd name="T48" fmla="*/ 9 w 187"/>
                <a:gd name="T49" fmla="*/ 135 h 187"/>
                <a:gd name="T50" fmla="*/ 0 w 187"/>
                <a:gd name="T51" fmla="*/ 100 h 187"/>
                <a:gd name="T52" fmla="*/ 15 w 187"/>
                <a:gd name="T53" fmla="*/ 99 h 187"/>
                <a:gd name="T54" fmla="*/ 19 w 187"/>
                <a:gd name="T55" fmla="*/ 69 h 187"/>
                <a:gd name="T56" fmla="*/ 4 w 187"/>
                <a:gd name="T57" fmla="*/ 64 h 187"/>
                <a:gd name="T58" fmla="*/ 23 w 187"/>
                <a:gd name="T59" fmla="*/ 32 h 187"/>
                <a:gd name="T60" fmla="*/ 34 w 187"/>
                <a:gd name="T61" fmla="*/ 42 h 187"/>
                <a:gd name="T62" fmla="*/ 58 w 187"/>
                <a:gd name="T63" fmla="*/ 23 h 187"/>
                <a:gd name="T64" fmla="*/ 51 w 187"/>
                <a:gd name="T65" fmla="*/ 10 h 187"/>
                <a:gd name="T66" fmla="*/ 87 w 187"/>
                <a:gd name="T67" fmla="*/ 0 h 187"/>
                <a:gd name="T68" fmla="*/ 88 w 187"/>
                <a:gd name="T69" fmla="*/ 15 h 187"/>
                <a:gd name="T70" fmla="*/ 93 w 187"/>
                <a:gd name="T71" fmla="*/ 15 h 187"/>
                <a:gd name="T72" fmla="*/ 93 w 187"/>
                <a:gd name="T73" fmla="*/ 55 h 187"/>
                <a:gd name="T74" fmla="*/ 57 w 187"/>
                <a:gd name="T75" fmla="*/ 81 h 187"/>
                <a:gd name="T76" fmla="*/ 81 w 187"/>
                <a:gd name="T77" fmla="*/ 130 h 187"/>
                <a:gd name="T78" fmla="*/ 93 w 187"/>
                <a:gd name="T79" fmla="*/ 132 h 187"/>
                <a:gd name="T80" fmla="*/ 93 w 187"/>
                <a:gd name="T81" fmla="*/ 172 h 187"/>
                <a:gd name="T82" fmla="*/ 68 w 187"/>
                <a:gd name="T83" fmla="*/ 168 h 187"/>
                <a:gd name="T84" fmla="*/ 64 w 187"/>
                <a:gd name="T85" fmla="*/ 183 h 187"/>
                <a:gd name="T86" fmla="*/ 32 w 187"/>
                <a:gd name="T87" fmla="*/ 164 h 187"/>
                <a:gd name="T88" fmla="*/ 42 w 187"/>
                <a:gd name="T89" fmla="*/ 153 h 187"/>
                <a:gd name="T90" fmla="*/ 23 w 187"/>
                <a:gd name="T91" fmla="*/ 129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7" h="187">
                  <a:moveTo>
                    <a:pt x="93" y="15"/>
                  </a:moveTo>
                  <a:cubicBezTo>
                    <a:pt x="102" y="15"/>
                    <a:pt x="110" y="16"/>
                    <a:pt x="118" y="19"/>
                  </a:cubicBezTo>
                  <a:cubicBezTo>
                    <a:pt x="123" y="5"/>
                    <a:pt x="123" y="5"/>
                    <a:pt x="123" y="5"/>
                  </a:cubicBezTo>
                  <a:cubicBezTo>
                    <a:pt x="135" y="9"/>
                    <a:pt x="146" y="15"/>
                    <a:pt x="155" y="23"/>
                  </a:cubicBezTo>
                  <a:cubicBezTo>
                    <a:pt x="145" y="34"/>
                    <a:pt x="145" y="34"/>
                    <a:pt x="145" y="34"/>
                  </a:cubicBezTo>
                  <a:cubicBezTo>
                    <a:pt x="153" y="41"/>
                    <a:pt x="159" y="49"/>
                    <a:pt x="164" y="58"/>
                  </a:cubicBezTo>
                  <a:cubicBezTo>
                    <a:pt x="177" y="52"/>
                    <a:pt x="177" y="52"/>
                    <a:pt x="177" y="52"/>
                  </a:cubicBezTo>
                  <a:cubicBezTo>
                    <a:pt x="183" y="63"/>
                    <a:pt x="186" y="75"/>
                    <a:pt x="187" y="87"/>
                  </a:cubicBezTo>
                  <a:cubicBezTo>
                    <a:pt x="172" y="88"/>
                    <a:pt x="172" y="88"/>
                    <a:pt x="172" y="88"/>
                  </a:cubicBezTo>
                  <a:cubicBezTo>
                    <a:pt x="173" y="98"/>
                    <a:pt x="172" y="108"/>
                    <a:pt x="168" y="119"/>
                  </a:cubicBezTo>
                  <a:cubicBezTo>
                    <a:pt x="182" y="123"/>
                    <a:pt x="182" y="123"/>
                    <a:pt x="182" y="123"/>
                  </a:cubicBezTo>
                  <a:cubicBezTo>
                    <a:pt x="178" y="135"/>
                    <a:pt x="172" y="146"/>
                    <a:pt x="164" y="155"/>
                  </a:cubicBezTo>
                  <a:cubicBezTo>
                    <a:pt x="153" y="145"/>
                    <a:pt x="153" y="145"/>
                    <a:pt x="153" y="145"/>
                  </a:cubicBezTo>
                  <a:cubicBezTo>
                    <a:pt x="146" y="153"/>
                    <a:pt x="138" y="160"/>
                    <a:pt x="129" y="164"/>
                  </a:cubicBezTo>
                  <a:cubicBezTo>
                    <a:pt x="135" y="178"/>
                    <a:pt x="135" y="178"/>
                    <a:pt x="135" y="178"/>
                  </a:cubicBezTo>
                  <a:cubicBezTo>
                    <a:pt x="124" y="183"/>
                    <a:pt x="112" y="186"/>
                    <a:pt x="100" y="187"/>
                  </a:cubicBezTo>
                  <a:cubicBezTo>
                    <a:pt x="99" y="172"/>
                    <a:pt x="99" y="172"/>
                    <a:pt x="99" y="172"/>
                  </a:cubicBezTo>
                  <a:cubicBezTo>
                    <a:pt x="97" y="172"/>
                    <a:pt x="95" y="172"/>
                    <a:pt x="93" y="172"/>
                  </a:cubicBezTo>
                  <a:cubicBezTo>
                    <a:pt x="93" y="132"/>
                    <a:pt x="93" y="132"/>
                    <a:pt x="93" y="132"/>
                  </a:cubicBezTo>
                  <a:cubicBezTo>
                    <a:pt x="109" y="132"/>
                    <a:pt x="124" y="122"/>
                    <a:pt x="130" y="106"/>
                  </a:cubicBezTo>
                  <a:cubicBezTo>
                    <a:pt x="136" y="86"/>
                    <a:pt x="126" y="64"/>
                    <a:pt x="105" y="57"/>
                  </a:cubicBezTo>
                  <a:cubicBezTo>
                    <a:pt x="101" y="56"/>
                    <a:pt x="97" y="55"/>
                    <a:pt x="93" y="55"/>
                  </a:cubicBezTo>
                  <a:lnTo>
                    <a:pt x="93" y="15"/>
                  </a:lnTo>
                  <a:close/>
                  <a:moveTo>
                    <a:pt x="23" y="129"/>
                  </a:moveTo>
                  <a:cubicBezTo>
                    <a:pt x="9" y="135"/>
                    <a:pt x="9" y="135"/>
                    <a:pt x="9" y="135"/>
                  </a:cubicBezTo>
                  <a:cubicBezTo>
                    <a:pt x="4" y="125"/>
                    <a:pt x="1" y="113"/>
                    <a:pt x="0" y="100"/>
                  </a:cubicBezTo>
                  <a:cubicBezTo>
                    <a:pt x="15" y="99"/>
                    <a:pt x="15" y="99"/>
                    <a:pt x="15" y="99"/>
                  </a:cubicBezTo>
                  <a:cubicBezTo>
                    <a:pt x="14" y="89"/>
                    <a:pt x="15" y="79"/>
                    <a:pt x="19" y="69"/>
                  </a:cubicBezTo>
                  <a:cubicBezTo>
                    <a:pt x="4" y="64"/>
                    <a:pt x="4" y="64"/>
                    <a:pt x="4" y="64"/>
                  </a:cubicBezTo>
                  <a:cubicBezTo>
                    <a:pt x="8" y="52"/>
                    <a:pt x="15" y="41"/>
                    <a:pt x="23" y="32"/>
                  </a:cubicBezTo>
                  <a:cubicBezTo>
                    <a:pt x="34" y="42"/>
                    <a:pt x="34" y="42"/>
                    <a:pt x="34" y="42"/>
                  </a:cubicBezTo>
                  <a:cubicBezTo>
                    <a:pt x="41" y="34"/>
                    <a:pt x="49" y="28"/>
                    <a:pt x="58" y="23"/>
                  </a:cubicBezTo>
                  <a:cubicBezTo>
                    <a:pt x="51" y="10"/>
                    <a:pt x="51" y="10"/>
                    <a:pt x="51" y="10"/>
                  </a:cubicBezTo>
                  <a:cubicBezTo>
                    <a:pt x="62" y="4"/>
                    <a:pt x="74" y="1"/>
                    <a:pt x="87" y="0"/>
                  </a:cubicBezTo>
                  <a:cubicBezTo>
                    <a:pt x="88" y="15"/>
                    <a:pt x="88" y="15"/>
                    <a:pt x="88" y="15"/>
                  </a:cubicBezTo>
                  <a:cubicBezTo>
                    <a:pt x="90" y="15"/>
                    <a:pt x="92" y="15"/>
                    <a:pt x="93" y="15"/>
                  </a:cubicBezTo>
                  <a:cubicBezTo>
                    <a:pt x="93" y="55"/>
                    <a:pt x="93" y="55"/>
                    <a:pt x="93" y="55"/>
                  </a:cubicBezTo>
                  <a:cubicBezTo>
                    <a:pt x="77" y="55"/>
                    <a:pt x="62" y="65"/>
                    <a:pt x="57" y="81"/>
                  </a:cubicBezTo>
                  <a:cubicBezTo>
                    <a:pt x="50" y="101"/>
                    <a:pt x="61" y="123"/>
                    <a:pt x="81" y="130"/>
                  </a:cubicBezTo>
                  <a:cubicBezTo>
                    <a:pt x="85" y="131"/>
                    <a:pt x="89" y="132"/>
                    <a:pt x="93" y="132"/>
                  </a:cubicBezTo>
                  <a:cubicBezTo>
                    <a:pt x="93" y="172"/>
                    <a:pt x="93" y="172"/>
                    <a:pt x="93" y="172"/>
                  </a:cubicBezTo>
                  <a:cubicBezTo>
                    <a:pt x="85" y="172"/>
                    <a:pt x="77" y="171"/>
                    <a:pt x="68" y="168"/>
                  </a:cubicBezTo>
                  <a:cubicBezTo>
                    <a:pt x="64" y="183"/>
                    <a:pt x="64" y="183"/>
                    <a:pt x="64" y="183"/>
                  </a:cubicBezTo>
                  <a:cubicBezTo>
                    <a:pt x="52" y="179"/>
                    <a:pt x="41" y="172"/>
                    <a:pt x="32" y="164"/>
                  </a:cubicBezTo>
                  <a:cubicBezTo>
                    <a:pt x="42" y="153"/>
                    <a:pt x="42" y="153"/>
                    <a:pt x="42" y="153"/>
                  </a:cubicBezTo>
                  <a:cubicBezTo>
                    <a:pt x="34" y="146"/>
                    <a:pt x="27" y="138"/>
                    <a:pt x="23" y="12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 name="Freeform 14"/>
            <p:cNvSpPr>
              <a:spLocks noEditPoints="1"/>
            </p:cNvSpPr>
            <p:nvPr/>
          </p:nvSpPr>
          <p:spPr bwMode="auto">
            <a:xfrm>
              <a:off x="7721600" y="1731962"/>
              <a:ext cx="355600" cy="354012"/>
            </a:xfrm>
            <a:custGeom>
              <a:avLst/>
              <a:gdLst>
                <a:gd name="T0" fmla="*/ 104 w 195"/>
                <a:gd name="T1" fmla="*/ 29 h 194"/>
                <a:gd name="T2" fmla="*/ 107 w 195"/>
                <a:gd name="T3" fmla="*/ 0 h 194"/>
                <a:gd name="T4" fmla="*/ 148 w 195"/>
                <a:gd name="T5" fmla="*/ 13 h 194"/>
                <a:gd name="T6" fmla="*/ 133 w 195"/>
                <a:gd name="T7" fmla="*/ 38 h 194"/>
                <a:gd name="T8" fmla="*/ 155 w 195"/>
                <a:gd name="T9" fmla="*/ 59 h 194"/>
                <a:gd name="T10" fmla="*/ 180 w 195"/>
                <a:gd name="T11" fmla="*/ 43 h 194"/>
                <a:gd name="T12" fmla="*/ 190 w 195"/>
                <a:gd name="T13" fmla="*/ 62 h 194"/>
                <a:gd name="T14" fmla="*/ 195 w 195"/>
                <a:gd name="T15" fmla="*/ 83 h 194"/>
                <a:gd name="T16" fmla="*/ 166 w 195"/>
                <a:gd name="T17" fmla="*/ 87 h 194"/>
                <a:gd name="T18" fmla="*/ 164 w 195"/>
                <a:gd name="T19" fmla="*/ 118 h 194"/>
                <a:gd name="T20" fmla="*/ 192 w 195"/>
                <a:gd name="T21" fmla="*/ 127 h 194"/>
                <a:gd name="T22" fmla="*/ 169 w 195"/>
                <a:gd name="T23" fmla="*/ 164 h 194"/>
                <a:gd name="T24" fmla="*/ 148 w 195"/>
                <a:gd name="T25" fmla="*/ 144 h 194"/>
                <a:gd name="T26" fmla="*/ 123 w 195"/>
                <a:gd name="T27" fmla="*/ 161 h 194"/>
                <a:gd name="T28" fmla="*/ 123 w 195"/>
                <a:gd name="T29" fmla="*/ 161 h 194"/>
                <a:gd name="T30" fmla="*/ 133 w 195"/>
                <a:gd name="T31" fmla="*/ 188 h 194"/>
                <a:gd name="T32" fmla="*/ 99 w 195"/>
                <a:gd name="T33" fmla="*/ 194 h 194"/>
                <a:gd name="T34" fmla="*/ 99 w 195"/>
                <a:gd name="T35" fmla="*/ 154 h 194"/>
                <a:gd name="T36" fmla="*/ 119 w 195"/>
                <a:gd name="T37" fmla="*/ 150 h 194"/>
                <a:gd name="T38" fmla="*/ 152 w 195"/>
                <a:gd name="T39" fmla="*/ 77 h 194"/>
                <a:gd name="T40" fmla="*/ 99 w 195"/>
                <a:gd name="T41" fmla="*/ 40 h 194"/>
                <a:gd name="T42" fmla="*/ 99 w 195"/>
                <a:gd name="T43" fmla="*/ 28 h 194"/>
                <a:gd name="T44" fmla="*/ 104 w 195"/>
                <a:gd name="T45" fmla="*/ 29 h 194"/>
                <a:gd name="T46" fmla="*/ 99 w 195"/>
                <a:gd name="T47" fmla="*/ 194 h 194"/>
                <a:gd name="T48" fmla="*/ 90 w 195"/>
                <a:gd name="T49" fmla="*/ 194 h 194"/>
                <a:gd name="T50" fmla="*/ 93 w 195"/>
                <a:gd name="T51" fmla="*/ 165 h 194"/>
                <a:gd name="T52" fmla="*/ 64 w 195"/>
                <a:gd name="T53" fmla="*/ 156 h 194"/>
                <a:gd name="T54" fmla="*/ 49 w 195"/>
                <a:gd name="T55" fmla="*/ 181 h 194"/>
                <a:gd name="T56" fmla="*/ 17 w 195"/>
                <a:gd name="T57" fmla="*/ 151 h 194"/>
                <a:gd name="T58" fmla="*/ 42 w 195"/>
                <a:gd name="T59" fmla="*/ 135 h 194"/>
                <a:gd name="T60" fmla="*/ 35 w 195"/>
                <a:gd name="T61" fmla="*/ 121 h 194"/>
                <a:gd name="T62" fmla="*/ 31 w 195"/>
                <a:gd name="T63" fmla="*/ 106 h 194"/>
                <a:gd name="T64" fmla="*/ 2 w 195"/>
                <a:gd name="T65" fmla="*/ 111 h 194"/>
                <a:gd name="T66" fmla="*/ 6 w 195"/>
                <a:gd name="T67" fmla="*/ 67 h 194"/>
                <a:gd name="T68" fmla="*/ 33 w 195"/>
                <a:gd name="T69" fmla="*/ 76 h 194"/>
                <a:gd name="T70" fmla="*/ 49 w 195"/>
                <a:gd name="T71" fmla="*/ 50 h 194"/>
                <a:gd name="T72" fmla="*/ 28 w 195"/>
                <a:gd name="T73" fmla="*/ 30 h 194"/>
                <a:gd name="T74" fmla="*/ 64 w 195"/>
                <a:gd name="T75" fmla="*/ 6 h 194"/>
                <a:gd name="T76" fmla="*/ 74 w 195"/>
                <a:gd name="T77" fmla="*/ 33 h 194"/>
                <a:gd name="T78" fmla="*/ 99 w 195"/>
                <a:gd name="T79" fmla="*/ 28 h 194"/>
                <a:gd name="T80" fmla="*/ 99 w 195"/>
                <a:gd name="T81" fmla="*/ 40 h 194"/>
                <a:gd name="T82" fmla="*/ 78 w 195"/>
                <a:gd name="T83" fmla="*/ 44 h 194"/>
                <a:gd name="T84" fmla="*/ 45 w 195"/>
                <a:gd name="T85" fmla="*/ 117 h 194"/>
                <a:gd name="T86" fmla="*/ 99 w 195"/>
                <a:gd name="T87" fmla="*/ 154 h 194"/>
                <a:gd name="T88" fmla="*/ 99 w 195"/>
                <a:gd name="T89"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5" h="194">
                  <a:moveTo>
                    <a:pt x="104" y="29"/>
                  </a:moveTo>
                  <a:cubicBezTo>
                    <a:pt x="107" y="0"/>
                    <a:pt x="107" y="0"/>
                    <a:pt x="107" y="0"/>
                  </a:cubicBezTo>
                  <a:cubicBezTo>
                    <a:pt x="121" y="1"/>
                    <a:pt x="136" y="5"/>
                    <a:pt x="148" y="13"/>
                  </a:cubicBezTo>
                  <a:cubicBezTo>
                    <a:pt x="133" y="38"/>
                    <a:pt x="133" y="38"/>
                    <a:pt x="133" y="38"/>
                  </a:cubicBezTo>
                  <a:cubicBezTo>
                    <a:pt x="142" y="43"/>
                    <a:pt x="150" y="50"/>
                    <a:pt x="155" y="59"/>
                  </a:cubicBezTo>
                  <a:cubicBezTo>
                    <a:pt x="180" y="43"/>
                    <a:pt x="180" y="43"/>
                    <a:pt x="180" y="43"/>
                  </a:cubicBezTo>
                  <a:cubicBezTo>
                    <a:pt x="184" y="49"/>
                    <a:pt x="187" y="55"/>
                    <a:pt x="190" y="62"/>
                  </a:cubicBezTo>
                  <a:cubicBezTo>
                    <a:pt x="192" y="69"/>
                    <a:pt x="194" y="76"/>
                    <a:pt x="195" y="83"/>
                  </a:cubicBezTo>
                  <a:cubicBezTo>
                    <a:pt x="166" y="87"/>
                    <a:pt x="166" y="87"/>
                    <a:pt x="166" y="87"/>
                  </a:cubicBezTo>
                  <a:cubicBezTo>
                    <a:pt x="168" y="98"/>
                    <a:pt x="167" y="108"/>
                    <a:pt x="164" y="118"/>
                  </a:cubicBezTo>
                  <a:cubicBezTo>
                    <a:pt x="192" y="127"/>
                    <a:pt x="192" y="127"/>
                    <a:pt x="192" y="127"/>
                  </a:cubicBezTo>
                  <a:cubicBezTo>
                    <a:pt x="187" y="140"/>
                    <a:pt x="180" y="153"/>
                    <a:pt x="169" y="164"/>
                  </a:cubicBezTo>
                  <a:cubicBezTo>
                    <a:pt x="148" y="144"/>
                    <a:pt x="148" y="144"/>
                    <a:pt x="148" y="144"/>
                  </a:cubicBezTo>
                  <a:cubicBezTo>
                    <a:pt x="141" y="151"/>
                    <a:pt x="133" y="157"/>
                    <a:pt x="123" y="161"/>
                  </a:cubicBezTo>
                  <a:cubicBezTo>
                    <a:pt x="123" y="161"/>
                    <a:pt x="123" y="161"/>
                    <a:pt x="123" y="161"/>
                  </a:cubicBezTo>
                  <a:cubicBezTo>
                    <a:pt x="133" y="188"/>
                    <a:pt x="133" y="188"/>
                    <a:pt x="133" y="188"/>
                  </a:cubicBezTo>
                  <a:cubicBezTo>
                    <a:pt x="122" y="192"/>
                    <a:pt x="110" y="194"/>
                    <a:pt x="99" y="194"/>
                  </a:cubicBezTo>
                  <a:cubicBezTo>
                    <a:pt x="99" y="154"/>
                    <a:pt x="99" y="154"/>
                    <a:pt x="99" y="154"/>
                  </a:cubicBezTo>
                  <a:cubicBezTo>
                    <a:pt x="105" y="154"/>
                    <a:pt x="112" y="153"/>
                    <a:pt x="119" y="150"/>
                  </a:cubicBezTo>
                  <a:cubicBezTo>
                    <a:pt x="148" y="139"/>
                    <a:pt x="163" y="106"/>
                    <a:pt x="152" y="77"/>
                  </a:cubicBezTo>
                  <a:cubicBezTo>
                    <a:pt x="143" y="54"/>
                    <a:pt x="121" y="40"/>
                    <a:pt x="99" y="40"/>
                  </a:cubicBezTo>
                  <a:cubicBezTo>
                    <a:pt x="99" y="28"/>
                    <a:pt x="99" y="28"/>
                    <a:pt x="99" y="28"/>
                  </a:cubicBezTo>
                  <a:cubicBezTo>
                    <a:pt x="100" y="28"/>
                    <a:pt x="102" y="29"/>
                    <a:pt x="104" y="29"/>
                  </a:cubicBezTo>
                  <a:close/>
                  <a:moveTo>
                    <a:pt x="99" y="194"/>
                  </a:moveTo>
                  <a:cubicBezTo>
                    <a:pt x="96" y="194"/>
                    <a:pt x="93" y="194"/>
                    <a:pt x="90" y="194"/>
                  </a:cubicBezTo>
                  <a:cubicBezTo>
                    <a:pt x="93" y="165"/>
                    <a:pt x="93" y="165"/>
                    <a:pt x="93" y="165"/>
                  </a:cubicBezTo>
                  <a:cubicBezTo>
                    <a:pt x="82" y="164"/>
                    <a:pt x="73" y="161"/>
                    <a:pt x="64" y="156"/>
                  </a:cubicBezTo>
                  <a:cubicBezTo>
                    <a:pt x="49" y="181"/>
                    <a:pt x="49" y="181"/>
                    <a:pt x="49" y="181"/>
                  </a:cubicBezTo>
                  <a:cubicBezTo>
                    <a:pt x="37" y="174"/>
                    <a:pt x="26" y="164"/>
                    <a:pt x="17" y="151"/>
                  </a:cubicBezTo>
                  <a:cubicBezTo>
                    <a:pt x="42" y="135"/>
                    <a:pt x="42" y="135"/>
                    <a:pt x="42" y="135"/>
                  </a:cubicBezTo>
                  <a:cubicBezTo>
                    <a:pt x="39" y="131"/>
                    <a:pt x="36" y="126"/>
                    <a:pt x="35" y="121"/>
                  </a:cubicBezTo>
                  <a:cubicBezTo>
                    <a:pt x="33" y="116"/>
                    <a:pt x="31" y="111"/>
                    <a:pt x="31" y="106"/>
                  </a:cubicBezTo>
                  <a:cubicBezTo>
                    <a:pt x="2" y="111"/>
                    <a:pt x="2" y="111"/>
                    <a:pt x="2" y="111"/>
                  </a:cubicBezTo>
                  <a:cubicBezTo>
                    <a:pt x="0" y="96"/>
                    <a:pt x="1" y="81"/>
                    <a:pt x="6" y="67"/>
                  </a:cubicBezTo>
                  <a:cubicBezTo>
                    <a:pt x="33" y="76"/>
                    <a:pt x="33" y="76"/>
                    <a:pt x="33" y="76"/>
                  </a:cubicBezTo>
                  <a:cubicBezTo>
                    <a:pt x="36" y="66"/>
                    <a:pt x="42" y="57"/>
                    <a:pt x="49" y="50"/>
                  </a:cubicBezTo>
                  <a:cubicBezTo>
                    <a:pt x="28" y="30"/>
                    <a:pt x="28" y="30"/>
                    <a:pt x="28" y="30"/>
                  </a:cubicBezTo>
                  <a:cubicBezTo>
                    <a:pt x="37" y="19"/>
                    <a:pt x="50" y="11"/>
                    <a:pt x="64" y="6"/>
                  </a:cubicBezTo>
                  <a:cubicBezTo>
                    <a:pt x="74" y="33"/>
                    <a:pt x="74" y="33"/>
                    <a:pt x="74" y="33"/>
                  </a:cubicBezTo>
                  <a:cubicBezTo>
                    <a:pt x="82" y="30"/>
                    <a:pt x="90" y="28"/>
                    <a:pt x="99" y="28"/>
                  </a:cubicBezTo>
                  <a:cubicBezTo>
                    <a:pt x="99" y="40"/>
                    <a:pt x="99" y="40"/>
                    <a:pt x="99" y="40"/>
                  </a:cubicBezTo>
                  <a:cubicBezTo>
                    <a:pt x="92" y="40"/>
                    <a:pt x="85" y="41"/>
                    <a:pt x="78" y="44"/>
                  </a:cubicBezTo>
                  <a:cubicBezTo>
                    <a:pt x="49" y="55"/>
                    <a:pt x="34" y="88"/>
                    <a:pt x="45" y="117"/>
                  </a:cubicBezTo>
                  <a:cubicBezTo>
                    <a:pt x="54" y="140"/>
                    <a:pt x="76" y="154"/>
                    <a:pt x="99" y="154"/>
                  </a:cubicBezTo>
                  <a:lnTo>
                    <a:pt x="99" y="194"/>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31" name="Group 30"/>
          <p:cNvGrpSpPr/>
          <p:nvPr/>
        </p:nvGrpSpPr>
        <p:grpSpPr>
          <a:xfrm>
            <a:off x="7937683" y="4229177"/>
            <a:ext cx="708025" cy="685800"/>
            <a:chOff x="3629607" y="3397250"/>
            <a:chExt cx="708025" cy="685800"/>
          </a:xfrm>
        </p:grpSpPr>
        <p:sp>
          <p:nvSpPr>
            <p:cNvPr id="32" name="Freeform 15"/>
            <p:cNvSpPr/>
            <p:nvPr/>
          </p:nvSpPr>
          <p:spPr bwMode="auto">
            <a:xfrm>
              <a:off x="3723270" y="3683000"/>
              <a:ext cx="287338" cy="395287"/>
            </a:xfrm>
            <a:custGeom>
              <a:avLst/>
              <a:gdLst>
                <a:gd name="T0" fmla="*/ 106 w 158"/>
                <a:gd name="T1" fmla="*/ 85 h 216"/>
                <a:gd name="T2" fmla="*/ 106 w 158"/>
                <a:gd name="T3" fmla="*/ 190 h 216"/>
                <a:gd name="T4" fmla="*/ 80 w 158"/>
                <a:gd name="T5" fmla="*/ 216 h 216"/>
                <a:gd name="T6" fmla="*/ 80 w 158"/>
                <a:gd name="T7" fmla="*/ 216 h 216"/>
                <a:gd name="T8" fmla="*/ 54 w 158"/>
                <a:gd name="T9" fmla="*/ 190 h 216"/>
                <a:gd name="T10" fmla="*/ 54 w 158"/>
                <a:gd name="T11" fmla="*/ 85 h 216"/>
                <a:gd name="T12" fmla="*/ 18 w 158"/>
                <a:gd name="T13" fmla="*/ 85 h 216"/>
                <a:gd name="T14" fmla="*/ 11 w 158"/>
                <a:gd name="T15" fmla="*/ 62 h 216"/>
                <a:gd name="T16" fmla="*/ 61 w 158"/>
                <a:gd name="T17" fmla="*/ 12 h 216"/>
                <a:gd name="T18" fmla="*/ 98 w 158"/>
                <a:gd name="T19" fmla="*/ 12 h 216"/>
                <a:gd name="T20" fmla="*/ 149 w 158"/>
                <a:gd name="T21" fmla="*/ 62 h 216"/>
                <a:gd name="T22" fmla="*/ 139 w 158"/>
                <a:gd name="T23" fmla="*/ 85 h 216"/>
                <a:gd name="T24" fmla="*/ 106 w 158"/>
                <a:gd name="T25" fmla="*/ 8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216">
                  <a:moveTo>
                    <a:pt x="106" y="85"/>
                  </a:moveTo>
                  <a:cubicBezTo>
                    <a:pt x="106" y="190"/>
                    <a:pt x="106" y="190"/>
                    <a:pt x="106" y="190"/>
                  </a:cubicBezTo>
                  <a:cubicBezTo>
                    <a:pt x="106" y="204"/>
                    <a:pt x="94" y="216"/>
                    <a:pt x="80" y="216"/>
                  </a:cubicBezTo>
                  <a:cubicBezTo>
                    <a:pt x="80" y="216"/>
                    <a:pt x="80" y="216"/>
                    <a:pt x="80" y="216"/>
                  </a:cubicBezTo>
                  <a:cubicBezTo>
                    <a:pt x="65" y="216"/>
                    <a:pt x="54" y="204"/>
                    <a:pt x="54" y="190"/>
                  </a:cubicBezTo>
                  <a:cubicBezTo>
                    <a:pt x="54" y="85"/>
                    <a:pt x="54" y="85"/>
                    <a:pt x="54" y="85"/>
                  </a:cubicBezTo>
                  <a:cubicBezTo>
                    <a:pt x="18" y="85"/>
                    <a:pt x="18" y="85"/>
                    <a:pt x="18" y="85"/>
                  </a:cubicBezTo>
                  <a:cubicBezTo>
                    <a:pt x="3" y="85"/>
                    <a:pt x="0" y="72"/>
                    <a:pt x="11" y="62"/>
                  </a:cubicBezTo>
                  <a:cubicBezTo>
                    <a:pt x="61" y="12"/>
                    <a:pt x="61" y="12"/>
                    <a:pt x="61" y="12"/>
                  </a:cubicBezTo>
                  <a:cubicBezTo>
                    <a:pt x="73" y="0"/>
                    <a:pt x="85" y="0"/>
                    <a:pt x="98" y="12"/>
                  </a:cubicBezTo>
                  <a:cubicBezTo>
                    <a:pt x="149" y="62"/>
                    <a:pt x="149" y="62"/>
                    <a:pt x="149" y="62"/>
                  </a:cubicBezTo>
                  <a:cubicBezTo>
                    <a:pt x="158" y="71"/>
                    <a:pt x="157" y="85"/>
                    <a:pt x="139" y="85"/>
                  </a:cubicBezTo>
                  <a:lnTo>
                    <a:pt x="106" y="85"/>
                  </a:lnTo>
                  <a:close/>
                </a:path>
              </a:pathLst>
            </a:custGeom>
            <a:solidFill>
              <a:schemeClr val="accent3"/>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 name="Freeform 16"/>
            <p:cNvSpPr/>
            <p:nvPr/>
          </p:nvSpPr>
          <p:spPr bwMode="auto">
            <a:xfrm>
              <a:off x="3629607" y="3397250"/>
              <a:ext cx="708025" cy="495300"/>
            </a:xfrm>
            <a:custGeom>
              <a:avLst/>
              <a:gdLst>
                <a:gd name="T0" fmla="*/ 308 w 388"/>
                <a:gd name="T1" fmla="*/ 99 h 272"/>
                <a:gd name="T2" fmla="*/ 388 w 388"/>
                <a:gd name="T3" fmla="*/ 184 h 272"/>
                <a:gd name="T4" fmla="*/ 388 w 388"/>
                <a:gd name="T5" fmla="*/ 184 h 272"/>
                <a:gd name="T6" fmla="*/ 304 w 388"/>
                <a:gd name="T7" fmla="*/ 270 h 272"/>
                <a:gd name="T8" fmla="*/ 304 w 388"/>
                <a:gd name="T9" fmla="*/ 186 h 272"/>
                <a:gd name="T10" fmla="*/ 293 w 388"/>
                <a:gd name="T11" fmla="*/ 158 h 272"/>
                <a:gd name="T12" fmla="*/ 266 w 388"/>
                <a:gd name="T13" fmla="*/ 147 h 272"/>
                <a:gd name="T14" fmla="*/ 238 w 388"/>
                <a:gd name="T15" fmla="*/ 158 h 272"/>
                <a:gd name="T16" fmla="*/ 227 w 388"/>
                <a:gd name="T17" fmla="*/ 186 h 272"/>
                <a:gd name="T18" fmla="*/ 227 w 388"/>
                <a:gd name="T19" fmla="*/ 272 h 272"/>
                <a:gd name="T20" fmla="*/ 170 w 388"/>
                <a:gd name="T21" fmla="*/ 272 h 272"/>
                <a:gd name="T22" fmla="*/ 170 w 388"/>
                <a:gd name="T23" fmla="*/ 255 h 272"/>
                <a:gd name="T24" fmla="*/ 190 w 388"/>
                <a:gd name="T25" fmla="*/ 255 h 272"/>
                <a:gd name="T26" fmla="*/ 206 w 388"/>
                <a:gd name="T27" fmla="*/ 251 h 272"/>
                <a:gd name="T28" fmla="*/ 217 w 388"/>
                <a:gd name="T29" fmla="*/ 239 h 272"/>
                <a:gd name="T30" fmla="*/ 217 w 388"/>
                <a:gd name="T31" fmla="*/ 224 h 272"/>
                <a:gd name="T32" fmla="*/ 209 w 388"/>
                <a:gd name="T33" fmla="*/ 210 h 272"/>
                <a:gd name="T34" fmla="*/ 158 w 388"/>
                <a:gd name="T35" fmla="*/ 160 h 272"/>
                <a:gd name="T36" fmla="*/ 131 w 388"/>
                <a:gd name="T37" fmla="*/ 147 h 272"/>
                <a:gd name="T38" fmla="*/ 103 w 388"/>
                <a:gd name="T39" fmla="*/ 160 h 272"/>
                <a:gd name="T40" fmla="*/ 53 w 388"/>
                <a:gd name="T41" fmla="*/ 210 h 272"/>
                <a:gd name="T42" fmla="*/ 44 w 388"/>
                <a:gd name="T43" fmla="*/ 225 h 272"/>
                <a:gd name="T44" fmla="*/ 44 w 388"/>
                <a:gd name="T45" fmla="*/ 239 h 272"/>
                <a:gd name="T46" fmla="*/ 54 w 388"/>
                <a:gd name="T47" fmla="*/ 251 h 272"/>
                <a:gd name="T48" fmla="*/ 69 w 388"/>
                <a:gd name="T49" fmla="*/ 255 h 272"/>
                <a:gd name="T50" fmla="*/ 92 w 388"/>
                <a:gd name="T51" fmla="*/ 255 h 272"/>
                <a:gd name="T52" fmla="*/ 92 w 388"/>
                <a:gd name="T53" fmla="*/ 271 h 272"/>
                <a:gd name="T54" fmla="*/ 0 w 388"/>
                <a:gd name="T55" fmla="*/ 184 h 272"/>
                <a:gd name="T56" fmla="*/ 0 w 388"/>
                <a:gd name="T57" fmla="*/ 184 h 272"/>
                <a:gd name="T58" fmla="*/ 80 w 388"/>
                <a:gd name="T59" fmla="*/ 99 h 272"/>
                <a:gd name="T60" fmla="*/ 80 w 388"/>
                <a:gd name="T61" fmla="*/ 96 h 272"/>
                <a:gd name="T62" fmla="*/ 194 w 388"/>
                <a:gd name="T63" fmla="*/ 0 h 272"/>
                <a:gd name="T64" fmla="*/ 308 w 388"/>
                <a:gd name="T65" fmla="*/ 96 h 272"/>
                <a:gd name="T66" fmla="*/ 308 w 388"/>
                <a:gd name="T67" fmla="*/ 99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8" h="272">
                  <a:moveTo>
                    <a:pt x="308" y="99"/>
                  </a:moveTo>
                  <a:cubicBezTo>
                    <a:pt x="354" y="108"/>
                    <a:pt x="388" y="143"/>
                    <a:pt x="388" y="184"/>
                  </a:cubicBezTo>
                  <a:cubicBezTo>
                    <a:pt x="388" y="184"/>
                    <a:pt x="388" y="184"/>
                    <a:pt x="388" y="184"/>
                  </a:cubicBezTo>
                  <a:cubicBezTo>
                    <a:pt x="388" y="227"/>
                    <a:pt x="352" y="262"/>
                    <a:pt x="304" y="270"/>
                  </a:cubicBezTo>
                  <a:cubicBezTo>
                    <a:pt x="304" y="186"/>
                    <a:pt x="304" y="186"/>
                    <a:pt x="304" y="186"/>
                  </a:cubicBezTo>
                  <a:cubicBezTo>
                    <a:pt x="304" y="175"/>
                    <a:pt x="300" y="165"/>
                    <a:pt x="293" y="158"/>
                  </a:cubicBezTo>
                  <a:cubicBezTo>
                    <a:pt x="286" y="151"/>
                    <a:pt x="276" y="147"/>
                    <a:pt x="266" y="147"/>
                  </a:cubicBezTo>
                  <a:cubicBezTo>
                    <a:pt x="255" y="147"/>
                    <a:pt x="245" y="151"/>
                    <a:pt x="238" y="158"/>
                  </a:cubicBezTo>
                  <a:cubicBezTo>
                    <a:pt x="231" y="165"/>
                    <a:pt x="227" y="175"/>
                    <a:pt x="227" y="186"/>
                  </a:cubicBezTo>
                  <a:cubicBezTo>
                    <a:pt x="227" y="272"/>
                    <a:pt x="227" y="272"/>
                    <a:pt x="227" y="272"/>
                  </a:cubicBezTo>
                  <a:cubicBezTo>
                    <a:pt x="170" y="272"/>
                    <a:pt x="170" y="272"/>
                    <a:pt x="170" y="272"/>
                  </a:cubicBezTo>
                  <a:cubicBezTo>
                    <a:pt x="170" y="255"/>
                    <a:pt x="170" y="255"/>
                    <a:pt x="170" y="255"/>
                  </a:cubicBezTo>
                  <a:cubicBezTo>
                    <a:pt x="190" y="255"/>
                    <a:pt x="190" y="255"/>
                    <a:pt x="190" y="255"/>
                  </a:cubicBezTo>
                  <a:cubicBezTo>
                    <a:pt x="196" y="255"/>
                    <a:pt x="202" y="253"/>
                    <a:pt x="206" y="251"/>
                  </a:cubicBezTo>
                  <a:cubicBezTo>
                    <a:pt x="211" y="248"/>
                    <a:pt x="215" y="244"/>
                    <a:pt x="217" y="239"/>
                  </a:cubicBezTo>
                  <a:cubicBezTo>
                    <a:pt x="218" y="234"/>
                    <a:pt x="219" y="229"/>
                    <a:pt x="217" y="224"/>
                  </a:cubicBezTo>
                  <a:cubicBezTo>
                    <a:pt x="216" y="219"/>
                    <a:pt x="213" y="214"/>
                    <a:pt x="209" y="210"/>
                  </a:cubicBezTo>
                  <a:cubicBezTo>
                    <a:pt x="158" y="160"/>
                    <a:pt x="158" y="160"/>
                    <a:pt x="158" y="160"/>
                  </a:cubicBezTo>
                  <a:cubicBezTo>
                    <a:pt x="149" y="151"/>
                    <a:pt x="140" y="147"/>
                    <a:pt x="131" y="147"/>
                  </a:cubicBezTo>
                  <a:cubicBezTo>
                    <a:pt x="121" y="147"/>
                    <a:pt x="112" y="152"/>
                    <a:pt x="103" y="160"/>
                  </a:cubicBezTo>
                  <a:cubicBezTo>
                    <a:pt x="53" y="210"/>
                    <a:pt x="53" y="210"/>
                    <a:pt x="53" y="210"/>
                  </a:cubicBezTo>
                  <a:cubicBezTo>
                    <a:pt x="48" y="215"/>
                    <a:pt x="45" y="220"/>
                    <a:pt x="44" y="225"/>
                  </a:cubicBezTo>
                  <a:cubicBezTo>
                    <a:pt x="42" y="230"/>
                    <a:pt x="42" y="235"/>
                    <a:pt x="44" y="239"/>
                  </a:cubicBezTo>
                  <a:cubicBezTo>
                    <a:pt x="46" y="244"/>
                    <a:pt x="49" y="248"/>
                    <a:pt x="54" y="251"/>
                  </a:cubicBezTo>
                  <a:cubicBezTo>
                    <a:pt x="58" y="253"/>
                    <a:pt x="63" y="255"/>
                    <a:pt x="69" y="255"/>
                  </a:cubicBezTo>
                  <a:cubicBezTo>
                    <a:pt x="92" y="255"/>
                    <a:pt x="92" y="255"/>
                    <a:pt x="92" y="255"/>
                  </a:cubicBezTo>
                  <a:cubicBezTo>
                    <a:pt x="92" y="271"/>
                    <a:pt x="92" y="271"/>
                    <a:pt x="92" y="271"/>
                  </a:cubicBezTo>
                  <a:cubicBezTo>
                    <a:pt x="40" y="266"/>
                    <a:pt x="0" y="229"/>
                    <a:pt x="0" y="184"/>
                  </a:cubicBezTo>
                  <a:cubicBezTo>
                    <a:pt x="0" y="184"/>
                    <a:pt x="0" y="184"/>
                    <a:pt x="0" y="184"/>
                  </a:cubicBezTo>
                  <a:cubicBezTo>
                    <a:pt x="0" y="143"/>
                    <a:pt x="34" y="108"/>
                    <a:pt x="80" y="99"/>
                  </a:cubicBezTo>
                  <a:cubicBezTo>
                    <a:pt x="80" y="98"/>
                    <a:pt x="80" y="97"/>
                    <a:pt x="80" y="96"/>
                  </a:cubicBezTo>
                  <a:cubicBezTo>
                    <a:pt x="80" y="43"/>
                    <a:pt x="131" y="0"/>
                    <a:pt x="194" y="0"/>
                  </a:cubicBezTo>
                  <a:cubicBezTo>
                    <a:pt x="257" y="0"/>
                    <a:pt x="308" y="43"/>
                    <a:pt x="308" y="96"/>
                  </a:cubicBezTo>
                  <a:cubicBezTo>
                    <a:pt x="308" y="97"/>
                    <a:pt x="308" y="98"/>
                    <a:pt x="308" y="99"/>
                  </a:cubicBezTo>
                  <a:close/>
                </a:path>
              </a:pathLst>
            </a:custGeom>
            <a:solidFill>
              <a:schemeClr val="accent1"/>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 name="Freeform 17"/>
            <p:cNvSpPr/>
            <p:nvPr/>
          </p:nvSpPr>
          <p:spPr bwMode="auto">
            <a:xfrm>
              <a:off x="3969332" y="3689350"/>
              <a:ext cx="287338" cy="393700"/>
            </a:xfrm>
            <a:custGeom>
              <a:avLst/>
              <a:gdLst>
                <a:gd name="T0" fmla="*/ 106 w 158"/>
                <a:gd name="T1" fmla="*/ 131 h 216"/>
                <a:gd name="T2" fmla="*/ 106 w 158"/>
                <a:gd name="T3" fmla="*/ 26 h 216"/>
                <a:gd name="T4" fmla="*/ 80 w 158"/>
                <a:gd name="T5" fmla="*/ 0 h 216"/>
                <a:gd name="T6" fmla="*/ 80 w 158"/>
                <a:gd name="T7" fmla="*/ 0 h 216"/>
                <a:gd name="T8" fmla="*/ 54 w 158"/>
                <a:gd name="T9" fmla="*/ 26 h 216"/>
                <a:gd name="T10" fmla="*/ 54 w 158"/>
                <a:gd name="T11" fmla="*/ 131 h 216"/>
                <a:gd name="T12" fmla="*/ 18 w 158"/>
                <a:gd name="T13" fmla="*/ 131 h 216"/>
                <a:gd name="T14" fmla="*/ 10 w 158"/>
                <a:gd name="T15" fmla="*/ 153 h 216"/>
                <a:gd name="T16" fmla="*/ 61 w 158"/>
                <a:gd name="T17" fmla="*/ 203 h 216"/>
                <a:gd name="T18" fmla="*/ 98 w 158"/>
                <a:gd name="T19" fmla="*/ 203 h 216"/>
                <a:gd name="T20" fmla="*/ 149 w 158"/>
                <a:gd name="T21" fmla="*/ 153 h 216"/>
                <a:gd name="T22" fmla="*/ 138 w 158"/>
                <a:gd name="T23" fmla="*/ 131 h 216"/>
                <a:gd name="T24" fmla="*/ 106 w 158"/>
                <a:gd name="T25" fmla="*/ 13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216">
                  <a:moveTo>
                    <a:pt x="106" y="131"/>
                  </a:moveTo>
                  <a:cubicBezTo>
                    <a:pt x="106" y="26"/>
                    <a:pt x="106" y="26"/>
                    <a:pt x="106" y="26"/>
                  </a:cubicBezTo>
                  <a:cubicBezTo>
                    <a:pt x="106" y="12"/>
                    <a:pt x="94" y="0"/>
                    <a:pt x="80" y="0"/>
                  </a:cubicBezTo>
                  <a:cubicBezTo>
                    <a:pt x="80" y="0"/>
                    <a:pt x="80" y="0"/>
                    <a:pt x="80" y="0"/>
                  </a:cubicBezTo>
                  <a:cubicBezTo>
                    <a:pt x="65" y="0"/>
                    <a:pt x="54" y="12"/>
                    <a:pt x="54" y="26"/>
                  </a:cubicBezTo>
                  <a:cubicBezTo>
                    <a:pt x="54" y="131"/>
                    <a:pt x="54" y="131"/>
                    <a:pt x="54" y="131"/>
                  </a:cubicBezTo>
                  <a:cubicBezTo>
                    <a:pt x="18" y="131"/>
                    <a:pt x="18" y="131"/>
                    <a:pt x="18" y="131"/>
                  </a:cubicBezTo>
                  <a:cubicBezTo>
                    <a:pt x="3" y="131"/>
                    <a:pt x="0" y="143"/>
                    <a:pt x="10" y="153"/>
                  </a:cubicBezTo>
                  <a:cubicBezTo>
                    <a:pt x="61" y="203"/>
                    <a:pt x="61" y="203"/>
                    <a:pt x="61" y="203"/>
                  </a:cubicBezTo>
                  <a:cubicBezTo>
                    <a:pt x="73" y="216"/>
                    <a:pt x="85" y="216"/>
                    <a:pt x="98" y="203"/>
                  </a:cubicBezTo>
                  <a:cubicBezTo>
                    <a:pt x="149" y="153"/>
                    <a:pt x="149" y="153"/>
                    <a:pt x="149" y="153"/>
                  </a:cubicBezTo>
                  <a:cubicBezTo>
                    <a:pt x="158" y="144"/>
                    <a:pt x="156" y="131"/>
                    <a:pt x="138" y="131"/>
                  </a:cubicBezTo>
                  <a:lnTo>
                    <a:pt x="106" y="131"/>
                  </a:lnTo>
                  <a:close/>
                </a:path>
              </a:pathLst>
            </a:custGeom>
            <a:solidFill>
              <a:schemeClr val="accent4"/>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35" name="Group 34"/>
          <p:cNvGrpSpPr/>
          <p:nvPr/>
        </p:nvGrpSpPr>
        <p:grpSpPr>
          <a:xfrm>
            <a:off x="2048291" y="4373945"/>
            <a:ext cx="938213" cy="328612"/>
            <a:chOff x="4134432" y="5018088"/>
            <a:chExt cx="938213" cy="328612"/>
          </a:xfrm>
        </p:grpSpPr>
        <p:sp>
          <p:nvSpPr>
            <p:cNvPr id="36" name="Freeform 18"/>
            <p:cNvSpPr/>
            <p:nvPr/>
          </p:nvSpPr>
          <p:spPr bwMode="auto">
            <a:xfrm>
              <a:off x="4134432" y="5018088"/>
              <a:ext cx="431800" cy="328612"/>
            </a:xfrm>
            <a:custGeom>
              <a:avLst/>
              <a:gdLst>
                <a:gd name="T0" fmla="*/ 90 w 236"/>
                <a:gd name="T1" fmla="*/ 0 h 180"/>
                <a:gd name="T2" fmla="*/ 155 w 236"/>
                <a:gd name="T3" fmla="*/ 0 h 180"/>
                <a:gd name="T4" fmla="*/ 219 w 236"/>
                <a:gd name="T5" fmla="*/ 26 h 180"/>
                <a:gd name="T6" fmla="*/ 236 w 236"/>
                <a:gd name="T7" fmla="*/ 51 h 180"/>
                <a:gd name="T8" fmla="*/ 187 w 236"/>
                <a:gd name="T9" fmla="*/ 51 h 180"/>
                <a:gd name="T10" fmla="*/ 155 w 236"/>
                <a:gd name="T11" fmla="*/ 40 h 180"/>
                <a:gd name="T12" fmla="*/ 90 w 236"/>
                <a:gd name="T13" fmla="*/ 40 h 180"/>
                <a:gd name="T14" fmla="*/ 55 w 236"/>
                <a:gd name="T15" fmla="*/ 55 h 180"/>
                <a:gd name="T16" fmla="*/ 40 w 236"/>
                <a:gd name="T17" fmla="*/ 90 h 180"/>
                <a:gd name="T18" fmla="*/ 40 w 236"/>
                <a:gd name="T19" fmla="*/ 90 h 180"/>
                <a:gd name="T20" fmla="*/ 55 w 236"/>
                <a:gd name="T21" fmla="*/ 125 h 180"/>
                <a:gd name="T22" fmla="*/ 90 w 236"/>
                <a:gd name="T23" fmla="*/ 140 h 180"/>
                <a:gd name="T24" fmla="*/ 155 w 236"/>
                <a:gd name="T25" fmla="*/ 140 h 180"/>
                <a:gd name="T26" fmla="*/ 187 w 236"/>
                <a:gd name="T27" fmla="*/ 128 h 180"/>
                <a:gd name="T28" fmla="*/ 236 w 236"/>
                <a:gd name="T29" fmla="*/ 128 h 180"/>
                <a:gd name="T30" fmla="*/ 219 w 236"/>
                <a:gd name="T31" fmla="*/ 153 h 180"/>
                <a:gd name="T32" fmla="*/ 155 w 236"/>
                <a:gd name="T33" fmla="*/ 180 h 180"/>
                <a:gd name="T34" fmla="*/ 90 w 236"/>
                <a:gd name="T35" fmla="*/ 180 h 180"/>
                <a:gd name="T36" fmla="*/ 27 w 236"/>
                <a:gd name="T37" fmla="*/ 153 h 180"/>
                <a:gd name="T38" fmla="*/ 0 w 236"/>
                <a:gd name="T39" fmla="*/ 90 h 180"/>
                <a:gd name="T40" fmla="*/ 0 w 236"/>
                <a:gd name="T41" fmla="*/ 90 h 180"/>
                <a:gd name="T42" fmla="*/ 27 w 236"/>
                <a:gd name="T43" fmla="*/ 26 h 180"/>
                <a:gd name="T44" fmla="*/ 90 w 236"/>
                <a:gd name="T45"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180">
                  <a:moveTo>
                    <a:pt x="90" y="0"/>
                  </a:moveTo>
                  <a:cubicBezTo>
                    <a:pt x="155" y="0"/>
                    <a:pt x="155" y="0"/>
                    <a:pt x="155" y="0"/>
                  </a:cubicBezTo>
                  <a:cubicBezTo>
                    <a:pt x="180" y="0"/>
                    <a:pt x="202" y="10"/>
                    <a:pt x="219" y="26"/>
                  </a:cubicBezTo>
                  <a:cubicBezTo>
                    <a:pt x="226" y="34"/>
                    <a:pt x="232" y="42"/>
                    <a:pt x="236" y="51"/>
                  </a:cubicBezTo>
                  <a:cubicBezTo>
                    <a:pt x="187" y="51"/>
                    <a:pt x="187" y="51"/>
                    <a:pt x="187" y="51"/>
                  </a:cubicBezTo>
                  <a:cubicBezTo>
                    <a:pt x="178" y="44"/>
                    <a:pt x="167" y="40"/>
                    <a:pt x="155" y="40"/>
                  </a:cubicBezTo>
                  <a:cubicBezTo>
                    <a:pt x="90" y="40"/>
                    <a:pt x="90" y="40"/>
                    <a:pt x="90" y="40"/>
                  </a:cubicBezTo>
                  <a:cubicBezTo>
                    <a:pt x="76" y="40"/>
                    <a:pt x="64" y="46"/>
                    <a:pt x="55" y="55"/>
                  </a:cubicBezTo>
                  <a:cubicBezTo>
                    <a:pt x="46" y="64"/>
                    <a:pt x="40" y="76"/>
                    <a:pt x="40" y="90"/>
                  </a:cubicBezTo>
                  <a:cubicBezTo>
                    <a:pt x="40" y="90"/>
                    <a:pt x="40" y="90"/>
                    <a:pt x="40" y="90"/>
                  </a:cubicBezTo>
                  <a:cubicBezTo>
                    <a:pt x="40" y="104"/>
                    <a:pt x="46" y="116"/>
                    <a:pt x="55" y="125"/>
                  </a:cubicBezTo>
                  <a:cubicBezTo>
                    <a:pt x="64" y="134"/>
                    <a:pt x="76" y="140"/>
                    <a:pt x="90" y="140"/>
                  </a:cubicBezTo>
                  <a:cubicBezTo>
                    <a:pt x="155" y="140"/>
                    <a:pt x="155" y="140"/>
                    <a:pt x="155" y="140"/>
                  </a:cubicBezTo>
                  <a:cubicBezTo>
                    <a:pt x="167" y="140"/>
                    <a:pt x="178" y="135"/>
                    <a:pt x="187" y="128"/>
                  </a:cubicBezTo>
                  <a:cubicBezTo>
                    <a:pt x="236" y="128"/>
                    <a:pt x="236" y="128"/>
                    <a:pt x="236" y="128"/>
                  </a:cubicBezTo>
                  <a:cubicBezTo>
                    <a:pt x="232" y="138"/>
                    <a:pt x="226" y="146"/>
                    <a:pt x="219" y="153"/>
                  </a:cubicBezTo>
                  <a:cubicBezTo>
                    <a:pt x="202" y="170"/>
                    <a:pt x="180" y="180"/>
                    <a:pt x="155" y="180"/>
                  </a:cubicBezTo>
                  <a:cubicBezTo>
                    <a:pt x="90" y="180"/>
                    <a:pt x="90" y="180"/>
                    <a:pt x="90" y="180"/>
                  </a:cubicBezTo>
                  <a:cubicBezTo>
                    <a:pt x="65" y="180"/>
                    <a:pt x="43" y="170"/>
                    <a:pt x="27" y="153"/>
                  </a:cubicBezTo>
                  <a:cubicBezTo>
                    <a:pt x="10" y="137"/>
                    <a:pt x="0" y="115"/>
                    <a:pt x="0" y="90"/>
                  </a:cubicBezTo>
                  <a:cubicBezTo>
                    <a:pt x="0" y="90"/>
                    <a:pt x="0" y="90"/>
                    <a:pt x="0" y="90"/>
                  </a:cubicBezTo>
                  <a:cubicBezTo>
                    <a:pt x="0" y="65"/>
                    <a:pt x="10" y="43"/>
                    <a:pt x="27" y="26"/>
                  </a:cubicBezTo>
                  <a:cubicBezTo>
                    <a:pt x="43" y="10"/>
                    <a:pt x="65" y="0"/>
                    <a:pt x="90" y="0"/>
                  </a:cubicBezTo>
                  <a:close/>
                </a:path>
              </a:pathLst>
            </a:custGeom>
            <a:solidFill>
              <a:schemeClr val="accent3"/>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Freeform 19"/>
            <p:cNvSpPr/>
            <p:nvPr/>
          </p:nvSpPr>
          <p:spPr bwMode="auto">
            <a:xfrm>
              <a:off x="4642432" y="5018088"/>
              <a:ext cx="430213" cy="328612"/>
            </a:xfrm>
            <a:custGeom>
              <a:avLst/>
              <a:gdLst>
                <a:gd name="T0" fmla="*/ 81 w 236"/>
                <a:gd name="T1" fmla="*/ 0 h 180"/>
                <a:gd name="T2" fmla="*/ 146 w 236"/>
                <a:gd name="T3" fmla="*/ 0 h 180"/>
                <a:gd name="T4" fmla="*/ 209 w 236"/>
                <a:gd name="T5" fmla="*/ 26 h 180"/>
                <a:gd name="T6" fmla="*/ 236 w 236"/>
                <a:gd name="T7" fmla="*/ 90 h 180"/>
                <a:gd name="T8" fmla="*/ 236 w 236"/>
                <a:gd name="T9" fmla="*/ 90 h 180"/>
                <a:gd name="T10" fmla="*/ 209 w 236"/>
                <a:gd name="T11" fmla="*/ 153 h 180"/>
                <a:gd name="T12" fmla="*/ 146 w 236"/>
                <a:gd name="T13" fmla="*/ 180 h 180"/>
                <a:gd name="T14" fmla="*/ 81 w 236"/>
                <a:gd name="T15" fmla="*/ 180 h 180"/>
                <a:gd name="T16" fmla="*/ 17 w 236"/>
                <a:gd name="T17" fmla="*/ 153 h 180"/>
                <a:gd name="T18" fmla="*/ 0 w 236"/>
                <a:gd name="T19" fmla="*/ 128 h 180"/>
                <a:gd name="T20" fmla="*/ 49 w 236"/>
                <a:gd name="T21" fmla="*/ 128 h 180"/>
                <a:gd name="T22" fmla="*/ 81 w 236"/>
                <a:gd name="T23" fmla="*/ 140 h 180"/>
                <a:gd name="T24" fmla="*/ 146 w 236"/>
                <a:gd name="T25" fmla="*/ 140 h 180"/>
                <a:gd name="T26" fmla="*/ 181 w 236"/>
                <a:gd name="T27" fmla="*/ 125 h 180"/>
                <a:gd name="T28" fmla="*/ 196 w 236"/>
                <a:gd name="T29" fmla="*/ 90 h 180"/>
                <a:gd name="T30" fmla="*/ 196 w 236"/>
                <a:gd name="T31" fmla="*/ 90 h 180"/>
                <a:gd name="T32" fmla="*/ 181 w 236"/>
                <a:gd name="T33" fmla="*/ 55 h 180"/>
                <a:gd name="T34" fmla="*/ 146 w 236"/>
                <a:gd name="T35" fmla="*/ 40 h 180"/>
                <a:gd name="T36" fmla="*/ 81 w 236"/>
                <a:gd name="T37" fmla="*/ 40 h 180"/>
                <a:gd name="T38" fmla="*/ 49 w 236"/>
                <a:gd name="T39" fmla="*/ 51 h 180"/>
                <a:gd name="T40" fmla="*/ 0 w 236"/>
                <a:gd name="T41" fmla="*/ 51 h 180"/>
                <a:gd name="T42" fmla="*/ 17 w 236"/>
                <a:gd name="T43" fmla="*/ 26 h 180"/>
                <a:gd name="T44" fmla="*/ 81 w 236"/>
                <a:gd name="T45"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180">
                  <a:moveTo>
                    <a:pt x="81" y="0"/>
                  </a:moveTo>
                  <a:cubicBezTo>
                    <a:pt x="146" y="0"/>
                    <a:pt x="146" y="0"/>
                    <a:pt x="146" y="0"/>
                  </a:cubicBezTo>
                  <a:cubicBezTo>
                    <a:pt x="170" y="0"/>
                    <a:pt x="193" y="10"/>
                    <a:pt x="209" y="26"/>
                  </a:cubicBezTo>
                  <a:cubicBezTo>
                    <a:pt x="226" y="43"/>
                    <a:pt x="236" y="65"/>
                    <a:pt x="236" y="90"/>
                  </a:cubicBezTo>
                  <a:cubicBezTo>
                    <a:pt x="236" y="90"/>
                    <a:pt x="236" y="90"/>
                    <a:pt x="236" y="90"/>
                  </a:cubicBezTo>
                  <a:cubicBezTo>
                    <a:pt x="236" y="115"/>
                    <a:pt x="226" y="137"/>
                    <a:pt x="209" y="153"/>
                  </a:cubicBezTo>
                  <a:cubicBezTo>
                    <a:pt x="193" y="170"/>
                    <a:pt x="170" y="180"/>
                    <a:pt x="146" y="180"/>
                  </a:cubicBezTo>
                  <a:cubicBezTo>
                    <a:pt x="81" y="180"/>
                    <a:pt x="81" y="180"/>
                    <a:pt x="81" y="180"/>
                  </a:cubicBezTo>
                  <a:cubicBezTo>
                    <a:pt x="56" y="180"/>
                    <a:pt x="33" y="170"/>
                    <a:pt x="17" y="153"/>
                  </a:cubicBezTo>
                  <a:cubicBezTo>
                    <a:pt x="10" y="146"/>
                    <a:pt x="4" y="138"/>
                    <a:pt x="0" y="128"/>
                  </a:cubicBezTo>
                  <a:cubicBezTo>
                    <a:pt x="49" y="128"/>
                    <a:pt x="49" y="128"/>
                    <a:pt x="49" y="128"/>
                  </a:cubicBezTo>
                  <a:cubicBezTo>
                    <a:pt x="58" y="135"/>
                    <a:pt x="69" y="140"/>
                    <a:pt x="81" y="140"/>
                  </a:cubicBezTo>
                  <a:cubicBezTo>
                    <a:pt x="146" y="140"/>
                    <a:pt x="146" y="140"/>
                    <a:pt x="146" y="140"/>
                  </a:cubicBezTo>
                  <a:cubicBezTo>
                    <a:pt x="159" y="140"/>
                    <a:pt x="172" y="134"/>
                    <a:pt x="181" y="125"/>
                  </a:cubicBezTo>
                  <a:cubicBezTo>
                    <a:pt x="190" y="116"/>
                    <a:pt x="196" y="104"/>
                    <a:pt x="196" y="90"/>
                  </a:cubicBezTo>
                  <a:cubicBezTo>
                    <a:pt x="196" y="90"/>
                    <a:pt x="196" y="90"/>
                    <a:pt x="196" y="90"/>
                  </a:cubicBezTo>
                  <a:cubicBezTo>
                    <a:pt x="196" y="76"/>
                    <a:pt x="190" y="64"/>
                    <a:pt x="181" y="55"/>
                  </a:cubicBezTo>
                  <a:cubicBezTo>
                    <a:pt x="172" y="46"/>
                    <a:pt x="159" y="40"/>
                    <a:pt x="146" y="40"/>
                  </a:cubicBezTo>
                  <a:cubicBezTo>
                    <a:pt x="81" y="40"/>
                    <a:pt x="81" y="40"/>
                    <a:pt x="81" y="40"/>
                  </a:cubicBezTo>
                  <a:cubicBezTo>
                    <a:pt x="69" y="40"/>
                    <a:pt x="58" y="44"/>
                    <a:pt x="49" y="51"/>
                  </a:cubicBezTo>
                  <a:cubicBezTo>
                    <a:pt x="0" y="51"/>
                    <a:pt x="0" y="51"/>
                    <a:pt x="0" y="51"/>
                  </a:cubicBezTo>
                  <a:cubicBezTo>
                    <a:pt x="4" y="42"/>
                    <a:pt x="10" y="34"/>
                    <a:pt x="17" y="26"/>
                  </a:cubicBezTo>
                  <a:cubicBezTo>
                    <a:pt x="33" y="10"/>
                    <a:pt x="56" y="0"/>
                    <a:pt x="81" y="0"/>
                  </a:cubicBezTo>
                  <a:close/>
                </a:path>
              </a:pathLst>
            </a:custGeom>
            <a:solidFill>
              <a:schemeClr val="accent4"/>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Freeform 20"/>
            <p:cNvSpPr/>
            <p:nvPr/>
          </p:nvSpPr>
          <p:spPr bwMode="auto">
            <a:xfrm>
              <a:off x="4434470" y="5148263"/>
              <a:ext cx="363538" cy="66675"/>
            </a:xfrm>
            <a:custGeom>
              <a:avLst/>
              <a:gdLst>
                <a:gd name="T0" fmla="*/ 19 w 199"/>
                <a:gd name="T1" fmla="*/ 0 h 37"/>
                <a:gd name="T2" fmla="*/ 181 w 199"/>
                <a:gd name="T3" fmla="*/ 0 h 37"/>
                <a:gd name="T4" fmla="*/ 199 w 199"/>
                <a:gd name="T5" fmla="*/ 19 h 37"/>
                <a:gd name="T6" fmla="*/ 199 w 199"/>
                <a:gd name="T7" fmla="*/ 19 h 37"/>
                <a:gd name="T8" fmla="*/ 181 w 199"/>
                <a:gd name="T9" fmla="*/ 37 h 37"/>
                <a:gd name="T10" fmla="*/ 19 w 199"/>
                <a:gd name="T11" fmla="*/ 37 h 37"/>
                <a:gd name="T12" fmla="*/ 0 w 199"/>
                <a:gd name="T13" fmla="*/ 19 h 37"/>
                <a:gd name="T14" fmla="*/ 0 w 199"/>
                <a:gd name="T15" fmla="*/ 19 h 37"/>
                <a:gd name="T16" fmla="*/ 19 w 19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 h="37">
                  <a:moveTo>
                    <a:pt x="19" y="0"/>
                  </a:moveTo>
                  <a:cubicBezTo>
                    <a:pt x="181" y="0"/>
                    <a:pt x="181" y="0"/>
                    <a:pt x="181" y="0"/>
                  </a:cubicBezTo>
                  <a:cubicBezTo>
                    <a:pt x="191" y="0"/>
                    <a:pt x="199" y="9"/>
                    <a:pt x="199" y="19"/>
                  </a:cubicBezTo>
                  <a:cubicBezTo>
                    <a:pt x="199" y="19"/>
                    <a:pt x="199" y="19"/>
                    <a:pt x="199" y="19"/>
                  </a:cubicBezTo>
                  <a:cubicBezTo>
                    <a:pt x="199" y="29"/>
                    <a:pt x="191" y="37"/>
                    <a:pt x="181" y="37"/>
                  </a:cubicBezTo>
                  <a:cubicBezTo>
                    <a:pt x="19" y="37"/>
                    <a:pt x="19" y="37"/>
                    <a:pt x="19" y="37"/>
                  </a:cubicBezTo>
                  <a:cubicBezTo>
                    <a:pt x="8" y="37"/>
                    <a:pt x="0" y="29"/>
                    <a:pt x="0" y="19"/>
                  </a:cubicBezTo>
                  <a:cubicBezTo>
                    <a:pt x="0" y="19"/>
                    <a:pt x="0" y="19"/>
                    <a:pt x="0" y="19"/>
                  </a:cubicBezTo>
                  <a:cubicBezTo>
                    <a:pt x="0" y="9"/>
                    <a:pt x="8" y="0"/>
                    <a:pt x="19" y="0"/>
                  </a:cubicBezTo>
                  <a:close/>
                </a:path>
              </a:pathLst>
            </a:custGeom>
            <a:solidFill>
              <a:schemeClr val="accent1"/>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4" name="Group 3"/>
          <p:cNvGrpSpPr/>
          <p:nvPr/>
        </p:nvGrpSpPr>
        <p:grpSpPr>
          <a:xfrm>
            <a:off x="4042533" y="1559874"/>
            <a:ext cx="4227497" cy="4050542"/>
            <a:chOff x="4042533" y="1559874"/>
            <a:chExt cx="4227497" cy="4050542"/>
          </a:xfrm>
        </p:grpSpPr>
        <p:sp>
          <p:nvSpPr>
            <p:cNvPr id="12" name="Freeform 10"/>
            <p:cNvSpPr/>
            <p:nvPr/>
          </p:nvSpPr>
          <p:spPr bwMode="auto">
            <a:xfrm>
              <a:off x="5679862" y="3673623"/>
              <a:ext cx="206125" cy="208069"/>
            </a:xfrm>
            <a:custGeom>
              <a:avLst/>
              <a:gdLst>
                <a:gd name="T0" fmla="*/ 80 w 81"/>
                <a:gd name="T1" fmla="*/ 38 h 81"/>
                <a:gd name="T2" fmla="*/ 43 w 81"/>
                <a:gd name="T3" fmla="*/ 80 h 81"/>
                <a:gd name="T4" fmla="*/ 1 w 81"/>
                <a:gd name="T5" fmla="*/ 43 h 81"/>
                <a:gd name="T6" fmla="*/ 38 w 81"/>
                <a:gd name="T7" fmla="*/ 1 h 81"/>
                <a:gd name="T8" fmla="*/ 80 w 81"/>
                <a:gd name="T9" fmla="*/ 38 h 81"/>
              </a:gdLst>
              <a:ahLst/>
              <a:cxnLst>
                <a:cxn ang="0">
                  <a:pos x="T0" y="T1"/>
                </a:cxn>
                <a:cxn ang="0">
                  <a:pos x="T2" y="T3"/>
                </a:cxn>
                <a:cxn ang="0">
                  <a:pos x="T4" y="T5"/>
                </a:cxn>
                <a:cxn ang="0">
                  <a:pos x="T6" y="T7"/>
                </a:cxn>
                <a:cxn ang="0">
                  <a:pos x="T8" y="T9"/>
                </a:cxn>
              </a:cxnLst>
              <a:rect l="0" t="0" r="r" b="b"/>
              <a:pathLst>
                <a:path w="81" h="81">
                  <a:moveTo>
                    <a:pt x="80" y="38"/>
                  </a:moveTo>
                  <a:cubicBezTo>
                    <a:pt x="81" y="59"/>
                    <a:pt x="65" y="78"/>
                    <a:pt x="43" y="80"/>
                  </a:cubicBezTo>
                  <a:cubicBezTo>
                    <a:pt x="21" y="81"/>
                    <a:pt x="3" y="65"/>
                    <a:pt x="1" y="43"/>
                  </a:cubicBezTo>
                  <a:cubicBezTo>
                    <a:pt x="0" y="21"/>
                    <a:pt x="16" y="3"/>
                    <a:pt x="38" y="1"/>
                  </a:cubicBezTo>
                  <a:cubicBezTo>
                    <a:pt x="59" y="0"/>
                    <a:pt x="78" y="16"/>
                    <a:pt x="80" y="38"/>
                  </a:cubicBez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Freeform 11"/>
            <p:cNvSpPr/>
            <p:nvPr/>
          </p:nvSpPr>
          <p:spPr bwMode="auto">
            <a:xfrm>
              <a:off x="6706595" y="2516603"/>
              <a:ext cx="210014" cy="208069"/>
            </a:xfrm>
            <a:custGeom>
              <a:avLst/>
              <a:gdLst>
                <a:gd name="T0" fmla="*/ 80 w 82"/>
                <a:gd name="T1" fmla="*/ 38 h 81"/>
                <a:gd name="T2" fmla="*/ 44 w 82"/>
                <a:gd name="T3" fmla="*/ 80 h 81"/>
                <a:gd name="T4" fmla="*/ 2 w 82"/>
                <a:gd name="T5" fmla="*/ 43 h 81"/>
                <a:gd name="T6" fmla="*/ 38 w 82"/>
                <a:gd name="T7" fmla="*/ 1 h 81"/>
                <a:gd name="T8" fmla="*/ 80 w 82"/>
                <a:gd name="T9" fmla="*/ 38 h 81"/>
              </a:gdLst>
              <a:ahLst/>
              <a:cxnLst>
                <a:cxn ang="0">
                  <a:pos x="T0" y="T1"/>
                </a:cxn>
                <a:cxn ang="0">
                  <a:pos x="T2" y="T3"/>
                </a:cxn>
                <a:cxn ang="0">
                  <a:pos x="T4" y="T5"/>
                </a:cxn>
                <a:cxn ang="0">
                  <a:pos x="T6" y="T7"/>
                </a:cxn>
                <a:cxn ang="0">
                  <a:pos x="T8" y="T9"/>
                </a:cxn>
              </a:cxnLst>
              <a:rect l="0" t="0" r="r" b="b"/>
              <a:pathLst>
                <a:path w="82" h="81">
                  <a:moveTo>
                    <a:pt x="80" y="38"/>
                  </a:moveTo>
                  <a:cubicBezTo>
                    <a:pt x="82" y="60"/>
                    <a:pt x="65" y="78"/>
                    <a:pt x="44" y="80"/>
                  </a:cubicBezTo>
                  <a:cubicBezTo>
                    <a:pt x="22" y="81"/>
                    <a:pt x="3" y="65"/>
                    <a:pt x="2" y="43"/>
                  </a:cubicBezTo>
                  <a:cubicBezTo>
                    <a:pt x="0" y="21"/>
                    <a:pt x="17" y="3"/>
                    <a:pt x="38" y="1"/>
                  </a:cubicBezTo>
                  <a:cubicBezTo>
                    <a:pt x="60" y="0"/>
                    <a:pt x="79" y="16"/>
                    <a:pt x="80" y="38"/>
                  </a:cubicBez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Freeform 15"/>
            <p:cNvSpPr/>
            <p:nvPr/>
          </p:nvSpPr>
          <p:spPr bwMode="auto">
            <a:xfrm>
              <a:off x="5162606" y="3533614"/>
              <a:ext cx="1055902" cy="1020900"/>
            </a:xfrm>
            <a:custGeom>
              <a:avLst/>
              <a:gdLst>
                <a:gd name="T0" fmla="*/ 99 w 414"/>
                <a:gd name="T1" fmla="*/ 388 h 400"/>
                <a:gd name="T2" fmla="*/ 11 w 414"/>
                <a:gd name="T3" fmla="*/ 298 h 400"/>
                <a:gd name="T4" fmla="*/ 12 w 414"/>
                <a:gd name="T5" fmla="*/ 257 h 400"/>
                <a:gd name="T6" fmla="*/ 274 w 414"/>
                <a:gd name="T7" fmla="*/ 10 h 400"/>
                <a:gd name="T8" fmla="*/ 314 w 414"/>
                <a:gd name="T9" fmla="*/ 11 h 400"/>
                <a:gd name="T10" fmla="*/ 403 w 414"/>
                <a:gd name="T11" fmla="*/ 102 h 400"/>
                <a:gd name="T12" fmla="*/ 402 w 414"/>
                <a:gd name="T13" fmla="*/ 143 h 400"/>
                <a:gd name="T14" fmla="*/ 139 w 414"/>
                <a:gd name="T15" fmla="*/ 389 h 400"/>
                <a:gd name="T16" fmla="*/ 99 w 414"/>
                <a:gd name="T17" fmla="*/ 388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4" h="400">
                  <a:moveTo>
                    <a:pt x="99" y="388"/>
                  </a:moveTo>
                  <a:cubicBezTo>
                    <a:pt x="11" y="298"/>
                    <a:pt x="11" y="298"/>
                    <a:pt x="11" y="298"/>
                  </a:cubicBezTo>
                  <a:cubicBezTo>
                    <a:pt x="0" y="286"/>
                    <a:pt x="0" y="268"/>
                    <a:pt x="12" y="257"/>
                  </a:cubicBezTo>
                  <a:cubicBezTo>
                    <a:pt x="274" y="10"/>
                    <a:pt x="274" y="10"/>
                    <a:pt x="274" y="10"/>
                  </a:cubicBezTo>
                  <a:cubicBezTo>
                    <a:pt x="285" y="0"/>
                    <a:pt x="304" y="0"/>
                    <a:pt x="314" y="11"/>
                  </a:cubicBezTo>
                  <a:cubicBezTo>
                    <a:pt x="403" y="102"/>
                    <a:pt x="403" y="102"/>
                    <a:pt x="403" y="102"/>
                  </a:cubicBezTo>
                  <a:cubicBezTo>
                    <a:pt x="414" y="114"/>
                    <a:pt x="413" y="132"/>
                    <a:pt x="402" y="143"/>
                  </a:cubicBezTo>
                  <a:cubicBezTo>
                    <a:pt x="139" y="389"/>
                    <a:pt x="139" y="389"/>
                    <a:pt x="139" y="389"/>
                  </a:cubicBezTo>
                  <a:cubicBezTo>
                    <a:pt x="128" y="400"/>
                    <a:pt x="110" y="400"/>
                    <a:pt x="99" y="388"/>
                  </a:cubicBezTo>
                  <a:close/>
                </a:path>
              </a:pathLst>
            </a:custGeom>
            <a:solidFill>
              <a:srgbClr val="535353"/>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Freeform 16"/>
            <p:cNvSpPr>
              <a:spLocks noEditPoints="1"/>
            </p:cNvSpPr>
            <p:nvPr/>
          </p:nvSpPr>
          <p:spPr bwMode="auto">
            <a:xfrm>
              <a:off x="5392065" y="1606544"/>
              <a:ext cx="2831296" cy="2782682"/>
            </a:xfrm>
            <a:custGeom>
              <a:avLst/>
              <a:gdLst>
                <a:gd name="T0" fmla="*/ 917 w 1109"/>
                <a:gd name="T1" fmla="*/ 204 h 1090"/>
                <a:gd name="T2" fmla="*/ 208 w 1109"/>
                <a:gd name="T3" fmla="*/ 188 h 1090"/>
                <a:gd name="T4" fmla="*/ 192 w 1109"/>
                <a:gd name="T5" fmla="*/ 886 h 1090"/>
                <a:gd name="T6" fmla="*/ 901 w 1109"/>
                <a:gd name="T7" fmla="*/ 902 h 1090"/>
                <a:gd name="T8" fmla="*/ 917 w 1109"/>
                <a:gd name="T9" fmla="*/ 204 h 1090"/>
                <a:gd name="T10" fmla="*/ 295 w 1109"/>
                <a:gd name="T11" fmla="*/ 789 h 1090"/>
                <a:gd name="T12" fmla="*/ 307 w 1109"/>
                <a:gd name="T13" fmla="*/ 290 h 1090"/>
                <a:gd name="T14" fmla="*/ 814 w 1109"/>
                <a:gd name="T15" fmla="*/ 302 h 1090"/>
                <a:gd name="T16" fmla="*/ 802 w 1109"/>
                <a:gd name="T17" fmla="*/ 800 h 1090"/>
                <a:gd name="T18" fmla="*/ 295 w 1109"/>
                <a:gd name="T19" fmla="*/ 789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9" h="1090">
                  <a:moveTo>
                    <a:pt x="917" y="204"/>
                  </a:moveTo>
                  <a:cubicBezTo>
                    <a:pt x="726" y="7"/>
                    <a:pt x="409" y="0"/>
                    <a:pt x="208" y="188"/>
                  </a:cubicBezTo>
                  <a:cubicBezTo>
                    <a:pt x="8" y="377"/>
                    <a:pt x="0" y="689"/>
                    <a:pt x="192" y="886"/>
                  </a:cubicBezTo>
                  <a:cubicBezTo>
                    <a:pt x="383" y="1083"/>
                    <a:pt x="700" y="1090"/>
                    <a:pt x="901" y="902"/>
                  </a:cubicBezTo>
                  <a:cubicBezTo>
                    <a:pt x="1101" y="714"/>
                    <a:pt x="1109" y="401"/>
                    <a:pt x="917" y="204"/>
                  </a:cubicBezTo>
                  <a:close/>
                  <a:moveTo>
                    <a:pt x="295" y="789"/>
                  </a:moveTo>
                  <a:cubicBezTo>
                    <a:pt x="159" y="648"/>
                    <a:pt x="164" y="425"/>
                    <a:pt x="307" y="290"/>
                  </a:cubicBezTo>
                  <a:cubicBezTo>
                    <a:pt x="450" y="156"/>
                    <a:pt x="677" y="161"/>
                    <a:pt x="814" y="302"/>
                  </a:cubicBezTo>
                  <a:cubicBezTo>
                    <a:pt x="950" y="443"/>
                    <a:pt x="945" y="666"/>
                    <a:pt x="802" y="800"/>
                  </a:cubicBezTo>
                  <a:cubicBezTo>
                    <a:pt x="659" y="935"/>
                    <a:pt x="432" y="929"/>
                    <a:pt x="295" y="789"/>
                  </a:cubicBezTo>
                  <a:close/>
                </a:path>
              </a:pathLst>
            </a:custGeom>
            <a:solidFill>
              <a:srgbClr val="ADAD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Freeform 17"/>
            <p:cNvSpPr/>
            <p:nvPr/>
          </p:nvSpPr>
          <p:spPr bwMode="auto">
            <a:xfrm>
              <a:off x="4371165" y="4256994"/>
              <a:ext cx="1069514" cy="1046179"/>
            </a:xfrm>
            <a:custGeom>
              <a:avLst/>
              <a:gdLst>
                <a:gd name="T0" fmla="*/ 250 w 550"/>
                <a:gd name="T1" fmla="*/ 538 h 538"/>
                <a:gd name="T2" fmla="*/ 0 w 550"/>
                <a:gd name="T3" fmla="*/ 281 h 538"/>
                <a:gd name="T4" fmla="*/ 300 w 550"/>
                <a:gd name="T5" fmla="*/ 0 h 538"/>
                <a:gd name="T6" fmla="*/ 550 w 550"/>
                <a:gd name="T7" fmla="*/ 257 h 538"/>
                <a:gd name="T8" fmla="*/ 250 w 550"/>
                <a:gd name="T9" fmla="*/ 538 h 538"/>
              </a:gdLst>
              <a:ahLst/>
              <a:cxnLst>
                <a:cxn ang="0">
                  <a:pos x="T0" y="T1"/>
                </a:cxn>
                <a:cxn ang="0">
                  <a:pos x="T2" y="T3"/>
                </a:cxn>
                <a:cxn ang="0">
                  <a:pos x="T4" y="T5"/>
                </a:cxn>
                <a:cxn ang="0">
                  <a:pos x="T6" y="T7"/>
                </a:cxn>
                <a:cxn ang="0">
                  <a:pos x="T8" y="T9"/>
                </a:cxn>
              </a:cxnLst>
              <a:rect l="0" t="0" r="r" b="b"/>
              <a:pathLst>
                <a:path w="550" h="538">
                  <a:moveTo>
                    <a:pt x="250" y="538"/>
                  </a:moveTo>
                  <a:lnTo>
                    <a:pt x="0" y="281"/>
                  </a:lnTo>
                  <a:lnTo>
                    <a:pt x="300" y="0"/>
                  </a:lnTo>
                  <a:lnTo>
                    <a:pt x="550" y="257"/>
                  </a:lnTo>
                  <a:lnTo>
                    <a:pt x="250" y="538"/>
                  </a:lnTo>
                  <a:close/>
                </a:path>
              </a:pathLst>
            </a:custGeom>
            <a:solidFill>
              <a:srgbClr val="53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Freeform 18"/>
            <p:cNvSpPr/>
            <p:nvPr/>
          </p:nvSpPr>
          <p:spPr bwMode="auto">
            <a:xfrm>
              <a:off x="4042533" y="4803419"/>
              <a:ext cx="814775" cy="806997"/>
            </a:xfrm>
            <a:custGeom>
              <a:avLst/>
              <a:gdLst>
                <a:gd name="T0" fmla="*/ 14 w 319"/>
                <a:gd name="T1" fmla="*/ 108 h 316"/>
                <a:gd name="T2" fmla="*/ 13 w 319"/>
                <a:gd name="T3" fmla="*/ 154 h 316"/>
                <a:gd name="T4" fmla="*/ 158 w 319"/>
                <a:gd name="T5" fmla="*/ 303 h 316"/>
                <a:gd name="T6" fmla="*/ 204 w 319"/>
                <a:gd name="T7" fmla="*/ 304 h 316"/>
                <a:gd name="T8" fmla="*/ 319 w 319"/>
                <a:gd name="T9" fmla="*/ 196 h 316"/>
                <a:gd name="T10" fmla="*/ 128 w 319"/>
                <a:gd name="T11" fmla="*/ 0 h 316"/>
                <a:gd name="T12" fmla="*/ 14 w 319"/>
                <a:gd name="T13" fmla="*/ 108 h 316"/>
              </a:gdLst>
              <a:ahLst/>
              <a:cxnLst>
                <a:cxn ang="0">
                  <a:pos x="T0" y="T1"/>
                </a:cxn>
                <a:cxn ang="0">
                  <a:pos x="T2" y="T3"/>
                </a:cxn>
                <a:cxn ang="0">
                  <a:pos x="T4" y="T5"/>
                </a:cxn>
                <a:cxn ang="0">
                  <a:pos x="T6" y="T7"/>
                </a:cxn>
                <a:cxn ang="0">
                  <a:pos x="T8" y="T9"/>
                </a:cxn>
                <a:cxn ang="0">
                  <a:pos x="T10" y="T11"/>
                </a:cxn>
                <a:cxn ang="0">
                  <a:pos x="T12" y="T13"/>
                </a:cxn>
              </a:cxnLst>
              <a:rect l="0" t="0" r="r" b="b"/>
              <a:pathLst>
                <a:path w="319" h="316">
                  <a:moveTo>
                    <a:pt x="14" y="108"/>
                  </a:moveTo>
                  <a:cubicBezTo>
                    <a:pt x="1" y="120"/>
                    <a:pt x="0" y="141"/>
                    <a:pt x="13" y="154"/>
                  </a:cubicBezTo>
                  <a:cubicBezTo>
                    <a:pt x="158" y="303"/>
                    <a:pt x="158" y="303"/>
                    <a:pt x="158" y="303"/>
                  </a:cubicBezTo>
                  <a:cubicBezTo>
                    <a:pt x="170" y="316"/>
                    <a:pt x="191" y="316"/>
                    <a:pt x="204" y="304"/>
                  </a:cubicBezTo>
                  <a:cubicBezTo>
                    <a:pt x="319" y="196"/>
                    <a:pt x="319" y="196"/>
                    <a:pt x="319" y="196"/>
                  </a:cubicBezTo>
                  <a:cubicBezTo>
                    <a:pt x="128" y="0"/>
                    <a:pt x="128" y="0"/>
                    <a:pt x="128" y="0"/>
                  </a:cubicBezTo>
                  <a:lnTo>
                    <a:pt x="14" y="10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 name="Freeform 19"/>
            <p:cNvSpPr/>
            <p:nvPr/>
          </p:nvSpPr>
          <p:spPr bwMode="auto">
            <a:xfrm>
              <a:off x="4954537" y="3955586"/>
              <a:ext cx="806997" cy="801163"/>
            </a:xfrm>
            <a:custGeom>
              <a:avLst/>
              <a:gdLst>
                <a:gd name="T0" fmla="*/ 303 w 316"/>
                <a:gd name="T1" fmla="*/ 163 h 314"/>
                <a:gd name="T2" fmla="*/ 158 w 316"/>
                <a:gd name="T3" fmla="*/ 13 h 314"/>
                <a:gd name="T4" fmla="*/ 112 w 316"/>
                <a:gd name="T5" fmla="*/ 12 h 314"/>
                <a:gd name="T6" fmla="*/ 0 w 316"/>
                <a:gd name="T7" fmla="*/ 118 h 314"/>
                <a:gd name="T8" fmla="*/ 190 w 316"/>
                <a:gd name="T9" fmla="*/ 314 h 314"/>
                <a:gd name="T10" fmla="*/ 302 w 316"/>
                <a:gd name="T11" fmla="*/ 208 h 314"/>
                <a:gd name="T12" fmla="*/ 303 w 316"/>
                <a:gd name="T13" fmla="*/ 163 h 314"/>
              </a:gdLst>
              <a:ahLst/>
              <a:cxnLst>
                <a:cxn ang="0">
                  <a:pos x="T0" y="T1"/>
                </a:cxn>
                <a:cxn ang="0">
                  <a:pos x="T2" y="T3"/>
                </a:cxn>
                <a:cxn ang="0">
                  <a:pos x="T4" y="T5"/>
                </a:cxn>
                <a:cxn ang="0">
                  <a:pos x="T6" y="T7"/>
                </a:cxn>
                <a:cxn ang="0">
                  <a:pos x="T8" y="T9"/>
                </a:cxn>
                <a:cxn ang="0">
                  <a:pos x="T10" y="T11"/>
                </a:cxn>
                <a:cxn ang="0">
                  <a:pos x="T12" y="T13"/>
                </a:cxn>
              </a:cxnLst>
              <a:rect l="0" t="0" r="r" b="b"/>
              <a:pathLst>
                <a:path w="316" h="314">
                  <a:moveTo>
                    <a:pt x="303" y="163"/>
                  </a:moveTo>
                  <a:cubicBezTo>
                    <a:pt x="158" y="13"/>
                    <a:pt x="158" y="13"/>
                    <a:pt x="158" y="13"/>
                  </a:cubicBezTo>
                  <a:cubicBezTo>
                    <a:pt x="146" y="1"/>
                    <a:pt x="125" y="0"/>
                    <a:pt x="112" y="12"/>
                  </a:cubicBezTo>
                  <a:cubicBezTo>
                    <a:pt x="0" y="118"/>
                    <a:pt x="0" y="118"/>
                    <a:pt x="0" y="118"/>
                  </a:cubicBezTo>
                  <a:cubicBezTo>
                    <a:pt x="190" y="314"/>
                    <a:pt x="190" y="314"/>
                    <a:pt x="190" y="314"/>
                  </a:cubicBezTo>
                  <a:cubicBezTo>
                    <a:pt x="302" y="208"/>
                    <a:pt x="302" y="208"/>
                    <a:pt x="302" y="208"/>
                  </a:cubicBezTo>
                  <a:cubicBezTo>
                    <a:pt x="315" y="196"/>
                    <a:pt x="316" y="176"/>
                    <a:pt x="303" y="163"/>
                  </a:cubicBez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 name="Freeform 20"/>
            <p:cNvSpPr/>
            <p:nvPr/>
          </p:nvSpPr>
          <p:spPr bwMode="auto">
            <a:xfrm>
              <a:off x="4942869" y="4256994"/>
              <a:ext cx="497810" cy="509478"/>
            </a:xfrm>
            <a:custGeom>
              <a:avLst/>
              <a:gdLst>
                <a:gd name="T0" fmla="*/ 250 w 256"/>
                <a:gd name="T1" fmla="*/ 262 h 262"/>
                <a:gd name="T2" fmla="*/ 0 w 256"/>
                <a:gd name="T3" fmla="*/ 5 h 262"/>
                <a:gd name="T4" fmla="*/ 6 w 256"/>
                <a:gd name="T5" fmla="*/ 0 h 262"/>
                <a:gd name="T6" fmla="*/ 256 w 256"/>
                <a:gd name="T7" fmla="*/ 257 h 262"/>
                <a:gd name="T8" fmla="*/ 250 w 256"/>
                <a:gd name="T9" fmla="*/ 262 h 262"/>
              </a:gdLst>
              <a:ahLst/>
              <a:cxnLst>
                <a:cxn ang="0">
                  <a:pos x="T0" y="T1"/>
                </a:cxn>
                <a:cxn ang="0">
                  <a:pos x="T2" y="T3"/>
                </a:cxn>
                <a:cxn ang="0">
                  <a:pos x="T4" y="T5"/>
                </a:cxn>
                <a:cxn ang="0">
                  <a:pos x="T6" y="T7"/>
                </a:cxn>
                <a:cxn ang="0">
                  <a:pos x="T8" y="T9"/>
                </a:cxn>
              </a:cxnLst>
              <a:rect l="0" t="0" r="r" b="b"/>
              <a:pathLst>
                <a:path w="256" h="262">
                  <a:moveTo>
                    <a:pt x="250" y="262"/>
                  </a:moveTo>
                  <a:lnTo>
                    <a:pt x="0" y="5"/>
                  </a:lnTo>
                  <a:lnTo>
                    <a:pt x="6" y="0"/>
                  </a:lnTo>
                  <a:lnTo>
                    <a:pt x="256" y="257"/>
                  </a:lnTo>
                  <a:lnTo>
                    <a:pt x="250" y="262"/>
                  </a:lnTo>
                  <a:close/>
                </a:path>
              </a:pathLst>
            </a:custGeom>
            <a:solidFill>
              <a:srgbClr val="84848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 name="Freeform 21"/>
            <p:cNvSpPr/>
            <p:nvPr/>
          </p:nvSpPr>
          <p:spPr bwMode="auto">
            <a:xfrm>
              <a:off x="4367276" y="4797585"/>
              <a:ext cx="497810" cy="507533"/>
            </a:xfrm>
            <a:custGeom>
              <a:avLst/>
              <a:gdLst>
                <a:gd name="T0" fmla="*/ 250 w 256"/>
                <a:gd name="T1" fmla="*/ 261 h 261"/>
                <a:gd name="T2" fmla="*/ 0 w 256"/>
                <a:gd name="T3" fmla="*/ 4 h 261"/>
                <a:gd name="T4" fmla="*/ 5 w 256"/>
                <a:gd name="T5" fmla="*/ 0 h 261"/>
                <a:gd name="T6" fmla="*/ 256 w 256"/>
                <a:gd name="T7" fmla="*/ 256 h 261"/>
                <a:gd name="T8" fmla="*/ 250 w 256"/>
                <a:gd name="T9" fmla="*/ 261 h 261"/>
              </a:gdLst>
              <a:ahLst/>
              <a:cxnLst>
                <a:cxn ang="0">
                  <a:pos x="T0" y="T1"/>
                </a:cxn>
                <a:cxn ang="0">
                  <a:pos x="T2" y="T3"/>
                </a:cxn>
                <a:cxn ang="0">
                  <a:pos x="T4" y="T5"/>
                </a:cxn>
                <a:cxn ang="0">
                  <a:pos x="T6" y="T7"/>
                </a:cxn>
                <a:cxn ang="0">
                  <a:pos x="T8" y="T9"/>
                </a:cxn>
              </a:cxnLst>
              <a:rect l="0" t="0" r="r" b="b"/>
              <a:pathLst>
                <a:path w="256" h="261">
                  <a:moveTo>
                    <a:pt x="250" y="261"/>
                  </a:moveTo>
                  <a:lnTo>
                    <a:pt x="0" y="4"/>
                  </a:lnTo>
                  <a:lnTo>
                    <a:pt x="5" y="0"/>
                  </a:lnTo>
                  <a:lnTo>
                    <a:pt x="256" y="256"/>
                  </a:lnTo>
                  <a:lnTo>
                    <a:pt x="250" y="261"/>
                  </a:lnTo>
                  <a:close/>
                </a:path>
              </a:pathLst>
            </a:custGeom>
            <a:solidFill>
              <a:srgbClr val="84848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Freeform 22"/>
            <p:cNvSpPr>
              <a:spLocks noEditPoints="1"/>
            </p:cNvSpPr>
            <p:nvPr/>
          </p:nvSpPr>
          <p:spPr bwMode="auto">
            <a:xfrm>
              <a:off x="5436790" y="1559874"/>
              <a:ext cx="2833240" cy="2782682"/>
            </a:xfrm>
            <a:custGeom>
              <a:avLst/>
              <a:gdLst>
                <a:gd name="T0" fmla="*/ 918 w 1109"/>
                <a:gd name="T1" fmla="*/ 204 h 1090"/>
                <a:gd name="T2" fmla="*/ 208 w 1109"/>
                <a:gd name="T3" fmla="*/ 188 h 1090"/>
                <a:gd name="T4" fmla="*/ 192 w 1109"/>
                <a:gd name="T5" fmla="*/ 886 h 1090"/>
                <a:gd name="T6" fmla="*/ 901 w 1109"/>
                <a:gd name="T7" fmla="*/ 902 h 1090"/>
                <a:gd name="T8" fmla="*/ 918 w 1109"/>
                <a:gd name="T9" fmla="*/ 204 h 1090"/>
                <a:gd name="T10" fmla="*/ 450 w 1109"/>
                <a:gd name="T11" fmla="*/ 938 h 1090"/>
                <a:gd name="T12" fmla="*/ 162 w 1109"/>
                <a:gd name="T13" fmla="*/ 440 h 1090"/>
                <a:gd name="T14" fmla="*/ 660 w 1109"/>
                <a:gd name="T15" fmla="*/ 152 h 1090"/>
                <a:gd name="T16" fmla="*/ 948 w 1109"/>
                <a:gd name="T17" fmla="*/ 650 h 1090"/>
                <a:gd name="T18" fmla="*/ 450 w 1109"/>
                <a:gd name="T19" fmla="*/ 938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9" h="1090">
                  <a:moveTo>
                    <a:pt x="918" y="204"/>
                  </a:moveTo>
                  <a:cubicBezTo>
                    <a:pt x="726" y="7"/>
                    <a:pt x="409" y="0"/>
                    <a:pt x="208" y="188"/>
                  </a:cubicBezTo>
                  <a:cubicBezTo>
                    <a:pt x="8" y="376"/>
                    <a:pt x="0" y="688"/>
                    <a:pt x="192" y="886"/>
                  </a:cubicBezTo>
                  <a:cubicBezTo>
                    <a:pt x="383" y="1083"/>
                    <a:pt x="701" y="1090"/>
                    <a:pt x="901" y="902"/>
                  </a:cubicBezTo>
                  <a:cubicBezTo>
                    <a:pt x="1101" y="713"/>
                    <a:pt x="1109" y="401"/>
                    <a:pt x="918" y="204"/>
                  </a:cubicBezTo>
                  <a:close/>
                  <a:moveTo>
                    <a:pt x="450" y="938"/>
                  </a:moveTo>
                  <a:cubicBezTo>
                    <a:pt x="233" y="880"/>
                    <a:pt x="104" y="657"/>
                    <a:pt x="162" y="440"/>
                  </a:cubicBezTo>
                  <a:cubicBezTo>
                    <a:pt x="220" y="223"/>
                    <a:pt x="443" y="94"/>
                    <a:pt x="660" y="152"/>
                  </a:cubicBezTo>
                  <a:cubicBezTo>
                    <a:pt x="877" y="210"/>
                    <a:pt x="1006" y="433"/>
                    <a:pt x="948" y="650"/>
                  </a:cubicBezTo>
                  <a:cubicBezTo>
                    <a:pt x="890" y="867"/>
                    <a:pt x="667" y="996"/>
                    <a:pt x="450" y="938"/>
                  </a:cubicBezTo>
                  <a:close/>
                </a:path>
              </a:pathLst>
            </a:custGeom>
            <a:solidFill>
              <a:srgbClr val="53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Freeform 23"/>
            <p:cNvSpPr>
              <a:spLocks noEditPoints="1"/>
            </p:cNvSpPr>
            <p:nvPr/>
          </p:nvSpPr>
          <p:spPr bwMode="auto">
            <a:xfrm>
              <a:off x="5679862" y="1797112"/>
              <a:ext cx="2347097" cy="2308206"/>
            </a:xfrm>
            <a:custGeom>
              <a:avLst/>
              <a:gdLst>
                <a:gd name="T0" fmla="*/ 159 w 919"/>
                <a:gd name="T1" fmla="*/ 734 h 904"/>
                <a:gd name="T2" fmla="*/ 172 w 919"/>
                <a:gd name="T3" fmla="*/ 156 h 904"/>
                <a:gd name="T4" fmla="*/ 761 w 919"/>
                <a:gd name="T5" fmla="*/ 169 h 904"/>
                <a:gd name="T6" fmla="*/ 747 w 919"/>
                <a:gd name="T7" fmla="*/ 748 h 904"/>
                <a:gd name="T8" fmla="*/ 159 w 919"/>
                <a:gd name="T9" fmla="*/ 734 h 904"/>
                <a:gd name="T10" fmla="*/ 746 w 919"/>
                <a:gd name="T11" fmla="*/ 182 h 904"/>
                <a:gd name="T12" fmla="*/ 186 w 919"/>
                <a:gd name="T13" fmla="*/ 170 h 904"/>
                <a:gd name="T14" fmla="*/ 173 w 919"/>
                <a:gd name="T15" fmla="*/ 721 h 904"/>
                <a:gd name="T16" fmla="*/ 733 w 919"/>
                <a:gd name="T17" fmla="*/ 734 h 904"/>
                <a:gd name="T18" fmla="*/ 746 w 919"/>
                <a:gd name="T19" fmla="*/ 182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9" h="904">
                  <a:moveTo>
                    <a:pt x="159" y="734"/>
                  </a:moveTo>
                  <a:cubicBezTo>
                    <a:pt x="0" y="571"/>
                    <a:pt x="6" y="312"/>
                    <a:pt x="172" y="156"/>
                  </a:cubicBezTo>
                  <a:cubicBezTo>
                    <a:pt x="338" y="0"/>
                    <a:pt x="602" y="6"/>
                    <a:pt x="761" y="169"/>
                  </a:cubicBezTo>
                  <a:cubicBezTo>
                    <a:pt x="919" y="332"/>
                    <a:pt x="913" y="592"/>
                    <a:pt x="747" y="748"/>
                  </a:cubicBezTo>
                  <a:cubicBezTo>
                    <a:pt x="581" y="904"/>
                    <a:pt x="317" y="898"/>
                    <a:pt x="159" y="734"/>
                  </a:cubicBezTo>
                  <a:close/>
                  <a:moveTo>
                    <a:pt x="746" y="182"/>
                  </a:moveTo>
                  <a:cubicBezTo>
                    <a:pt x="595" y="27"/>
                    <a:pt x="344" y="21"/>
                    <a:pt x="186" y="170"/>
                  </a:cubicBezTo>
                  <a:cubicBezTo>
                    <a:pt x="28" y="318"/>
                    <a:pt x="22" y="566"/>
                    <a:pt x="173" y="721"/>
                  </a:cubicBezTo>
                  <a:cubicBezTo>
                    <a:pt x="324" y="877"/>
                    <a:pt x="575" y="882"/>
                    <a:pt x="733" y="734"/>
                  </a:cubicBezTo>
                  <a:cubicBezTo>
                    <a:pt x="892" y="585"/>
                    <a:pt x="897" y="338"/>
                    <a:pt x="746" y="182"/>
                  </a:cubicBez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Freeform 24"/>
            <p:cNvSpPr/>
            <p:nvPr/>
          </p:nvSpPr>
          <p:spPr bwMode="auto">
            <a:xfrm>
              <a:off x="6251566" y="2349370"/>
              <a:ext cx="1205634" cy="1205634"/>
            </a:xfrm>
            <a:custGeom>
              <a:avLst/>
              <a:gdLst>
                <a:gd name="T0" fmla="*/ 181 w 472"/>
                <a:gd name="T1" fmla="*/ 441 h 472"/>
                <a:gd name="T2" fmla="*/ 30 w 472"/>
                <a:gd name="T3" fmla="*/ 181 h 472"/>
                <a:gd name="T4" fmla="*/ 291 w 472"/>
                <a:gd name="T5" fmla="*/ 30 h 472"/>
                <a:gd name="T6" fmla="*/ 441 w 472"/>
                <a:gd name="T7" fmla="*/ 291 h 472"/>
                <a:gd name="T8" fmla="*/ 181 w 472"/>
                <a:gd name="T9" fmla="*/ 441 h 472"/>
              </a:gdLst>
              <a:ahLst/>
              <a:cxnLst>
                <a:cxn ang="0">
                  <a:pos x="T0" y="T1"/>
                </a:cxn>
                <a:cxn ang="0">
                  <a:pos x="T2" y="T3"/>
                </a:cxn>
                <a:cxn ang="0">
                  <a:pos x="T4" y="T5"/>
                </a:cxn>
                <a:cxn ang="0">
                  <a:pos x="T6" y="T7"/>
                </a:cxn>
                <a:cxn ang="0">
                  <a:pos x="T8" y="T9"/>
                </a:cxn>
              </a:cxnLst>
              <a:rect l="0" t="0" r="r" b="b"/>
              <a:pathLst>
                <a:path w="472" h="472">
                  <a:moveTo>
                    <a:pt x="181" y="441"/>
                  </a:moveTo>
                  <a:cubicBezTo>
                    <a:pt x="67" y="411"/>
                    <a:pt x="0" y="294"/>
                    <a:pt x="30" y="181"/>
                  </a:cubicBezTo>
                  <a:cubicBezTo>
                    <a:pt x="60" y="67"/>
                    <a:pt x="177" y="0"/>
                    <a:pt x="291" y="30"/>
                  </a:cubicBezTo>
                  <a:cubicBezTo>
                    <a:pt x="404" y="60"/>
                    <a:pt x="472" y="177"/>
                    <a:pt x="441" y="291"/>
                  </a:cubicBezTo>
                  <a:cubicBezTo>
                    <a:pt x="411" y="404"/>
                    <a:pt x="294" y="472"/>
                    <a:pt x="181" y="441"/>
                  </a:cubicBez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39" name="Group 38"/>
            <p:cNvGrpSpPr/>
            <p:nvPr/>
          </p:nvGrpSpPr>
          <p:grpSpPr>
            <a:xfrm>
              <a:off x="6728092" y="2690477"/>
              <a:ext cx="250636" cy="535771"/>
              <a:chOff x="7907338" y="3190875"/>
              <a:chExt cx="392113" cy="838199"/>
            </a:xfrm>
            <a:solidFill>
              <a:schemeClr val="accent2"/>
            </a:solidFill>
          </p:grpSpPr>
          <p:sp>
            <p:nvSpPr>
              <p:cNvPr id="40" name="Oval 30"/>
              <p:cNvSpPr>
                <a:spLocks noChangeArrowheads="1"/>
              </p:cNvSpPr>
              <p:nvPr/>
            </p:nvSpPr>
            <p:spPr bwMode="auto">
              <a:xfrm>
                <a:off x="7907338" y="3190875"/>
                <a:ext cx="392113" cy="3921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 name="Freeform 31"/>
              <p:cNvSpPr/>
              <p:nvPr/>
            </p:nvSpPr>
            <p:spPr bwMode="auto">
              <a:xfrm>
                <a:off x="8042275" y="3544887"/>
                <a:ext cx="122238" cy="484187"/>
              </a:xfrm>
              <a:custGeom>
                <a:avLst/>
                <a:gdLst>
                  <a:gd name="T0" fmla="*/ 67 w 67"/>
                  <a:gd name="T1" fmla="*/ 0 h 266"/>
                  <a:gd name="T2" fmla="*/ 67 w 67"/>
                  <a:gd name="T3" fmla="*/ 233 h 266"/>
                  <a:gd name="T4" fmla="*/ 34 w 67"/>
                  <a:gd name="T5" fmla="*/ 266 h 266"/>
                  <a:gd name="T6" fmla="*/ 34 w 67"/>
                  <a:gd name="T7" fmla="*/ 266 h 266"/>
                  <a:gd name="T8" fmla="*/ 0 w 67"/>
                  <a:gd name="T9" fmla="*/ 233 h 266"/>
                  <a:gd name="T10" fmla="*/ 0 w 67"/>
                  <a:gd name="T11" fmla="*/ 0 h 266"/>
                  <a:gd name="T12" fmla="*/ 67 w 67"/>
                  <a:gd name="T13" fmla="*/ 0 h 266"/>
                </a:gdLst>
                <a:ahLst/>
                <a:cxnLst>
                  <a:cxn ang="0">
                    <a:pos x="T0" y="T1"/>
                  </a:cxn>
                  <a:cxn ang="0">
                    <a:pos x="T2" y="T3"/>
                  </a:cxn>
                  <a:cxn ang="0">
                    <a:pos x="T4" y="T5"/>
                  </a:cxn>
                  <a:cxn ang="0">
                    <a:pos x="T6" y="T7"/>
                  </a:cxn>
                  <a:cxn ang="0">
                    <a:pos x="T8" y="T9"/>
                  </a:cxn>
                  <a:cxn ang="0">
                    <a:pos x="T10" y="T11"/>
                  </a:cxn>
                  <a:cxn ang="0">
                    <a:pos x="T12" y="T13"/>
                  </a:cxn>
                </a:cxnLst>
                <a:rect l="0" t="0" r="r" b="b"/>
                <a:pathLst>
                  <a:path w="67" h="266">
                    <a:moveTo>
                      <a:pt x="67" y="0"/>
                    </a:moveTo>
                    <a:cubicBezTo>
                      <a:pt x="67" y="233"/>
                      <a:pt x="67" y="233"/>
                      <a:pt x="67" y="233"/>
                    </a:cubicBezTo>
                    <a:cubicBezTo>
                      <a:pt x="67" y="251"/>
                      <a:pt x="52" y="266"/>
                      <a:pt x="34" y="266"/>
                    </a:cubicBezTo>
                    <a:cubicBezTo>
                      <a:pt x="34" y="266"/>
                      <a:pt x="34" y="266"/>
                      <a:pt x="34" y="266"/>
                    </a:cubicBezTo>
                    <a:cubicBezTo>
                      <a:pt x="15" y="266"/>
                      <a:pt x="0" y="251"/>
                      <a:pt x="0" y="233"/>
                    </a:cubicBezTo>
                    <a:cubicBezTo>
                      <a:pt x="0" y="0"/>
                      <a:pt x="0" y="0"/>
                      <a:pt x="0" y="0"/>
                    </a:cubicBezTo>
                    <a:lnTo>
                      <a:pt x="6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Oval 32"/>
              <p:cNvSpPr>
                <a:spLocks noChangeArrowheads="1"/>
              </p:cNvSpPr>
              <p:nvPr/>
            </p:nvSpPr>
            <p:spPr bwMode="auto">
              <a:xfrm>
                <a:off x="7993063" y="3278187"/>
                <a:ext cx="220663" cy="219075"/>
              </a:xfrm>
              <a:prstGeom prst="ellipse">
                <a:avLst/>
              </a:pr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 name="Freeform 33"/>
              <p:cNvSpPr/>
              <p:nvPr/>
            </p:nvSpPr>
            <p:spPr bwMode="auto">
              <a:xfrm>
                <a:off x="8093075" y="3825875"/>
                <a:ext cx="168275" cy="122237"/>
              </a:xfrm>
              <a:custGeom>
                <a:avLst/>
                <a:gdLst>
                  <a:gd name="T0" fmla="*/ 20 w 92"/>
                  <a:gd name="T1" fmla="*/ 0 h 67"/>
                  <a:gd name="T2" fmla="*/ 71 w 92"/>
                  <a:gd name="T3" fmla="*/ 0 h 67"/>
                  <a:gd name="T4" fmla="*/ 92 w 92"/>
                  <a:gd name="T5" fmla="*/ 21 h 67"/>
                  <a:gd name="T6" fmla="*/ 92 w 92"/>
                  <a:gd name="T7" fmla="*/ 46 h 67"/>
                  <a:gd name="T8" fmla="*/ 71 w 92"/>
                  <a:gd name="T9" fmla="*/ 67 h 67"/>
                  <a:gd name="T10" fmla="*/ 20 w 92"/>
                  <a:gd name="T11" fmla="*/ 67 h 67"/>
                  <a:gd name="T12" fmla="*/ 0 w 92"/>
                  <a:gd name="T13" fmla="*/ 46 h 67"/>
                  <a:gd name="T14" fmla="*/ 0 w 92"/>
                  <a:gd name="T15" fmla="*/ 21 h 67"/>
                  <a:gd name="T16" fmla="*/ 20 w 92"/>
                  <a:gd name="T17"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67">
                    <a:moveTo>
                      <a:pt x="20" y="0"/>
                    </a:moveTo>
                    <a:cubicBezTo>
                      <a:pt x="71" y="0"/>
                      <a:pt x="71" y="0"/>
                      <a:pt x="71" y="0"/>
                    </a:cubicBezTo>
                    <a:cubicBezTo>
                      <a:pt x="83" y="0"/>
                      <a:pt x="92" y="10"/>
                      <a:pt x="92" y="21"/>
                    </a:cubicBezTo>
                    <a:cubicBezTo>
                      <a:pt x="92" y="46"/>
                      <a:pt x="92" y="46"/>
                      <a:pt x="92" y="46"/>
                    </a:cubicBezTo>
                    <a:cubicBezTo>
                      <a:pt x="92" y="57"/>
                      <a:pt x="83" y="67"/>
                      <a:pt x="71" y="67"/>
                    </a:cubicBezTo>
                    <a:cubicBezTo>
                      <a:pt x="20" y="67"/>
                      <a:pt x="20" y="67"/>
                      <a:pt x="20" y="67"/>
                    </a:cubicBezTo>
                    <a:cubicBezTo>
                      <a:pt x="9" y="67"/>
                      <a:pt x="0" y="57"/>
                      <a:pt x="0" y="46"/>
                    </a:cubicBezTo>
                    <a:cubicBezTo>
                      <a:pt x="0" y="21"/>
                      <a:pt x="0" y="21"/>
                      <a:pt x="0" y="21"/>
                    </a:cubicBezTo>
                    <a:cubicBezTo>
                      <a:pt x="0" y="10"/>
                      <a:pt x="9"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 name="Freeform 34"/>
              <p:cNvSpPr/>
              <p:nvPr/>
            </p:nvSpPr>
            <p:spPr bwMode="auto">
              <a:xfrm>
                <a:off x="8093075" y="3684587"/>
                <a:ext cx="168275" cy="120650"/>
              </a:xfrm>
              <a:custGeom>
                <a:avLst/>
                <a:gdLst>
                  <a:gd name="T0" fmla="*/ 20 w 92"/>
                  <a:gd name="T1" fmla="*/ 0 h 66"/>
                  <a:gd name="T2" fmla="*/ 71 w 92"/>
                  <a:gd name="T3" fmla="*/ 0 h 66"/>
                  <a:gd name="T4" fmla="*/ 92 w 92"/>
                  <a:gd name="T5" fmla="*/ 20 h 66"/>
                  <a:gd name="T6" fmla="*/ 92 w 92"/>
                  <a:gd name="T7" fmla="*/ 46 h 66"/>
                  <a:gd name="T8" fmla="*/ 71 w 92"/>
                  <a:gd name="T9" fmla="*/ 66 h 66"/>
                  <a:gd name="T10" fmla="*/ 20 w 92"/>
                  <a:gd name="T11" fmla="*/ 66 h 66"/>
                  <a:gd name="T12" fmla="*/ 0 w 92"/>
                  <a:gd name="T13" fmla="*/ 46 h 66"/>
                  <a:gd name="T14" fmla="*/ 0 w 92"/>
                  <a:gd name="T15" fmla="*/ 20 h 66"/>
                  <a:gd name="T16" fmla="*/ 20 w 92"/>
                  <a:gd name="T1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66">
                    <a:moveTo>
                      <a:pt x="20" y="0"/>
                    </a:moveTo>
                    <a:cubicBezTo>
                      <a:pt x="71" y="0"/>
                      <a:pt x="71" y="0"/>
                      <a:pt x="71" y="0"/>
                    </a:cubicBezTo>
                    <a:cubicBezTo>
                      <a:pt x="83" y="0"/>
                      <a:pt x="92" y="9"/>
                      <a:pt x="92" y="20"/>
                    </a:cubicBezTo>
                    <a:cubicBezTo>
                      <a:pt x="92" y="46"/>
                      <a:pt x="92" y="46"/>
                      <a:pt x="92" y="46"/>
                    </a:cubicBezTo>
                    <a:cubicBezTo>
                      <a:pt x="92" y="57"/>
                      <a:pt x="83" y="66"/>
                      <a:pt x="71" y="66"/>
                    </a:cubicBezTo>
                    <a:cubicBezTo>
                      <a:pt x="20" y="66"/>
                      <a:pt x="20" y="66"/>
                      <a:pt x="20" y="66"/>
                    </a:cubicBezTo>
                    <a:cubicBezTo>
                      <a:pt x="9" y="66"/>
                      <a:pt x="0" y="57"/>
                      <a:pt x="0" y="46"/>
                    </a:cubicBezTo>
                    <a:cubicBezTo>
                      <a:pt x="0" y="20"/>
                      <a:pt x="0" y="20"/>
                      <a:pt x="0" y="20"/>
                    </a:cubicBezTo>
                    <a:cubicBezTo>
                      <a:pt x="0" y="9"/>
                      <a:pt x="9"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45" name="Group 44"/>
          <p:cNvGrpSpPr/>
          <p:nvPr/>
        </p:nvGrpSpPr>
        <p:grpSpPr>
          <a:xfrm>
            <a:off x="3481555" y="2122732"/>
            <a:ext cx="901700" cy="681037"/>
            <a:chOff x="3837570" y="1820863"/>
            <a:chExt cx="901700" cy="681037"/>
          </a:xfrm>
        </p:grpSpPr>
        <p:sp>
          <p:nvSpPr>
            <p:cNvPr id="46" name="Freeform 53"/>
            <p:cNvSpPr/>
            <p:nvPr/>
          </p:nvSpPr>
          <p:spPr bwMode="auto">
            <a:xfrm>
              <a:off x="4261432" y="1820863"/>
              <a:ext cx="477838" cy="681037"/>
            </a:xfrm>
            <a:custGeom>
              <a:avLst/>
              <a:gdLst>
                <a:gd name="T0" fmla="*/ 208 w 262"/>
                <a:gd name="T1" fmla="*/ 0 h 373"/>
                <a:gd name="T2" fmla="*/ 54 w 262"/>
                <a:gd name="T3" fmla="*/ 0 h 373"/>
                <a:gd name="T4" fmla="*/ 0 w 262"/>
                <a:gd name="T5" fmla="*/ 54 h 373"/>
                <a:gd name="T6" fmla="*/ 0 w 262"/>
                <a:gd name="T7" fmla="*/ 319 h 373"/>
                <a:gd name="T8" fmla="*/ 54 w 262"/>
                <a:gd name="T9" fmla="*/ 373 h 373"/>
                <a:gd name="T10" fmla="*/ 208 w 262"/>
                <a:gd name="T11" fmla="*/ 373 h 373"/>
                <a:gd name="T12" fmla="*/ 262 w 262"/>
                <a:gd name="T13" fmla="*/ 319 h 373"/>
                <a:gd name="T14" fmla="*/ 262 w 262"/>
                <a:gd name="T15" fmla="*/ 54 h 373"/>
                <a:gd name="T16" fmla="*/ 208 w 262"/>
                <a:gd name="T17" fmla="*/ 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373">
                  <a:moveTo>
                    <a:pt x="208" y="0"/>
                  </a:moveTo>
                  <a:cubicBezTo>
                    <a:pt x="54" y="0"/>
                    <a:pt x="54" y="0"/>
                    <a:pt x="54" y="0"/>
                  </a:cubicBezTo>
                  <a:cubicBezTo>
                    <a:pt x="24" y="0"/>
                    <a:pt x="0" y="24"/>
                    <a:pt x="0" y="54"/>
                  </a:cubicBezTo>
                  <a:cubicBezTo>
                    <a:pt x="0" y="319"/>
                    <a:pt x="0" y="319"/>
                    <a:pt x="0" y="319"/>
                  </a:cubicBezTo>
                  <a:cubicBezTo>
                    <a:pt x="0" y="349"/>
                    <a:pt x="24" y="373"/>
                    <a:pt x="54" y="373"/>
                  </a:cubicBezTo>
                  <a:cubicBezTo>
                    <a:pt x="208" y="373"/>
                    <a:pt x="208" y="373"/>
                    <a:pt x="208" y="373"/>
                  </a:cubicBezTo>
                  <a:cubicBezTo>
                    <a:pt x="238" y="373"/>
                    <a:pt x="262" y="349"/>
                    <a:pt x="262" y="319"/>
                  </a:cubicBezTo>
                  <a:cubicBezTo>
                    <a:pt x="262" y="54"/>
                    <a:pt x="262" y="54"/>
                    <a:pt x="262" y="54"/>
                  </a:cubicBezTo>
                  <a:cubicBezTo>
                    <a:pt x="262" y="24"/>
                    <a:pt x="238" y="0"/>
                    <a:pt x="208" y="0"/>
                  </a:cubicBezTo>
                  <a:close/>
                </a:path>
              </a:pathLst>
            </a:custGeom>
            <a:solidFill>
              <a:schemeClr val="accent3"/>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 name="Freeform 54"/>
            <p:cNvSpPr/>
            <p:nvPr/>
          </p:nvSpPr>
          <p:spPr bwMode="auto">
            <a:xfrm>
              <a:off x="4301120" y="1878013"/>
              <a:ext cx="398463" cy="544512"/>
            </a:xfrm>
            <a:custGeom>
              <a:avLst/>
              <a:gdLst>
                <a:gd name="T0" fmla="*/ 217 w 218"/>
                <a:gd name="T1" fmla="*/ 0 h 299"/>
                <a:gd name="T2" fmla="*/ 1 w 218"/>
                <a:gd name="T3" fmla="*/ 0 h 299"/>
                <a:gd name="T4" fmla="*/ 0 w 218"/>
                <a:gd name="T5" fmla="*/ 1 h 299"/>
                <a:gd name="T6" fmla="*/ 0 w 218"/>
                <a:gd name="T7" fmla="*/ 299 h 299"/>
                <a:gd name="T8" fmla="*/ 1 w 218"/>
                <a:gd name="T9" fmla="*/ 299 h 299"/>
                <a:gd name="T10" fmla="*/ 217 w 218"/>
                <a:gd name="T11" fmla="*/ 299 h 299"/>
                <a:gd name="T12" fmla="*/ 218 w 218"/>
                <a:gd name="T13" fmla="*/ 299 h 299"/>
                <a:gd name="T14" fmla="*/ 218 w 218"/>
                <a:gd name="T15" fmla="*/ 1 h 299"/>
                <a:gd name="T16" fmla="*/ 217 w 218"/>
                <a:gd name="T17" fmla="*/ 0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8" h="299">
                  <a:moveTo>
                    <a:pt x="217" y="0"/>
                  </a:moveTo>
                  <a:cubicBezTo>
                    <a:pt x="1" y="0"/>
                    <a:pt x="1" y="0"/>
                    <a:pt x="1" y="0"/>
                  </a:cubicBezTo>
                  <a:cubicBezTo>
                    <a:pt x="1" y="0"/>
                    <a:pt x="0" y="1"/>
                    <a:pt x="0" y="1"/>
                  </a:cubicBezTo>
                  <a:cubicBezTo>
                    <a:pt x="0" y="299"/>
                    <a:pt x="0" y="299"/>
                    <a:pt x="0" y="299"/>
                  </a:cubicBezTo>
                  <a:cubicBezTo>
                    <a:pt x="0" y="299"/>
                    <a:pt x="1" y="299"/>
                    <a:pt x="1" y="299"/>
                  </a:cubicBezTo>
                  <a:cubicBezTo>
                    <a:pt x="217" y="299"/>
                    <a:pt x="217" y="299"/>
                    <a:pt x="217" y="299"/>
                  </a:cubicBezTo>
                  <a:cubicBezTo>
                    <a:pt x="217" y="299"/>
                    <a:pt x="218" y="299"/>
                    <a:pt x="218" y="299"/>
                  </a:cubicBezTo>
                  <a:cubicBezTo>
                    <a:pt x="218" y="1"/>
                    <a:pt x="218" y="1"/>
                    <a:pt x="218" y="1"/>
                  </a:cubicBezTo>
                  <a:cubicBezTo>
                    <a:pt x="218" y="1"/>
                    <a:pt x="217" y="0"/>
                    <a:pt x="217" y="0"/>
                  </a:cubicBez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 name="Freeform 55"/>
            <p:cNvSpPr/>
            <p:nvPr/>
          </p:nvSpPr>
          <p:spPr bwMode="auto">
            <a:xfrm>
              <a:off x="4440820" y="1843088"/>
              <a:ext cx="115888" cy="14287"/>
            </a:xfrm>
            <a:custGeom>
              <a:avLst/>
              <a:gdLst>
                <a:gd name="T0" fmla="*/ 60 w 63"/>
                <a:gd name="T1" fmla="*/ 0 h 8"/>
                <a:gd name="T2" fmla="*/ 4 w 63"/>
                <a:gd name="T3" fmla="*/ 0 h 8"/>
                <a:gd name="T4" fmla="*/ 0 w 63"/>
                <a:gd name="T5" fmla="*/ 4 h 8"/>
                <a:gd name="T6" fmla="*/ 0 w 63"/>
                <a:gd name="T7" fmla="*/ 4 h 8"/>
                <a:gd name="T8" fmla="*/ 4 w 63"/>
                <a:gd name="T9" fmla="*/ 8 h 8"/>
                <a:gd name="T10" fmla="*/ 60 w 63"/>
                <a:gd name="T11" fmla="*/ 8 h 8"/>
                <a:gd name="T12" fmla="*/ 63 w 63"/>
                <a:gd name="T13" fmla="*/ 4 h 8"/>
                <a:gd name="T14" fmla="*/ 63 w 63"/>
                <a:gd name="T15" fmla="*/ 4 h 8"/>
                <a:gd name="T16" fmla="*/ 60 w 63"/>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8">
                  <a:moveTo>
                    <a:pt x="60" y="0"/>
                  </a:moveTo>
                  <a:cubicBezTo>
                    <a:pt x="4" y="0"/>
                    <a:pt x="4" y="0"/>
                    <a:pt x="4" y="0"/>
                  </a:cubicBezTo>
                  <a:cubicBezTo>
                    <a:pt x="2" y="0"/>
                    <a:pt x="0" y="2"/>
                    <a:pt x="0" y="4"/>
                  </a:cubicBezTo>
                  <a:cubicBezTo>
                    <a:pt x="0" y="4"/>
                    <a:pt x="0" y="4"/>
                    <a:pt x="0" y="4"/>
                  </a:cubicBezTo>
                  <a:cubicBezTo>
                    <a:pt x="0" y="6"/>
                    <a:pt x="2" y="8"/>
                    <a:pt x="4" y="8"/>
                  </a:cubicBezTo>
                  <a:cubicBezTo>
                    <a:pt x="60" y="8"/>
                    <a:pt x="60" y="8"/>
                    <a:pt x="60" y="8"/>
                  </a:cubicBezTo>
                  <a:cubicBezTo>
                    <a:pt x="62" y="8"/>
                    <a:pt x="63" y="6"/>
                    <a:pt x="63" y="4"/>
                  </a:cubicBezTo>
                  <a:cubicBezTo>
                    <a:pt x="63" y="4"/>
                    <a:pt x="63" y="4"/>
                    <a:pt x="63" y="4"/>
                  </a:cubicBezTo>
                  <a:cubicBezTo>
                    <a:pt x="63" y="2"/>
                    <a:pt x="62" y="0"/>
                    <a:pt x="60" y="0"/>
                  </a:cubicBezTo>
                  <a:close/>
                </a:path>
              </a:pathLst>
            </a:custGeom>
            <a:solidFill>
              <a:srgbClr val="EEEE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 name="Oval 56"/>
            <p:cNvSpPr>
              <a:spLocks noChangeArrowheads="1"/>
            </p:cNvSpPr>
            <p:nvPr/>
          </p:nvSpPr>
          <p:spPr bwMode="auto">
            <a:xfrm>
              <a:off x="4482095" y="2452688"/>
              <a:ext cx="34925" cy="34925"/>
            </a:xfrm>
            <a:prstGeom prst="ellipse">
              <a:avLst/>
            </a:prstGeom>
            <a:solidFill>
              <a:srgbClr val="EEEE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 name="Freeform 57"/>
            <p:cNvSpPr/>
            <p:nvPr/>
          </p:nvSpPr>
          <p:spPr bwMode="auto">
            <a:xfrm>
              <a:off x="3837570" y="1924050"/>
              <a:ext cx="541338" cy="398462"/>
            </a:xfrm>
            <a:custGeom>
              <a:avLst/>
              <a:gdLst>
                <a:gd name="T0" fmla="*/ 149 w 297"/>
                <a:gd name="T1" fmla="*/ 0 h 219"/>
                <a:gd name="T2" fmla="*/ 297 w 297"/>
                <a:gd name="T3" fmla="*/ 102 h 219"/>
                <a:gd name="T4" fmla="*/ 241 w 297"/>
                <a:gd name="T5" fmla="*/ 183 h 219"/>
                <a:gd name="T6" fmla="*/ 285 w 297"/>
                <a:gd name="T7" fmla="*/ 219 h 219"/>
                <a:gd name="T8" fmla="*/ 284 w 297"/>
                <a:gd name="T9" fmla="*/ 219 h 219"/>
                <a:gd name="T10" fmla="*/ 213 w 297"/>
                <a:gd name="T11" fmla="*/ 195 h 219"/>
                <a:gd name="T12" fmla="*/ 149 w 297"/>
                <a:gd name="T13" fmla="*/ 205 h 219"/>
                <a:gd name="T14" fmla="*/ 0 w 297"/>
                <a:gd name="T15" fmla="*/ 102 h 219"/>
                <a:gd name="T16" fmla="*/ 149 w 297"/>
                <a:gd name="T1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219">
                  <a:moveTo>
                    <a:pt x="149" y="0"/>
                  </a:moveTo>
                  <a:cubicBezTo>
                    <a:pt x="231" y="0"/>
                    <a:pt x="297" y="46"/>
                    <a:pt x="297" y="102"/>
                  </a:cubicBezTo>
                  <a:cubicBezTo>
                    <a:pt x="297" y="135"/>
                    <a:pt x="275" y="164"/>
                    <a:pt x="241" y="183"/>
                  </a:cubicBezTo>
                  <a:cubicBezTo>
                    <a:pt x="249" y="198"/>
                    <a:pt x="265" y="211"/>
                    <a:pt x="285" y="219"/>
                  </a:cubicBezTo>
                  <a:cubicBezTo>
                    <a:pt x="285" y="219"/>
                    <a:pt x="284" y="219"/>
                    <a:pt x="284" y="219"/>
                  </a:cubicBezTo>
                  <a:cubicBezTo>
                    <a:pt x="255" y="219"/>
                    <a:pt x="230" y="209"/>
                    <a:pt x="213" y="195"/>
                  </a:cubicBezTo>
                  <a:cubicBezTo>
                    <a:pt x="194" y="201"/>
                    <a:pt x="172" y="205"/>
                    <a:pt x="149" y="205"/>
                  </a:cubicBezTo>
                  <a:cubicBezTo>
                    <a:pt x="66" y="205"/>
                    <a:pt x="0" y="159"/>
                    <a:pt x="0" y="102"/>
                  </a:cubicBezTo>
                  <a:cubicBezTo>
                    <a:pt x="0" y="46"/>
                    <a:pt x="66" y="0"/>
                    <a:pt x="149" y="0"/>
                  </a:cubicBezTo>
                  <a:close/>
                </a:path>
              </a:pathLst>
            </a:custGeom>
            <a:solidFill>
              <a:schemeClr val="accent4"/>
            </a:solidFill>
            <a:ln>
              <a:noFill/>
            </a:ln>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 name="Freeform 58"/>
            <p:cNvSpPr>
              <a:spLocks noEditPoints="1"/>
            </p:cNvSpPr>
            <p:nvPr/>
          </p:nvSpPr>
          <p:spPr bwMode="auto">
            <a:xfrm>
              <a:off x="4080457" y="2001838"/>
              <a:ext cx="52388" cy="220662"/>
            </a:xfrm>
            <a:custGeom>
              <a:avLst/>
              <a:gdLst>
                <a:gd name="T0" fmla="*/ 32 w 33"/>
                <a:gd name="T1" fmla="*/ 139 h 139"/>
                <a:gd name="T2" fmla="*/ 0 w 33"/>
                <a:gd name="T3" fmla="*/ 139 h 139"/>
                <a:gd name="T4" fmla="*/ 0 w 33"/>
                <a:gd name="T5" fmla="*/ 39 h 139"/>
                <a:gd name="T6" fmla="*/ 32 w 33"/>
                <a:gd name="T7" fmla="*/ 39 h 139"/>
                <a:gd name="T8" fmla="*/ 32 w 33"/>
                <a:gd name="T9" fmla="*/ 139 h 139"/>
                <a:gd name="T10" fmla="*/ 32 w 33"/>
                <a:gd name="T11" fmla="*/ 139 h 139"/>
                <a:gd name="T12" fmla="*/ 33 w 33"/>
                <a:gd name="T13" fmla="*/ 24 h 139"/>
                <a:gd name="T14" fmla="*/ 0 w 33"/>
                <a:gd name="T15" fmla="*/ 24 h 139"/>
                <a:gd name="T16" fmla="*/ 0 w 33"/>
                <a:gd name="T17" fmla="*/ 0 h 139"/>
                <a:gd name="T18" fmla="*/ 33 w 33"/>
                <a:gd name="T19" fmla="*/ 0 h 139"/>
                <a:gd name="T20" fmla="*/ 33 w 33"/>
                <a:gd name="T21" fmla="*/ 24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39">
                  <a:moveTo>
                    <a:pt x="32" y="139"/>
                  </a:moveTo>
                  <a:lnTo>
                    <a:pt x="0" y="139"/>
                  </a:lnTo>
                  <a:lnTo>
                    <a:pt x="0" y="39"/>
                  </a:lnTo>
                  <a:lnTo>
                    <a:pt x="32" y="39"/>
                  </a:lnTo>
                  <a:lnTo>
                    <a:pt x="32" y="139"/>
                  </a:lnTo>
                  <a:lnTo>
                    <a:pt x="32" y="139"/>
                  </a:lnTo>
                  <a:close/>
                  <a:moveTo>
                    <a:pt x="33" y="24"/>
                  </a:moveTo>
                  <a:lnTo>
                    <a:pt x="0" y="24"/>
                  </a:lnTo>
                  <a:lnTo>
                    <a:pt x="0" y="0"/>
                  </a:lnTo>
                  <a:lnTo>
                    <a:pt x="33" y="0"/>
                  </a:lnTo>
                  <a:lnTo>
                    <a:pt x="33" y="24"/>
                  </a:lnTo>
                  <a:close/>
                </a:path>
              </a:pathLst>
            </a:custGeom>
            <a:solidFill>
              <a:srgbClr val="EEEE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2" name="Group 51"/>
          <p:cNvGrpSpPr/>
          <p:nvPr/>
        </p:nvGrpSpPr>
        <p:grpSpPr>
          <a:xfrm>
            <a:off x="6858016" y="5089892"/>
            <a:ext cx="2867359" cy="1460296"/>
            <a:chOff x="6999107" y="4997649"/>
            <a:chExt cx="2867359" cy="1460296"/>
          </a:xfrm>
        </p:grpSpPr>
        <p:sp>
          <p:nvSpPr>
            <p:cNvPr id="53" name="Rectangle 52"/>
            <p:cNvSpPr/>
            <p:nvPr/>
          </p:nvSpPr>
          <p:spPr>
            <a:xfrm>
              <a:off x="7570841" y="4997649"/>
              <a:ext cx="1826142" cy="338554"/>
            </a:xfrm>
            <a:prstGeom prst="rect">
              <a:avLst/>
            </a:prstGeom>
          </p:spPr>
          <p:txBody>
            <a:bodyPr wrap="none">
              <a:spAutoFit/>
            </a:bodyPr>
            <a:lstStyle/>
            <a:p>
              <a:pPr algn="ctr"/>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 name="TextBox 53"/>
            <p:cNvSpPr txBox="1"/>
            <p:nvPr/>
          </p:nvSpPr>
          <p:spPr>
            <a:xfrm>
              <a:off x="6999107" y="5288394"/>
              <a:ext cx="2867359" cy="1169551"/>
            </a:xfrm>
            <a:prstGeom prst="rect">
              <a:avLst/>
            </a:prstGeom>
            <a:noFill/>
          </p:spPr>
          <p:txBody>
            <a:bodyPr wrap="square" rtlCol="0">
              <a:spAutoFit/>
            </a:bodyPr>
            <a:lstStyle/>
            <a:p>
              <a:pPr algn="ct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a:t>
              </a:r>
              <a:r>
                <a:rPr 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5" name="Group 54"/>
          <p:cNvGrpSpPr/>
          <p:nvPr/>
        </p:nvGrpSpPr>
        <p:grpSpPr>
          <a:xfrm>
            <a:off x="9561713" y="2499102"/>
            <a:ext cx="1795741" cy="1675740"/>
            <a:chOff x="6999107" y="4997649"/>
            <a:chExt cx="1795741" cy="1675740"/>
          </a:xfrm>
        </p:grpSpPr>
        <p:sp>
          <p:nvSpPr>
            <p:cNvPr id="56" name="Rectangle 55"/>
            <p:cNvSpPr/>
            <p:nvPr/>
          </p:nvSpPr>
          <p:spPr>
            <a:xfrm>
              <a:off x="6999107" y="4997649"/>
              <a:ext cx="1620957" cy="307777"/>
            </a:xfrm>
            <a:prstGeom prst="rect">
              <a:avLst/>
            </a:prstGeom>
          </p:spPr>
          <p:txBody>
            <a:bodyPr wrap="none">
              <a:spAutoFit/>
            </a:bodyPr>
            <a:lstStyle/>
            <a:p>
              <a:r>
                <a:rPr lang="zh-CN" alt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 name="TextBox 56"/>
            <p:cNvSpPr txBox="1"/>
            <p:nvPr/>
          </p:nvSpPr>
          <p:spPr>
            <a:xfrm>
              <a:off x="6999107" y="5288394"/>
              <a:ext cx="1795741" cy="1384995"/>
            </a:xfrm>
            <a:prstGeom prst="rect">
              <a:avLst/>
            </a:prstGeom>
            <a:noFill/>
          </p:spPr>
          <p:txBody>
            <a:bodyPr wrap="square" rtlCol="0">
              <a:spAutoFit/>
            </a:bodyPr>
            <a:lstStyle/>
            <a:p>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a:t>
              </a:r>
              <a:r>
                <a:rPr 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8" name="Group 57"/>
          <p:cNvGrpSpPr/>
          <p:nvPr/>
        </p:nvGrpSpPr>
        <p:grpSpPr>
          <a:xfrm>
            <a:off x="1026323" y="2016848"/>
            <a:ext cx="2307566" cy="1460296"/>
            <a:chOff x="7979704" y="4330425"/>
            <a:chExt cx="2307566" cy="1460296"/>
          </a:xfrm>
        </p:grpSpPr>
        <p:sp>
          <p:nvSpPr>
            <p:cNvPr id="59" name="Rectangle 58"/>
            <p:cNvSpPr/>
            <p:nvPr/>
          </p:nvSpPr>
          <p:spPr>
            <a:xfrm>
              <a:off x="8461127" y="4330425"/>
              <a:ext cx="1826142" cy="338554"/>
            </a:xfrm>
            <a:prstGeom prst="rect">
              <a:avLst/>
            </a:prstGeom>
          </p:spPr>
          <p:txBody>
            <a:bodyPr wrap="none">
              <a:spAutoFit/>
            </a:bodyPr>
            <a:lstStyle/>
            <a:p>
              <a:pPr algn="r"/>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TextBox 59"/>
            <p:cNvSpPr txBox="1"/>
            <p:nvPr/>
          </p:nvSpPr>
          <p:spPr>
            <a:xfrm>
              <a:off x="7979704" y="4621170"/>
              <a:ext cx="2307566" cy="1169551"/>
            </a:xfrm>
            <a:prstGeom prst="rect">
              <a:avLst/>
            </a:prstGeom>
            <a:noFill/>
          </p:spPr>
          <p:txBody>
            <a:bodyPr wrap="square" rtlCol="0">
              <a:spAutoFit/>
            </a:bodyPr>
            <a:lstStyle/>
            <a:p>
              <a:pPr algn="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a:t>
              </a:r>
              <a:r>
                <a:rPr 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61" name="Group 60"/>
          <p:cNvGrpSpPr/>
          <p:nvPr/>
        </p:nvGrpSpPr>
        <p:grpSpPr>
          <a:xfrm>
            <a:off x="1052376" y="4857329"/>
            <a:ext cx="2867359" cy="1244852"/>
            <a:chOff x="6999107" y="4997649"/>
            <a:chExt cx="2867359" cy="1244852"/>
          </a:xfrm>
        </p:grpSpPr>
        <p:sp>
          <p:nvSpPr>
            <p:cNvPr id="62" name="Rectangle 61"/>
            <p:cNvSpPr/>
            <p:nvPr/>
          </p:nvSpPr>
          <p:spPr>
            <a:xfrm>
              <a:off x="7570841" y="4997649"/>
              <a:ext cx="1826142" cy="338554"/>
            </a:xfrm>
            <a:prstGeom prst="rect">
              <a:avLst/>
            </a:prstGeom>
          </p:spPr>
          <p:txBody>
            <a:bodyPr wrap="none">
              <a:spAutoFit/>
            </a:bodyPr>
            <a:lstStyle/>
            <a:p>
              <a:pPr algn="ctr"/>
              <a:r>
                <a:rPr lang="zh-CN" alt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 name="TextBox 62"/>
            <p:cNvSpPr txBox="1"/>
            <p:nvPr/>
          </p:nvSpPr>
          <p:spPr>
            <a:xfrm>
              <a:off x="6999107" y="5288394"/>
              <a:ext cx="2867359" cy="954107"/>
            </a:xfrm>
            <a:prstGeom prst="rect">
              <a:avLst/>
            </a:prstGeom>
            <a:noFill/>
          </p:spPr>
          <p:txBody>
            <a:bodyPr wrap="square" rtlCol="0">
              <a:spAutoFit/>
            </a:bodyPr>
            <a:lstStyle/>
            <a:p>
              <a:pPr algn="ctr"/>
              <a:r>
                <a:rPr lang="zh-CN" altLang="en-US" sz="1400" dirty="0" smtClean="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a:t>
              </a:r>
              <a:endParaRPr lang="en-US" sz="1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 name="直角三角形 1">
            <a:extLst>
              <a:ext uri="{FF2B5EF4-FFF2-40B4-BE49-F238E27FC236}">
                <a16:creationId xmlns:a16="http://schemas.microsoft.com/office/drawing/2014/main" xmlns="" id="{72405A82-837D-496A-AEDA-7E0B6235CAAF}"/>
              </a:ext>
            </a:extLst>
          </p:cNvPr>
          <p:cNvSpPr/>
          <p:nvPr/>
        </p:nvSpPr>
        <p:spPr>
          <a:xfrm flipV="1">
            <a:off x="0" y="0"/>
            <a:ext cx="1616040" cy="1616040"/>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直角三角形 63">
            <a:extLst>
              <a:ext uri="{FF2B5EF4-FFF2-40B4-BE49-F238E27FC236}">
                <a16:creationId xmlns:a16="http://schemas.microsoft.com/office/drawing/2014/main" xmlns="" id="{F6F09234-D50E-4874-9D8D-F6D25D8CFA34}"/>
              </a:ext>
            </a:extLst>
          </p:cNvPr>
          <p:cNvSpPr/>
          <p:nvPr/>
        </p:nvSpPr>
        <p:spPr>
          <a:xfrm flipH="1">
            <a:off x="10575960" y="5241960"/>
            <a:ext cx="1616040" cy="1616040"/>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5" name="图片 6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2042602992"/>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750"/>
                                        <p:tgtEl>
                                          <p:spTgt spid="5"/>
                                        </p:tgtEl>
                                      </p:cBhvr>
                                    </p:animEffect>
                                  </p:childTnLst>
                                </p:cTn>
                              </p:par>
                            </p:childTnLst>
                          </p:cTn>
                        </p:par>
                        <p:par>
                          <p:cTn id="13" fill="hold">
                            <p:stCondLst>
                              <p:cond delay="1500"/>
                            </p:stCondLst>
                            <p:childTnLst>
                              <p:par>
                                <p:cTn id="14" presetID="53" presetClass="entr" presetSubtype="528" fill="hold" nodeType="afterEffect">
                                  <p:stCondLst>
                                    <p:cond delay="0"/>
                                  </p:stCondLst>
                                  <p:childTnLst>
                                    <p:set>
                                      <p:cBhvr>
                                        <p:cTn id="15" dur="1" fill="hold">
                                          <p:stCondLst>
                                            <p:cond delay="0"/>
                                          </p:stCondLst>
                                        </p:cTn>
                                        <p:tgtEl>
                                          <p:spTgt spid="35"/>
                                        </p:tgtEl>
                                        <p:attrNameLst>
                                          <p:attrName>style.visibility</p:attrName>
                                        </p:attrNameLst>
                                      </p:cBhvr>
                                      <p:to>
                                        <p:strVal val="visible"/>
                                      </p:to>
                                    </p:set>
                                    <p:anim calcmode="lin" valueType="num">
                                      <p:cBhvr>
                                        <p:cTn id="16" dur="500" fill="hold"/>
                                        <p:tgtEl>
                                          <p:spTgt spid="35"/>
                                        </p:tgtEl>
                                        <p:attrNameLst>
                                          <p:attrName>ppt_w</p:attrName>
                                        </p:attrNameLst>
                                      </p:cBhvr>
                                      <p:tavLst>
                                        <p:tav tm="0">
                                          <p:val>
                                            <p:fltVal val="0"/>
                                          </p:val>
                                        </p:tav>
                                        <p:tav tm="100000">
                                          <p:val>
                                            <p:strVal val="#ppt_w"/>
                                          </p:val>
                                        </p:tav>
                                      </p:tavLst>
                                    </p:anim>
                                    <p:anim calcmode="lin" valueType="num">
                                      <p:cBhvr>
                                        <p:cTn id="17" dur="500" fill="hold"/>
                                        <p:tgtEl>
                                          <p:spTgt spid="35"/>
                                        </p:tgtEl>
                                        <p:attrNameLst>
                                          <p:attrName>ppt_h</p:attrName>
                                        </p:attrNameLst>
                                      </p:cBhvr>
                                      <p:tavLst>
                                        <p:tav tm="0">
                                          <p:val>
                                            <p:fltVal val="0"/>
                                          </p:val>
                                        </p:tav>
                                        <p:tav tm="100000">
                                          <p:val>
                                            <p:strVal val="#ppt_h"/>
                                          </p:val>
                                        </p:tav>
                                      </p:tavLst>
                                    </p:anim>
                                    <p:animEffect transition="in" filter="fade">
                                      <p:cBhvr>
                                        <p:cTn id="18" dur="500"/>
                                        <p:tgtEl>
                                          <p:spTgt spid="35"/>
                                        </p:tgtEl>
                                      </p:cBhvr>
                                    </p:animEffect>
                                    <p:anim calcmode="lin" valueType="num">
                                      <p:cBhvr>
                                        <p:cTn id="19" dur="500" fill="hold"/>
                                        <p:tgtEl>
                                          <p:spTgt spid="35"/>
                                        </p:tgtEl>
                                        <p:attrNameLst>
                                          <p:attrName>ppt_x</p:attrName>
                                        </p:attrNameLst>
                                      </p:cBhvr>
                                      <p:tavLst>
                                        <p:tav tm="0">
                                          <p:val>
                                            <p:fltVal val="0.5"/>
                                          </p:val>
                                        </p:tav>
                                        <p:tav tm="100000">
                                          <p:val>
                                            <p:strVal val="#ppt_x"/>
                                          </p:val>
                                        </p:tav>
                                      </p:tavLst>
                                    </p:anim>
                                    <p:anim calcmode="lin" valueType="num">
                                      <p:cBhvr>
                                        <p:cTn id="20" dur="500" fill="hold"/>
                                        <p:tgtEl>
                                          <p:spTgt spid="35"/>
                                        </p:tgtEl>
                                        <p:attrNameLst>
                                          <p:attrName>ppt_y</p:attrName>
                                        </p:attrNameLst>
                                      </p:cBhvr>
                                      <p:tavLst>
                                        <p:tav tm="0">
                                          <p:val>
                                            <p:fltVal val="0.5"/>
                                          </p:val>
                                        </p:tav>
                                        <p:tav tm="100000">
                                          <p:val>
                                            <p:strVal val="#ppt_y"/>
                                          </p:val>
                                        </p:tav>
                                      </p:tavLst>
                                    </p:anim>
                                  </p:childTnLst>
                                </p:cTn>
                              </p:par>
                            </p:childTnLst>
                          </p:cTn>
                        </p:par>
                        <p:par>
                          <p:cTn id="21" fill="hold">
                            <p:stCondLst>
                              <p:cond delay="2000"/>
                            </p:stCondLst>
                            <p:childTnLst>
                              <p:par>
                                <p:cTn id="22" presetID="12" presetClass="entr" presetSubtype="1" fill="hold" nodeType="afterEffect">
                                  <p:stCondLst>
                                    <p:cond delay="0"/>
                                  </p:stCondLst>
                                  <p:childTnLst>
                                    <p:set>
                                      <p:cBhvr>
                                        <p:cTn id="23" dur="1" fill="hold">
                                          <p:stCondLst>
                                            <p:cond delay="0"/>
                                          </p:stCondLst>
                                        </p:cTn>
                                        <p:tgtEl>
                                          <p:spTgt spid="61"/>
                                        </p:tgtEl>
                                        <p:attrNameLst>
                                          <p:attrName>style.visibility</p:attrName>
                                        </p:attrNameLst>
                                      </p:cBhvr>
                                      <p:to>
                                        <p:strVal val="visible"/>
                                      </p:to>
                                    </p:set>
                                    <p:anim calcmode="lin" valueType="num">
                                      <p:cBhvr additive="base">
                                        <p:cTn id="24" dur="500"/>
                                        <p:tgtEl>
                                          <p:spTgt spid="61"/>
                                        </p:tgtEl>
                                        <p:attrNameLst>
                                          <p:attrName>ppt_y</p:attrName>
                                        </p:attrNameLst>
                                      </p:cBhvr>
                                      <p:tavLst>
                                        <p:tav tm="0">
                                          <p:val>
                                            <p:strVal val="#ppt_y-#ppt_h*1.125000"/>
                                          </p:val>
                                        </p:tav>
                                        <p:tav tm="100000">
                                          <p:val>
                                            <p:strVal val="#ppt_y"/>
                                          </p:val>
                                        </p:tav>
                                      </p:tavLst>
                                    </p:anim>
                                    <p:animEffect transition="in" filter="wipe(down)">
                                      <p:cBhvr>
                                        <p:cTn id="25" dur="500"/>
                                        <p:tgtEl>
                                          <p:spTgt spid="61"/>
                                        </p:tgtEl>
                                      </p:cBhvr>
                                    </p:animEffect>
                                  </p:childTnLst>
                                </p:cTn>
                              </p:par>
                            </p:childTnLst>
                          </p:cTn>
                        </p:par>
                        <p:par>
                          <p:cTn id="26" fill="hold">
                            <p:stCondLst>
                              <p:cond delay="2500"/>
                            </p:stCondLst>
                            <p:childTnLst>
                              <p:par>
                                <p:cTn id="27" presetID="53" presetClass="entr" presetSubtype="528" fill="hold" nodeType="after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p:cTn id="29" dur="500" fill="hold"/>
                                        <p:tgtEl>
                                          <p:spTgt spid="45"/>
                                        </p:tgtEl>
                                        <p:attrNameLst>
                                          <p:attrName>ppt_w</p:attrName>
                                        </p:attrNameLst>
                                      </p:cBhvr>
                                      <p:tavLst>
                                        <p:tav tm="0">
                                          <p:val>
                                            <p:fltVal val="0"/>
                                          </p:val>
                                        </p:tav>
                                        <p:tav tm="100000">
                                          <p:val>
                                            <p:strVal val="#ppt_w"/>
                                          </p:val>
                                        </p:tav>
                                      </p:tavLst>
                                    </p:anim>
                                    <p:anim calcmode="lin" valueType="num">
                                      <p:cBhvr>
                                        <p:cTn id="30" dur="500" fill="hold"/>
                                        <p:tgtEl>
                                          <p:spTgt spid="45"/>
                                        </p:tgtEl>
                                        <p:attrNameLst>
                                          <p:attrName>ppt_h</p:attrName>
                                        </p:attrNameLst>
                                      </p:cBhvr>
                                      <p:tavLst>
                                        <p:tav tm="0">
                                          <p:val>
                                            <p:fltVal val="0"/>
                                          </p:val>
                                        </p:tav>
                                        <p:tav tm="100000">
                                          <p:val>
                                            <p:strVal val="#ppt_h"/>
                                          </p:val>
                                        </p:tav>
                                      </p:tavLst>
                                    </p:anim>
                                    <p:animEffect transition="in" filter="fade">
                                      <p:cBhvr>
                                        <p:cTn id="31" dur="500"/>
                                        <p:tgtEl>
                                          <p:spTgt spid="45"/>
                                        </p:tgtEl>
                                      </p:cBhvr>
                                    </p:animEffect>
                                    <p:anim calcmode="lin" valueType="num">
                                      <p:cBhvr>
                                        <p:cTn id="32" dur="500" fill="hold"/>
                                        <p:tgtEl>
                                          <p:spTgt spid="45"/>
                                        </p:tgtEl>
                                        <p:attrNameLst>
                                          <p:attrName>ppt_x</p:attrName>
                                        </p:attrNameLst>
                                      </p:cBhvr>
                                      <p:tavLst>
                                        <p:tav tm="0">
                                          <p:val>
                                            <p:fltVal val="0.5"/>
                                          </p:val>
                                        </p:tav>
                                        <p:tav tm="100000">
                                          <p:val>
                                            <p:strVal val="#ppt_x"/>
                                          </p:val>
                                        </p:tav>
                                      </p:tavLst>
                                    </p:anim>
                                    <p:anim calcmode="lin" valueType="num">
                                      <p:cBhvr>
                                        <p:cTn id="33" dur="500" fill="hold"/>
                                        <p:tgtEl>
                                          <p:spTgt spid="45"/>
                                        </p:tgtEl>
                                        <p:attrNameLst>
                                          <p:attrName>ppt_y</p:attrName>
                                        </p:attrNameLst>
                                      </p:cBhvr>
                                      <p:tavLst>
                                        <p:tav tm="0">
                                          <p:val>
                                            <p:fltVal val="0.5"/>
                                          </p:val>
                                        </p:tav>
                                        <p:tav tm="100000">
                                          <p:val>
                                            <p:strVal val="#ppt_y"/>
                                          </p:val>
                                        </p:tav>
                                      </p:tavLst>
                                    </p:anim>
                                  </p:childTnLst>
                                </p:cTn>
                              </p:par>
                            </p:childTnLst>
                          </p:cTn>
                        </p:par>
                        <p:par>
                          <p:cTn id="34" fill="hold">
                            <p:stCondLst>
                              <p:cond delay="3000"/>
                            </p:stCondLst>
                            <p:childTnLst>
                              <p:par>
                                <p:cTn id="35" presetID="12" presetClass="entr" presetSubtype="2" fill="hold" nodeType="after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additive="base">
                                        <p:cTn id="37" dur="500"/>
                                        <p:tgtEl>
                                          <p:spTgt spid="58"/>
                                        </p:tgtEl>
                                        <p:attrNameLst>
                                          <p:attrName>ppt_x</p:attrName>
                                        </p:attrNameLst>
                                      </p:cBhvr>
                                      <p:tavLst>
                                        <p:tav tm="0">
                                          <p:val>
                                            <p:strVal val="#ppt_x+#ppt_w*1.125000"/>
                                          </p:val>
                                        </p:tav>
                                        <p:tav tm="100000">
                                          <p:val>
                                            <p:strVal val="#ppt_x"/>
                                          </p:val>
                                        </p:tav>
                                      </p:tavLst>
                                    </p:anim>
                                    <p:animEffect transition="in" filter="wipe(left)">
                                      <p:cBhvr>
                                        <p:cTn id="38" dur="500"/>
                                        <p:tgtEl>
                                          <p:spTgt spid="58"/>
                                        </p:tgtEl>
                                      </p:cBhvr>
                                    </p:animEffect>
                                  </p:childTnLst>
                                </p:cTn>
                              </p:par>
                            </p:childTnLst>
                          </p:cTn>
                        </p:par>
                        <p:par>
                          <p:cTn id="39" fill="hold">
                            <p:stCondLst>
                              <p:cond delay="3500"/>
                            </p:stCondLst>
                            <p:childTnLst>
                              <p:par>
                                <p:cTn id="40" presetID="53" presetClass="entr" presetSubtype="528" fill="hold" nodeType="afterEffect">
                                  <p:stCondLst>
                                    <p:cond delay="0"/>
                                  </p:stCondLst>
                                  <p:childTnLst>
                                    <p:set>
                                      <p:cBhvr>
                                        <p:cTn id="41" dur="1" fill="hold">
                                          <p:stCondLst>
                                            <p:cond delay="0"/>
                                          </p:stCondLst>
                                        </p:cTn>
                                        <p:tgtEl>
                                          <p:spTgt spid="31"/>
                                        </p:tgtEl>
                                        <p:attrNameLst>
                                          <p:attrName>style.visibility</p:attrName>
                                        </p:attrNameLst>
                                      </p:cBhvr>
                                      <p:to>
                                        <p:strVal val="visible"/>
                                      </p:to>
                                    </p:set>
                                    <p:anim calcmode="lin" valueType="num">
                                      <p:cBhvr>
                                        <p:cTn id="42" dur="500" fill="hold"/>
                                        <p:tgtEl>
                                          <p:spTgt spid="31"/>
                                        </p:tgtEl>
                                        <p:attrNameLst>
                                          <p:attrName>ppt_w</p:attrName>
                                        </p:attrNameLst>
                                      </p:cBhvr>
                                      <p:tavLst>
                                        <p:tav tm="0">
                                          <p:val>
                                            <p:fltVal val="0"/>
                                          </p:val>
                                        </p:tav>
                                        <p:tav tm="100000">
                                          <p:val>
                                            <p:strVal val="#ppt_w"/>
                                          </p:val>
                                        </p:tav>
                                      </p:tavLst>
                                    </p:anim>
                                    <p:anim calcmode="lin" valueType="num">
                                      <p:cBhvr>
                                        <p:cTn id="43" dur="500" fill="hold"/>
                                        <p:tgtEl>
                                          <p:spTgt spid="31"/>
                                        </p:tgtEl>
                                        <p:attrNameLst>
                                          <p:attrName>ppt_h</p:attrName>
                                        </p:attrNameLst>
                                      </p:cBhvr>
                                      <p:tavLst>
                                        <p:tav tm="0">
                                          <p:val>
                                            <p:fltVal val="0"/>
                                          </p:val>
                                        </p:tav>
                                        <p:tav tm="100000">
                                          <p:val>
                                            <p:strVal val="#ppt_h"/>
                                          </p:val>
                                        </p:tav>
                                      </p:tavLst>
                                    </p:anim>
                                    <p:animEffect transition="in" filter="fade">
                                      <p:cBhvr>
                                        <p:cTn id="44" dur="500"/>
                                        <p:tgtEl>
                                          <p:spTgt spid="31"/>
                                        </p:tgtEl>
                                      </p:cBhvr>
                                    </p:animEffect>
                                    <p:anim calcmode="lin" valueType="num">
                                      <p:cBhvr>
                                        <p:cTn id="45" dur="500" fill="hold"/>
                                        <p:tgtEl>
                                          <p:spTgt spid="31"/>
                                        </p:tgtEl>
                                        <p:attrNameLst>
                                          <p:attrName>ppt_x</p:attrName>
                                        </p:attrNameLst>
                                      </p:cBhvr>
                                      <p:tavLst>
                                        <p:tav tm="0">
                                          <p:val>
                                            <p:fltVal val="0.5"/>
                                          </p:val>
                                        </p:tav>
                                        <p:tav tm="100000">
                                          <p:val>
                                            <p:strVal val="#ppt_x"/>
                                          </p:val>
                                        </p:tav>
                                      </p:tavLst>
                                    </p:anim>
                                    <p:anim calcmode="lin" valueType="num">
                                      <p:cBhvr>
                                        <p:cTn id="46" dur="500" fill="hold"/>
                                        <p:tgtEl>
                                          <p:spTgt spid="31"/>
                                        </p:tgtEl>
                                        <p:attrNameLst>
                                          <p:attrName>ppt_y</p:attrName>
                                        </p:attrNameLst>
                                      </p:cBhvr>
                                      <p:tavLst>
                                        <p:tav tm="0">
                                          <p:val>
                                            <p:fltVal val="0.5"/>
                                          </p:val>
                                        </p:tav>
                                        <p:tav tm="100000">
                                          <p:val>
                                            <p:strVal val="#ppt_y"/>
                                          </p:val>
                                        </p:tav>
                                      </p:tavLst>
                                    </p:anim>
                                  </p:childTnLst>
                                </p:cTn>
                              </p:par>
                            </p:childTnLst>
                          </p:cTn>
                        </p:par>
                        <p:par>
                          <p:cTn id="47" fill="hold">
                            <p:stCondLst>
                              <p:cond delay="4000"/>
                            </p:stCondLst>
                            <p:childTnLst>
                              <p:par>
                                <p:cTn id="48" presetID="12" presetClass="entr" presetSubtype="1" fill="hold" nodeType="afterEffect">
                                  <p:stCondLst>
                                    <p:cond delay="0"/>
                                  </p:stCondLst>
                                  <p:childTnLst>
                                    <p:set>
                                      <p:cBhvr>
                                        <p:cTn id="49" dur="1" fill="hold">
                                          <p:stCondLst>
                                            <p:cond delay="0"/>
                                          </p:stCondLst>
                                        </p:cTn>
                                        <p:tgtEl>
                                          <p:spTgt spid="52"/>
                                        </p:tgtEl>
                                        <p:attrNameLst>
                                          <p:attrName>style.visibility</p:attrName>
                                        </p:attrNameLst>
                                      </p:cBhvr>
                                      <p:to>
                                        <p:strVal val="visible"/>
                                      </p:to>
                                    </p:set>
                                    <p:anim calcmode="lin" valueType="num">
                                      <p:cBhvr additive="base">
                                        <p:cTn id="50" dur="500"/>
                                        <p:tgtEl>
                                          <p:spTgt spid="52"/>
                                        </p:tgtEl>
                                        <p:attrNameLst>
                                          <p:attrName>ppt_y</p:attrName>
                                        </p:attrNameLst>
                                      </p:cBhvr>
                                      <p:tavLst>
                                        <p:tav tm="0">
                                          <p:val>
                                            <p:strVal val="#ppt_y-#ppt_h*1.125000"/>
                                          </p:val>
                                        </p:tav>
                                        <p:tav tm="100000">
                                          <p:val>
                                            <p:strVal val="#ppt_y"/>
                                          </p:val>
                                        </p:tav>
                                      </p:tavLst>
                                    </p:anim>
                                    <p:animEffect transition="in" filter="wipe(down)">
                                      <p:cBhvr>
                                        <p:cTn id="51" dur="500"/>
                                        <p:tgtEl>
                                          <p:spTgt spid="52"/>
                                        </p:tgtEl>
                                      </p:cBhvr>
                                    </p:animEffect>
                                  </p:childTnLst>
                                </p:cTn>
                              </p:par>
                            </p:childTnLst>
                          </p:cTn>
                        </p:par>
                        <p:par>
                          <p:cTn id="52" fill="hold">
                            <p:stCondLst>
                              <p:cond delay="4500"/>
                            </p:stCondLst>
                            <p:childTnLst>
                              <p:par>
                                <p:cTn id="53" presetID="53" presetClass="entr" presetSubtype="528" fill="hold" nodeType="after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p:cTn id="55" dur="500" fill="hold"/>
                                        <p:tgtEl>
                                          <p:spTgt spid="27"/>
                                        </p:tgtEl>
                                        <p:attrNameLst>
                                          <p:attrName>ppt_w</p:attrName>
                                        </p:attrNameLst>
                                      </p:cBhvr>
                                      <p:tavLst>
                                        <p:tav tm="0">
                                          <p:val>
                                            <p:fltVal val="0"/>
                                          </p:val>
                                        </p:tav>
                                        <p:tav tm="100000">
                                          <p:val>
                                            <p:strVal val="#ppt_w"/>
                                          </p:val>
                                        </p:tav>
                                      </p:tavLst>
                                    </p:anim>
                                    <p:anim calcmode="lin" valueType="num">
                                      <p:cBhvr>
                                        <p:cTn id="56" dur="500" fill="hold"/>
                                        <p:tgtEl>
                                          <p:spTgt spid="27"/>
                                        </p:tgtEl>
                                        <p:attrNameLst>
                                          <p:attrName>ppt_h</p:attrName>
                                        </p:attrNameLst>
                                      </p:cBhvr>
                                      <p:tavLst>
                                        <p:tav tm="0">
                                          <p:val>
                                            <p:fltVal val="0"/>
                                          </p:val>
                                        </p:tav>
                                        <p:tav tm="100000">
                                          <p:val>
                                            <p:strVal val="#ppt_h"/>
                                          </p:val>
                                        </p:tav>
                                      </p:tavLst>
                                    </p:anim>
                                    <p:animEffect transition="in" filter="fade">
                                      <p:cBhvr>
                                        <p:cTn id="57" dur="500"/>
                                        <p:tgtEl>
                                          <p:spTgt spid="27"/>
                                        </p:tgtEl>
                                      </p:cBhvr>
                                    </p:animEffect>
                                    <p:anim calcmode="lin" valueType="num">
                                      <p:cBhvr>
                                        <p:cTn id="58" dur="500" fill="hold"/>
                                        <p:tgtEl>
                                          <p:spTgt spid="27"/>
                                        </p:tgtEl>
                                        <p:attrNameLst>
                                          <p:attrName>ppt_x</p:attrName>
                                        </p:attrNameLst>
                                      </p:cBhvr>
                                      <p:tavLst>
                                        <p:tav tm="0">
                                          <p:val>
                                            <p:fltVal val="0.5"/>
                                          </p:val>
                                        </p:tav>
                                        <p:tav tm="100000">
                                          <p:val>
                                            <p:strVal val="#ppt_x"/>
                                          </p:val>
                                        </p:tav>
                                      </p:tavLst>
                                    </p:anim>
                                    <p:anim calcmode="lin" valueType="num">
                                      <p:cBhvr>
                                        <p:cTn id="59" dur="500" fill="hold"/>
                                        <p:tgtEl>
                                          <p:spTgt spid="27"/>
                                        </p:tgtEl>
                                        <p:attrNameLst>
                                          <p:attrName>ppt_y</p:attrName>
                                        </p:attrNameLst>
                                      </p:cBhvr>
                                      <p:tavLst>
                                        <p:tav tm="0">
                                          <p:val>
                                            <p:fltVal val="0.5"/>
                                          </p:val>
                                        </p:tav>
                                        <p:tav tm="100000">
                                          <p:val>
                                            <p:strVal val="#ppt_y"/>
                                          </p:val>
                                        </p:tav>
                                      </p:tavLst>
                                    </p:anim>
                                  </p:childTnLst>
                                </p:cTn>
                              </p:par>
                            </p:childTnLst>
                          </p:cTn>
                        </p:par>
                        <p:par>
                          <p:cTn id="60" fill="hold">
                            <p:stCondLst>
                              <p:cond delay="5000"/>
                            </p:stCondLst>
                            <p:childTnLst>
                              <p:par>
                                <p:cTn id="61" presetID="12" presetClass="entr" presetSubtype="1" fill="hold" nodeType="afterEffect">
                                  <p:stCondLst>
                                    <p:cond delay="0"/>
                                  </p:stCondLst>
                                  <p:childTnLst>
                                    <p:set>
                                      <p:cBhvr>
                                        <p:cTn id="62" dur="1" fill="hold">
                                          <p:stCondLst>
                                            <p:cond delay="0"/>
                                          </p:stCondLst>
                                        </p:cTn>
                                        <p:tgtEl>
                                          <p:spTgt spid="55"/>
                                        </p:tgtEl>
                                        <p:attrNameLst>
                                          <p:attrName>style.visibility</p:attrName>
                                        </p:attrNameLst>
                                      </p:cBhvr>
                                      <p:to>
                                        <p:strVal val="visible"/>
                                      </p:to>
                                    </p:set>
                                    <p:anim calcmode="lin" valueType="num">
                                      <p:cBhvr additive="base">
                                        <p:cTn id="63" dur="500"/>
                                        <p:tgtEl>
                                          <p:spTgt spid="55"/>
                                        </p:tgtEl>
                                        <p:attrNameLst>
                                          <p:attrName>ppt_y</p:attrName>
                                        </p:attrNameLst>
                                      </p:cBhvr>
                                      <p:tavLst>
                                        <p:tav tm="0">
                                          <p:val>
                                            <p:strVal val="#ppt_y-#ppt_h*1.125000"/>
                                          </p:val>
                                        </p:tav>
                                        <p:tav tm="100000">
                                          <p:val>
                                            <p:strVal val="#ppt_y"/>
                                          </p:val>
                                        </p:tav>
                                      </p:tavLst>
                                    </p:anim>
                                    <p:animEffect transition="in" filter="wipe(down)">
                                      <p:cBhvr>
                                        <p:cTn id="6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t="-108000" b="-108000"/>
          </a:stretch>
        </a:blip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xmlns="" id="{D4AC5323-1B49-4D26-A15F-6A2D1DE8AF29}"/>
              </a:ext>
            </a:extLst>
          </p:cNvPr>
          <p:cNvSpPr/>
          <p:nvPr/>
        </p:nvSpPr>
        <p:spPr>
          <a:xfrm flipV="1">
            <a:off x="0" y="0"/>
            <a:ext cx="12192000" cy="6858000"/>
          </a:xfrm>
          <a:prstGeom prst="rect">
            <a:avLst/>
          </a:prstGeom>
          <a:gradFill flip="none" rotWithShape="1">
            <a:gsLst>
              <a:gs pos="15000">
                <a:schemeClr val="bg1"/>
              </a:gs>
              <a:gs pos="100000">
                <a:schemeClr val="bg1">
                  <a:alpha val="18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useBgFill="1">
        <p:nvSpPr>
          <p:cNvPr id="13" name="矩形 12">
            <a:extLst>
              <a:ext uri="{FF2B5EF4-FFF2-40B4-BE49-F238E27FC236}">
                <a16:creationId xmlns:a16="http://schemas.microsoft.com/office/drawing/2014/main" xmlns="" id="{3918979C-A7A7-4BEF-9F95-2FF708092AB2}"/>
              </a:ext>
            </a:extLst>
          </p:cNvPr>
          <p:cNvSpPr/>
          <p:nvPr/>
        </p:nvSpPr>
        <p:spPr>
          <a:xfrm>
            <a:off x="1470331" y="0"/>
            <a:ext cx="1935244" cy="50792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4" name="文本框 13">
            <a:extLst>
              <a:ext uri="{FF2B5EF4-FFF2-40B4-BE49-F238E27FC236}">
                <a16:creationId xmlns:a16="http://schemas.microsoft.com/office/drawing/2014/main" xmlns="" id="{BEBA3442-0DDE-4A7B-8429-D0A5989E2C1D}"/>
              </a:ext>
            </a:extLst>
          </p:cNvPr>
          <p:cNvSpPr txBox="1"/>
          <p:nvPr/>
        </p:nvSpPr>
        <p:spPr>
          <a:xfrm>
            <a:off x="3620924" y="4257675"/>
            <a:ext cx="4275883" cy="830997"/>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tab pos="3949700" algn="l"/>
              </a:tabLst>
              <a:defRPr/>
            </a:pPr>
            <a:r>
              <a:rPr kumimoji="0" lang="zh-CN" altLang="en-US" sz="48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输入标题</a:t>
            </a:r>
          </a:p>
        </p:txBody>
      </p:sp>
      <p:sp>
        <p:nvSpPr>
          <p:cNvPr id="15" name="文本框 14">
            <a:extLst>
              <a:ext uri="{FF2B5EF4-FFF2-40B4-BE49-F238E27FC236}">
                <a16:creationId xmlns:a16="http://schemas.microsoft.com/office/drawing/2014/main" xmlns="" id="{ABFC6DBB-02E2-42B8-BC22-47B7E09B5689}"/>
              </a:ext>
            </a:extLst>
          </p:cNvPr>
          <p:cNvSpPr txBox="1"/>
          <p:nvPr/>
        </p:nvSpPr>
        <p:spPr>
          <a:xfrm>
            <a:off x="880616" y="3009258"/>
            <a:ext cx="3114675" cy="1877437"/>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PART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rPr>
              <a:t>04</a:t>
            </a:r>
            <a:endParaRPr kumimoji="0" lang="zh-CN" altLang="en-US" sz="72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Bold" panose="020B0800000000000000" pitchFamily="34" charset="-122"/>
              <a:ea typeface="思源黑体 CN Bold" panose="020B0800000000000000" pitchFamily="34" charset="-122"/>
              <a:cs typeface="+mn-cs"/>
              <a:sym typeface="Source Han Serif SC" panose="02020400000000000000" pitchFamily="18" charset="-122"/>
            </a:endParaRPr>
          </a:p>
        </p:txBody>
      </p:sp>
      <p:sp>
        <p:nvSpPr>
          <p:cNvPr id="16" name="矩形 15">
            <a:extLst>
              <a:ext uri="{FF2B5EF4-FFF2-40B4-BE49-F238E27FC236}">
                <a16:creationId xmlns:a16="http://schemas.microsoft.com/office/drawing/2014/main" xmlns="" id="{FAC5D891-B377-4DFD-84AA-E911824FAFBA}"/>
              </a:ext>
            </a:extLst>
          </p:cNvPr>
          <p:cNvSpPr/>
          <p:nvPr/>
        </p:nvSpPr>
        <p:spPr bwMode="auto">
          <a:xfrm>
            <a:off x="1469103" y="5184508"/>
            <a:ext cx="4702879" cy="704873"/>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smtClean="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sym typeface="Source Han Serif SC" panose="02020400000000000000" pitchFamily="18" charset="-122"/>
              </a:rPr>
              <a:t>点击这里，输入合适的内容。点击这里，输入合适的内容。点击这里，输入合适的内容。</a:t>
            </a:r>
            <a:endParaRPr kumimoji="0" lang="en-US" altLang="zh-CN" sz="14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sym typeface="Source Han Serif SC" panose="02020400000000000000" pitchFamily="18" charset="-122"/>
            </a:endParaRPr>
          </a:p>
        </p:txBody>
      </p:sp>
      <p:sp useBgFill="1">
        <p:nvSpPr>
          <p:cNvPr id="17" name="矩形 16">
            <a:extLst>
              <a:ext uri="{FF2B5EF4-FFF2-40B4-BE49-F238E27FC236}">
                <a16:creationId xmlns:a16="http://schemas.microsoft.com/office/drawing/2014/main" xmlns="" id="{2D4200A8-AB7A-487B-9B4D-AEFCA4083027}"/>
              </a:ext>
            </a:extLst>
          </p:cNvPr>
          <p:cNvSpPr/>
          <p:nvPr/>
        </p:nvSpPr>
        <p:spPr>
          <a:xfrm>
            <a:off x="1470331" y="6488516"/>
            <a:ext cx="1935244" cy="3694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Tree>
    <p:extLst>
      <p:ext uri="{BB962C8B-B14F-4D97-AF65-F5344CB8AC3E}">
        <p14:creationId xmlns:p14="http://schemas.microsoft.com/office/powerpoint/2010/main" val="262131972"/>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horizontal)">
                                      <p:cBhvr>
                                        <p:cTn id="11" dur="500"/>
                                        <p:tgtEl>
                                          <p:spTgt spid="14"/>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randombar(horizontal)">
                                      <p:cBhvr>
                                        <p:cTn id="15" dur="500"/>
                                        <p:tgtEl>
                                          <p:spTgt spid="15"/>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randombar(horizontal)">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2788613" y="1947963"/>
            <a:ext cx="2882206" cy="2882206"/>
          </a:xfrm>
          <a:prstGeom prst="ellipse">
            <a:avLst/>
          </a:prstGeom>
          <a:solidFill>
            <a:schemeClr val="accent4">
              <a:lumMod val="20000"/>
              <a:lumOff val="80000"/>
            </a:schemeClr>
          </a:solidFill>
          <a:ln w="5715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6" name="Group 5"/>
          <p:cNvGrpSpPr/>
          <p:nvPr/>
        </p:nvGrpSpPr>
        <p:grpSpPr>
          <a:xfrm>
            <a:off x="704373" y="2691968"/>
            <a:ext cx="3715390" cy="2138201"/>
            <a:chOff x="8440747" y="4796156"/>
            <a:chExt cx="2786063" cy="1603375"/>
          </a:xfrm>
        </p:grpSpPr>
        <p:sp>
          <p:nvSpPr>
            <p:cNvPr id="7" name="Freeform 45"/>
            <p:cNvSpPr/>
            <p:nvPr/>
          </p:nvSpPr>
          <p:spPr bwMode="auto">
            <a:xfrm>
              <a:off x="8440747" y="6337618"/>
              <a:ext cx="1403350" cy="61913"/>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Freeform 46"/>
            <p:cNvSpPr/>
            <p:nvPr/>
          </p:nvSpPr>
          <p:spPr bwMode="auto">
            <a:xfrm>
              <a:off x="9823459" y="6337618"/>
              <a:ext cx="1403350" cy="61913"/>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Freeform 47"/>
            <p:cNvSpPr/>
            <p:nvPr/>
          </p:nvSpPr>
          <p:spPr bwMode="auto">
            <a:xfrm>
              <a:off x="8715384" y="4796156"/>
              <a:ext cx="2257425" cy="1546225"/>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Freeform 48"/>
            <p:cNvSpPr/>
            <p:nvPr/>
          </p:nvSpPr>
          <p:spPr bwMode="auto">
            <a:xfrm>
              <a:off x="8723322" y="4804093"/>
              <a:ext cx="2243138" cy="1530350"/>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18181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Freeform 49"/>
            <p:cNvSpPr/>
            <p:nvPr/>
          </p:nvSpPr>
          <p:spPr bwMode="auto">
            <a:xfrm>
              <a:off x="8723322" y="6269356"/>
              <a:ext cx="2243138" cy="65088"/>
            </a:xfrm>
            <a:custGeom>
              <a:avLst/>
              <a:gdLst>
                <a:gd name="T0" fmla="*/ 1414 w 1414"/>
                <a:gd name="T1" fmla="*/ 0 h 41"/>
                <a:gd name="T2" fmla="*/ 1396 w 1414"/>
                <a:gd name="T3" fmla="*/ 9 h 41"/>
                <a:gd name="T4" fmla="*/ 18 w 1414"/>
                <a:gd name="T5" fmla="*/ 9 h 41"/>
                <a:gd name="T6" fmla="*/ 0 w 1414"/>
                <a:gd name="T7" fmla="*/ 0 h 41"/>
                <a:gd name="T8" fmla="*/ 0 w 1414"/>
                <a:gd name="T9" fmla="*/ 1 h 41"/>
                <a:gd name="T10" fmla="*/ 40 w 1414"/>
                <a:gd name="T11" fmla="*/ 41 h 41"/>
                <a:gd name="T12" fmla="*/ 1373 w 1414"/>
                <a:gd name="T13" fmla="*/ 41 h 41"/>
                <a:gd name="T14" fmla="*/ 1414 w 1414"/>
                <a:gd name="T15" fmla="*/ 1 h 41"/>
                <a:gd name="T16" fmla="*/ 1414 w 1414"/>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41">
                  <a:moveTo>
                    <a:pt x="1414" y="0"/>
                  </a:moveTo>
                  <a:cubicBezTo>
                    <a:pt x="1409" y="6"/>
                    <a:pt x="1403" y="9"/>
                    <a:pt x="1396" y="9"/>
                  </a:cubicBezTo>
                  <a:cubicBezTo>
                    <a:pt x="18" y="9"/>
                    <a:pt x="18" y="9"/>
                    <a:pt x="18" y="9"/>
                  </a:cubicBezTo>
                  <a:cubicBezTo>
                    <a:pt x="10" y="9"/>
                    <a:pt x="4" y="6"/>
                    <a:pt x="0" y="0"/>
                  </a:cubicBezTo>
                  <a:cubicBezTo>
                    <a:pt x="0" y="1"/>
                    <a:pt x="0" y="1"/>
                    <a:pt x="0" y="1"/>
                  </a:cubicBezTo>
                  <a:cubicBezTo>
                    <a:pt x="0" y="23"/>
                    <a:pt x="18" y="41"/>
                    <a:pt x="40" y="41"/>
                  </a:cubicBezTo>
                  <a:cubicBezTo>
                    <a:pt x="1373" y="41"/>
                    <a:pt x="1373" y="41"/>
                    <a:pt x="1373" y="41"/>
                  </a:cubicBezTo>
                  <a:cubicBezTo>
                    <a:pt x="1396" y="41"/>
                    <a:pt x="1414" y="23"/>
                    <a:pt x="1414" y="1"/>
                  </a:cubicBezTo>
                  <a:lnTo>
                    <a:pt x="1414" y="0"/>
                  </a:lnTo>
                  <a:close/>
                </a:path>
              </a:pathLst>
            </a:custGeom>
            <a:solidFill>
              <a:srgbClr val="0C0D1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Rectangle 50"/>
            <p:cNvSpPr>
              <a:spLocks noChangeArrowheads="1"/>
            </p:cNvSpPr>
            <p:nvPr/>
          </p:nvSpPr>
          <p:spPr bwMode="auto">
            <a:xfrm>
              <a:off x="8440747" y="6312218"/>
              <a:ext cx="2786063" cy="50800"/>
            </a:xfrm>
            <a:prstGeom prst="rect">
              <a:avLst/>
            </a:prstGeom>
            <a:solidFill>
              <a:srgbClr val="D2D6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Freeform 51"/>
            <p:cNvSpPr/>
            <p:nvPr/>
          </p:nvSpPr>
          <p:spPr bwMode="auto">
            <a:xfrm>
              <a:off x="9632959" y="6312218"/>
              <a:ext cx="400050" cy="28575"/>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 name="Rectangle 52"/>
            <p:cNvSpPr>
              <a:spLocks noChangeArrowheads="1"/>
            </p:cNvSpPr>
            <p:nvPr/>
          </p:nvSpPr>
          <p:spPr bwMode="auto">
            <a:xfrm>
              <a:off x="8797934" y="4900931"/>
              <a:ext cx="2093913" cy="1322388"/>
            </a:xfrm>
            <a:prstGeom prst="rect">
              <a:avLst/>
            </a:prstGeom>
            <a:solidFill>
              <a:srgbClr val="0C0D1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 name="Rectangle 53"/>
            <p:cNvSpPr>
              <a:spLocks noChangeArrowheads="1"/>
            </p:cNvSpPr>
            <p:nvPr/>
          </p:nvSpPr>
          <p:spPr bwMode="auto">
            <a:xfrm>
              <a:off x="8804284" y="4908868"/>
              <a:ext cx="2079625" cy="1308100"/>
            </a:xfrm>
            <a:prstGeom prst="rect">
              <a:avLst/>
            </a:prstGeom>
            <a:blipFill>
              <a:blip r:embed="rId3"/>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 name="Oval 54"/>
            <p:cNvSpPr>
              <a:spLocks noChangeArrowheads="1"/>
            </p:cNvSpPr>
            <p:nvPr/>
          </p:nvSpPr>
          <p:spPr bwMode="auto">
            <a:xfrm>
              <a:off x="9831397" y="4845368"/>
              <a:ext cx="23813" cy="23813"/>
            </a:xfrm>
            <a:prstGeom prst="ellipse">
              <a:avLst/>
            </a:prstGeom>
            <a:solidFill>
              <a:srgbClr val="2C2C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Oval 55"/>
            <p:cNvSpPr>
              <a:spLocks noChangeArrowheads="1"/>
            </p:cNvSpPr>
            <p:nvPr/>
          </p:nvSpPr>
          <p:spPr bwMode="auto">
            <a:xfrm>
              <a:off x="9831397" y="4843781"/>
              <a:ext cx="23813" cy="22225"/>
            </a:xfrm>
            <a:prstGeom prst="ellipse">
              <a:avLst/>
            </a:prstGeom>
            <a:solidFill>
              <a:srgbClr val="0A0A0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Oval 56"/>
            <p:cNvSpPr>
              <a:spLocks noChangeArrowheads="1"/>
            </p:cNvSpPr>
            <p:nvPr/>
          </p:nvSpPr>
          <p:spPr bwMode="auto">
            <a:xfrm>
              <a:off x="9836159" y="4846956"/>
              <a:ext cx="14288" cy="1587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Oval 57"/>
            <p:cNvSpPr>
              <a:spLocks noChangeArrowheads="1"/>
            </p:cNvSpPr>
            <p:nvPr/>
          </p:nvSpPr>
          <p:spPr bwMode="auto">
            <a:xfrm>
              <a:off x="9839334" y="4851718"/>
              <a:ext cx="7938" cy="7938"/>
            </a:xfrm>
            <a:prstGeom prst="ellipse">
              <a:avLst/>
            </a:prstGeom>
            <a:solidFill>
              <a:srgbClr val="2C99B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Freeform 58"/>
            <p:cNvSpPr/>
            <p:nvPr/>
          </p:nvSpPr>
          <p:spPr bwMode="auto">
            <a:xfrm>
              <a:off x="9842509" y="4853306"/>
              <a:ext cx="1588" cy="3175"/>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7" name="Group 26"/>
          <p:cNvGrpSpPr/>
          <p:nvPr/>
        </p:nvGrpSpPr>
        <p:grpSpPr>
          <a:xfrm>
            <a:off x="2838669" y="4370719"/>
            <a:ext cx="1623042" cy="1623042"/>
            <a:chOff x="2838669" y="4370719"/>
            <a:chExt cx="1623042" cy="1623042"/>
          </a:xfrm>
        </p:grpSpPr>
        <p:sp>
          <p:nvSpPr>
            <p:cNvPr id="23" name="Oval 22"/>
            <p:cNvSpPr/>
            <p:nvPr/>
          </p:nvSpPr>
          <p:spPr>
            <a:xfrm>
              <a:off x="2838669" y="4370719"/>
              <a:ext cx="1623042" cy="16230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35" name="组合 30"/>
            <p:cNvGrpSpPr/>
            <p:nvPr/>
          </p:nvGrpSpPr>
          <p:grpSpPr>
            <a:xfrm>
              <a:off x="3261976" y="4797962"/>
              <a:ext cx="871427" cy="818921"/>
              <a:chOff x="6902450" y="1241425"/>
              <a:chExt cx="1633537" cy="1535113"/>
            </a:xfrm>
            <a:solidFill>
              <a:schemeClr val="tx1"/>
            </a:solidFill>
          </p:grpSpPr>
          <p:sp>
            <p:nvSpPr>
              <p:cNvPr id="36" name="Freeform 35"/>
              <p:cNvSpPr>
                <a:spLocks noEditPoints="1"/>
              </p:cNvSpPr>
              <p:nvPr/>
            </p:nvSpPr>
            <p:spPr bwMode="auto">
              <a:xfrm>
                <a:off x="6902450" y="1241425"/>
                <a:ext cx="1504950" cy="1316038"/>
              </a:xfrm>
              <a:custGeom>
                <a:avLst/>
                <a:gdLst>
                  <a:gd name="T0" fmla="*/ 719 w 948"/>
                  <a:gd name="T1" fmla="*/ 235 h 829"/>
                  <a:gd name="T2" fmla="*/ 694 w 948"/>
                  <a:gd name="T3" fmla="*/ 273 h 829"/>
                  <a:gd name="T4" fmla="*/ 948 w 948"/>
                  <a:gd name="T5" fmla="*/ 365 h 829"/>
                  <a:gd name="T6" fmla="*/ 375 w 948"/>
                  <a:gd name="T7" fmla="*/ 254 h 829"/>
                  <a:gd name="T8" fmla="*/ 496 w 948"/>
                  <a:gd name="T9" fmla="*/ 238 h 829"/>
                  <a:gd name="T10" fmla="*/ 617 w 948"/>
                  <a:gd name="T11" fmla="*/ 183 h 829"/>
                  <a:gd name="T12" fmla="*/ 513 w 948"/>
                  <a:gd name="T13" fmla="*/ 6 h 829"/>
                  <a:gd name="T14" fmla="*/ 419 w 948"/>
                  <a:gd name="T15" fmla="*/ 150 h 829"/>
                  <a:gd name="T16" fmla="*/ 375 w 948"/>
                  <a:gd name="T17" fmla="*/ 254 h 829"/>
                  <a:gd name="T18" fmla="*/ 673 w 948"/>
                  <a:gd name="T19" fmla="*/ 283 h 829"/>
                  <a:gd name="T20" fmla="*/ 632 w 948"/>
                  <a:gd name="T21" fmla="*/ 277 h 829"/>
                  <a:gd name="T22" fmla="*/ 602 w 948"/>
                  <a:gd name="T23" fmla="*/ 242 h 829"/>
                  <a:gd name="T24" fmla="*/ 407 w 948"/>
                  <a:gd name="T25" fmla="*/ 304 h 829"/>
                  <a:gd name="T26" fmla="*/ 382 w 948"/>
                  <a:gd name="T27" fmla="*/ 352 h 829"/>
                  <a:gd name="T28" fmla="*/ 346 w 948"/>
                  <a:gd name="T29" fmla="*/ 360 h 829"/>
                  <a:gd name="T30" fmla="*/ 346 w 948"/>
                  <a:gd name="T31" fmla="*/ 590 h 829"/>
                  <a:gd name="T32" fmla="*/ 388 w 948"/>
                  <a:gd name="T33" fmla="*/ 633 h 829"/>
                  <a:gd name="T34" fmla="*/ 509 w 948"/>
                  <a:gd name="T35" fmla="*/ 683 h 829"/>
                  <a:gd name="T36" fmla="*/ 669 w 948"/>
                  <a:gd name="T37" fmla="*/ 661 h 829"/>
                  <a:gd name="T38" fmla="*/ 357 w 948"/>
                  <a:gd name="T39" fmla="*/ 696 h 829"/>
                  <a:gd name="T40" fmla="*/ 477 w 948"/>
                  <a:gd name="T41" fmla="*/ 811 h 829"/>
                  <a:gd name="T42" fmla="*/ 627 w 948"/>
                  <a:gd name="T43" fmla="*/ 715 h 829"/>
                  <a:gd name="T44" fmla="*/ 421 w 948"/>
                  <a:gd name="T45" fmla="*/ 690 h 829"/>
                  <a:gd name="T46" fmla="*/ 307 w 948"/>
                  <a:gd name="T47" fmla="*/ 342 h 829"/>
                  <a:gd name="T48" fmla="*/ 144 w 948"/>
                  <a:gd name="T49" fmla="*/ 465 h 829"/>
                  <a:gd name="T50" fmla="*/ 155 w 948"/>
                  <a:gd name="T51" fmla="*/ 515 h 829"/>
                  <a:gd name="T52" fmla="*/ 284 w 948"/>
                  <a:gd name="T53" fmla="*/ 611 h 829"/>
                  <a:gd name="T54" fmla="*/ 313 w 948"/>
                  <a:gd name="T55" fmla="*/ 590 h 829"/>
                  <a:gd name="T56" fmla="*/ 315 w 948"/>
                  <a:gd name="T57" fmla="*/ 350 h 829"/>
                  <a:gd name="T58" fmla="*/ 48 w 948"/>
                  <a:gd name="T59" fmla="*/ 471 h 829"/>
                  <a:gd name="T60" fmla="*/ 2 w 948"/>
                  <a:gd name="T61" fmla="*/ 506 h 829"/>
                  <a:gd name="T62" fmla="*/ 52 w 948"/>
                  <a:gd name="T63" fmla="*/ 533 h 829"/>
                  <a:gd name="T64" fmla="*/ 661 w 948"/>
                  <a:gd name="T65" fmla="*/ 165 h 829"/>
                  <a:gd name="T66" fmla="*/ 705 w 948"/>
                  <a:gd name="T67" fmla="*/ 185 h 829"/>
                  <a:gd name="T68" fmla="*/ 807 w 948"/>
                  <a:gd name="T69" fmla="*/ 219 h 829"/>
                  <a:gd name="T70" fmla="*/ 819 w 948"/>
                  <a:gd name="T71" fmla="*/ 138 h 829"/>
                  <a:gd name="T72" fmla="*/ 642 w 948"/>
                  <a:gd name="T73" fmla="*/ 27 h 829"/>
                  <a:gd name="T74" fmla="*/ 571 w 948"/>
                  <a:gd name="T75" fmla="*/ 42 h 829"/>
                  <a:gd name="T76" fmla="*/ 661 w 948"/>
                  <a:gd name="T77" fmla="*/ 165 h 829"/>
                  <a:gd name="T78" fmla="*/ 290 w 948"/>
                  <a:gd name="T79" fmla="*/ 686 h 829"/>
                  <a:gd name="T80" fmla="*/ 275 w 948"/>
                  <a:gd name="T81" fmla="*/ 633 h 829"/>
                  <a:gd name="T82" fmla="*/ 134 w 948"/>
                  <a:gd name="T83" fmla="*/ 546 h 829"/>
                  <a:gd name="T84" fmla="*/ 84 w 948"/>
                  <a:gd name="T85" fmla="*/ 554 h 829"/>
                  <a:gd name="T86" fmla="*/ 36 w 948"/>
                  <a:gd name="T87" fmla="*/ 658 h 829"/>
                  <a:gd name="T88" fmla="*/ 167 w 948"/>
                  <a:gd name="T89" fmla="*/ 798 h 829"/>
                  <a:gd name="T90" fmla="*/ 342 w 948"/>
                  <a:gd name="T91" fmla="*/ 829 h 829"/>
                  <a:gd name="T92" fmla="*/ 332 w 948"/>
                  <a:gd name="T93" fmla="*/ 702 h 829"/>
                  <a:gd name="T94" fmla="*/ 127 w 948"/>
                  <a:gd name="T95" fmla="*/ 448 h 829"/>
                  <a:gd name="T96" fmla="*/ 292 w 948"/>
                  <a:gd name="T97" fmla="*/ 313 h 829"/>
                  <a:gd name="T98" fmla="*/ 309 w 948"/>
                  <a:gd name="T99" fmla="*/ 263 h 829"/>
                  <a:gd name="T100" fmla="*/ 352 w 948"/>
                  <a:gd name="T101" fmla="*/ 248 h 829"/>
                  <a:gd name="T102" fmla="*/ 396 w 948"/>
                  <a:gd name="T103" fmla="*/ 144 h 829"/>
                  <a:gd name="T104" fmla="*/ 490 w 948"/>
                  <a:gd name="T105" fmla="*/ 0 h 829"/>
                  <a:gd name="T106" fmla="*/ 273 w 948"/>
                  <a:gd name="T107" fmla="*/ 48 h 829"/>
                  <a:gd name="T108" fmla="*/ 102 w 948"/>
                  <a:gd name="T109" fmla="*/ 185 h 829"/>
                  <a:gd name="T110" fmla="*/ 17 w 948"/>
                  <a:gd name="T111" fmla="*/ 356 h 829"/>
                  <a:gd name="T112" fmla="*/ 71 w 948"/>
                  <a:gd name="T113" fmla="*/ 448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8" h="829">
                    <a:moveTo>
                      <a:pt x="909" y="263"/>
                    </a:moveTo>
                    <a:lnTo>
                      <a:pt x="909" y="263"/>
                    </a:lnTo>
                    <a:lnTo>
                      <a:pt x="863" y="252"/>
                    </a:lnTo>
                    <a:lnTo>
                      <a:pt x="815" y="244"/>
                    </a:lnTo>
                    <a:lnTo>
                      <a:pt x="767" y="238"/>
                    </a:lnTo>
                    <a:lnTo>
                      <a:pt x="719" y="235"/>
                    </a:lnTo>
                    <a:lnTo>
                      <a:pt x="719" y="235"/>
                    </a:lnTo>
                    <a:lnTo>
                      <a:pt x="715" y="246"/>
                    </a:lnTo>
                    <a:lnTo>
                      <a:pt x="711" y="256"/>
                    </a:lnTo>
                    <a:lnTo>
                      <a:pt x="702" y="267"/>
                    </a:lnTo>
                    <a:lnTo>
                      <a:pt x="694" y="273"/>
                    </a:lnTo>
                    <a:lnTo>
                      <a:pt x="694" y="273"/>
                    </a:lnTo>
                    <a:lnTo>
                      <a:pt x="705" y="310"/>
                    </a:lnTo>
                    <a:lnTo>
                      <a:pt x="715" y="348"/>
                    </a:lnTo>
                    <a:lnTo>
                      <a:pt x="723" y="385"/>
                    </a:lnTo>
                    <a:lnTo>
                      <a:pt x="730" y="425"/>
                    </a:lnTo>
                    <a:lnTo>
                      <a:pt x="948" y="365"/>
                    </a:lnTo>
                    <a:lnTo>
                      <a:pt x="948" y="365"/>
                    </a:lnTo>
                    <a:lnTo>
                      <a:pt x="940" y="338"/>
                    </a:lnTo>
                    <a:lnTo>
                      <a:pt x="932" y="313"/>
                    </a:lnTo>
                    <a:lnTo>
                      <a:pt x="921" y="288"/>
                    </a:lnTo>
                    <a:lnTo>
                      <a:pt x="909" y="263"/>
                    </a:lnTo>
                    <a:lnTo>
                      <a:pt x="909" y="263"/>
                    </a:lnTo>
                    <a:close/>
                    <a:moveTo>
                      <a:pt x="375" y="254"/>
                    </a:moveTo>
                    <a:lnTo>
                      <a:pt x="375" y="254"/>
                    </a:lnTo>
                    <a:lnTo>
                      <a:pt x="388" y="260"/>
                    </a:lnTo>
                    <a:lnTo>
                      <a:pt x="396" y="271"/>
                    </a:lnTo>
                    <a:lnTo>
                      <a:pt x="396" y="271"/>
                    </a:lnTo>
                    <a:lnTo>
                      <a:pt x="446" y="254"/>
                    </a:lnTo>
                    <a:lnTo>
                      <a:pt x="496" y="238"/>
                    </a:lnTo>
                    <a:lnTo>
                      <a:pt x="548" y="227"/>
                    </a:lnTo>
                    <a:lnTo>
                      <a:pt x="600" y="219"/>
                    </a:lnTo>
                    <a:lnTo>
                      <a:pt x="600" y="219"/>
                    </a:lnTo>
                    <a:lnTo>
                      <a:pt x="605" y="206"/>
                    </a:lnTo>
                    <a:lnTo>
                      <a:pt x="609" y="194"/>
                    </a:lnTo>
                    <a:lnTo>
                      <a:pt x="617" y="183"/>
                    </a:lnTo>
                    <a:lnTo>
                      <a:pt x="627" y="175"/>
                    </a:lnTo>
                    <a:lnTo>
                      <a:pt x="627" y="175"/>
                    </a:lnTo>
                    <a:lnTo>
                      <a:pt x="602" y="131"/>
                    </a:lnTo>
                    <a:lnTo>
                      <a:pt x="575" y="88"/>
                    </a:lnTo>
                    <a:lnTo>
                      <a:pt x="546" y="46"/>
                    </a:lnTo>
                    <a:lnTo>
                      <a:pt x="513" y="6"/>
                    </a:lnTo>
                    <a:lnTo>
                      <a:pt x="513" y="6"/>
                    </a:lnTo>
                    <a:lnTo>
                      <a:pt x="492" y="33"/>
                    </a:lnTo>
                    <a:lnTo>
                      <a:pt x="471" y="63"/>
                    </a:lnTo>
                    <a:lnTo>
                      <a:pt x="452" y="90"/>
                    </a:lnTo>
                    <a:lnTo>
                      <a:pt x="436" y="121"/>
                    </a:lnTo>
                    <a:lnTo>
                      <a:pt x="419" y="150"/>
                    </a:lnTo>
                    <a:lnTo>
                      <a:pt x="405" y="181"/>
                    </a:lnTo>
                    <a:lnTo>
                      <a:pt x="390" y="215"/>
                    </a:lnTo>
                    <a:lnTo>
                      <a:pt x="377" y="246"/>
                    </a:lnTo>
                    <a:lnTo>
                      <a:pt x="377" y="246"/>
                    </a:lnTo>
                    <a:lnTo>
                      <a:pt x="375" y="254"/>
                    </a:lnTo>
                    <a:lnTo>
                      <a:pt x="375" y="254"/>
                    </a:lnTo>
                    <a:close/>
                    <a:moveTo>
                      <a:pt x="707" y="429"/>
                    </a:moveTo>
                    <a:lnTo>
                      <a:pt x="707" y="429"/>
                    </a:lnTo>
                    <a:lnTo>
                      <a:pt x="700" y="394"/>
                    </a:lnTo>
                    <a:lnTo>
                      <a:pt x="694" y="356"/>
                    </a:lnTo>
                    <a:lnTo>
                      <a:pt x="684" y="319"/>
                    </a:lnTo>
                    <a:lnTo>
                      <a:pt x="673" y="283"/>
                    </a:lnTo>
                    <a:lnTo>
                      <a:pt x="673" y="283"/>
                    </a:lnTo>
                    <a:lnTo>
                      <a:pt x="661" y="285"/>
                    </a:lnTo>
                    <a:lnTo>
                      <a:pt x="661" y="285"/>
                    </a:lnTo>
                    <a:lnTo>
                      <a:pt x="650" y="283"/>
                    </a:lnTo>
                    <a:lnTo>
                      <a:pt x="640" y="281"/>
                    </a:lnTo>
                    <a:lnTo>
                      <a:pt x="632" y="277"/>
                    </a:lnTo>
                    <a:lnTo>
                      <a:pt x="623" y="273"/>
                    </a:lnTo>
                    <a:lnTo>
                      <a:pt x="617" y="267"/>
                    </a:lnTo>
                    <a:lnTo>
                      <a:pt x="611" y="258"/>
                    </a:lnTo>
                    <a:lnTo>
                      <a:pt x="607" y="250"/>
                    </a:lnTo>
                    <a:lnTo>
                      <a:pt x="602" y="242"/>
                    </a:lnTo>
                    <a:lnTo>
                      <a:pt x="602" y="242"/>
                    </a:lnTo>
                    <a:lnTo>
                      <a:pt x="552" y="250"/>
                    </a:lnTo>
                    <a:lnTo>
                      <a:pt x="502" y="260"/>
                    </a:lnTo>
                    <a:lnTo>
                      <a:pt x="455" y="275"/>
                    </a:lnTo>
                    <a:lnTo>
                      <a:pt x="407" y="294"/>
                    </a:lnTo>
                    <a:lnTo>
                      <a:pt x="407" y="294"/>
                    </a:lnTo>
                    <a:lnTo>
                      <a:pt x="407" y="304"/>
                    </a:lnTo>
                    <a:lnTo>
                      <a:pt x="407" y="304"/>
                    </a:lnTo>
                    <a:lnTo>
                      <a:pt x="407" y="317"/>
                    </a:lnTo>
                    <a:lnTo>
                      <a:pt x="402" y="327"/>
                    </a:lnTo>
                    <a:lnTo>
                      <a:pt x="396" y="335"/>
                    </a:lnTo>
                    <a:lnTo>
                      <a:pt x="390" y="344"/>
                    </a:lnTo>
                    <a:lnTo>
                      <a:pt x="382" y="352"/>
                    </a:lnTo>
                    <a:lnTo>
                      <a:pt x="371" y="356"/>
                    </a:lnTo>
                    <a:lnTo>
                      <a:pt x="361" y="360"/>
                    </a:lnTo>
                    <a:lnTo>
                      <a:pt x="350" y="363"/>
                    </a:lnTo>
                    <a:lnTo>
                      <a:pt x="350" y="363"/>
                    </a:lnTo>
                    <a:lnTo>
                      <a:pt x="346" y="360"/>
                    </a:lnTo>
                    <a:lnTo>
                      <a:pt x="346" y="360"/>
                    </a:lnTo>
                    <a:lnTo>
                      <a:pt x="338" y="417"/>
                    </a:lnTo>
                    <a:lnTo>
                      <a:pt x="334" y="473"/>
                    </a:lnTo>
                    <a:lnTo>
                      <a:pt x="332" y="531"/>
                    </a:lnTo>
                    <a:lnTo>
                      <a:pt x="336" y="588"/>
                    </a:lnTo>
                    <a:lnTo>
                      <a:pt x="336" y="588"/>
                    </a:lnTo>
                    <a:lnTo>
                      <a:pt x="346" y="590"/>
                    </a:lnTo>
                    <a:lnTo>
                      <a:pt x="357" y="592"/>
                    </a:lnTo>
                    <a:lnTo>
                      <a:pt x="365" y="598"/>
                    </a:lnTo>
                    <a:lnTo>
                      <a:pt x="373" y="604"/>
                    </a:lnTo>
                    <a:lnTo>
                      <a:pt x="380" y="613"/>
                    </a:lnTo>
                    <a:lnTo>
                      <a:pt x="384" y="623"/>
                    </a:lnTo>
                    <a:lnTo>
                      <a:pt x="388" y="633"/>
                    </a:lnTo>
                    <a:lnTo>
                      <a:pt x="388" y="644"/>
                    </a:lnTo>
                    <a:lnTo>
                      <a:pt x="388" y="644"/>
                    </a:lnTo>
                    <a:lnTo>
                      <a:pt x="388" y="654"/>
                    </a:lnTo>
                    <a:lnTo>
                      <a:pt x="388" y="654"/>
                    </a:lnTo>
                    <a:lnTo>
                      <a:pt x="448" y="671"/>
                    </a:lnTo>
                    <a:lnTo>
                      <a:pt x="509" y="683"/>
                    </a:lnTo>
                    <a:lnTo>
                      <a:pt x="571" y="690"/>
                    </a:lnTo>
                    <a:lnTo>
                      <a:pt x="634" y="694"/>
                    </a:lnTo>
                    <a:lnTo>
                      <a:pt x="634" y="694"/>
                    </a:lnTo>
                    <a:lnTo>
                      <a:pt x="646" y="692"/>
                    </a:lnTo>
                    <a:lnTo>
                      <a:pt x="646" y="692"/>
                    </a:lnTo>
                    <a:lnTo>
                      <a:pt x="669" y="661"/>
                    </a:lnTo>
                    <a:lnTo>
                      <a:pt x="688" y="629"/>
                    </a:lnTo>
                    <a:lnTo>
                      <a:pt x="700" y="600"/>
                    </a:lnTo>
                    <a:lnTo>
                      <a:pt x="711" y="575"/>
                    </a:lnTo>
                    <a:lnTo>
                      <a:pt x="523" y="481"/>
                    </a:lnTo>
                    <a:lnTo>
                      <a:pt x="707" y="429"/>
                    </a:lnTo>
                    <a:close/>
                    <a:moveTo>
                      <a:pt x="357" y="696"/>
                    </a:moveTo>
                    <a:lnTo>
                      <a:pt x="357" y="696"/>
                    </a:lnTo>
                    <a:lnTo>
                      <a:pt x="382" y="767"/>
                    </a:lnTo>
                    <a:lnTo>
                      <a:pt x="405" y="827"/>
                    </a:lnTo>
                    <a:lnTo>
                      <a:pt x="405" y="827"/>
                    </a:lnTo>
                    <a:lnTo>
                      <a:pt x="442" y="821"/>
                    </a:lnTo>
                    <a:lnTo>
                      <a:pt x="477" y="811"/>
                    </a:lnTo>
                    <a:lnTo>
                      <a:pt x="509" y="800"/>
                    </a:lnTo>
                    <a:lnTo>
                      <a:pt x="538" y="786"/>
                    </a:lnTo>
                    <a:lnTo>
                      <a:pt x="563" y="771"/>
                    </a:lnTo>
                    <a:lnTo>
                      <a:pt x="588" y="752"/>
                    </a:lnTo>
                    <a:lnTo>
                      <a:pt x="609" y="733"/>
                    </a:lnTo>
                    <a:lnTo>
                      <a:pt x="627" y="715"/>
                    </a:lnTo>
                    <a:lnTo>
                      <a:pt x="627" y="715"/>
                    </a:lnTo>
                    <a:lnTo>
                      <a:pt x="586" y="713"/>
                    </a:lnTo>
                    <a:lnTo>
                      <a:pt x="546" y="711"/>
                    </a:lnTo>
                    <a:lnTo>
                      <a:pt x="511" y="706"/>
                    </a:lnTo>
                    <a:lnTo>
                      <a:pt x="477" y="700"/>
                    </a:lnTo>
                    <a:lnTo>
                      <a:pt x="421" y="690"/>
                    </a:lnTo>
                    <a:lnTo>
                      <a:pt x="380" y="677"/>
                    </a:lnTo>
                    <a:lnTo>
                      <a:pt x="380" y="677"/>
                    </a:lnTo>
                    <a:lnTo>
                      <a:pt x="369" y="688"/>
                    </a:lnTo>
                    <a:lnTo>
                      <a:pt x="357" y="696"/>
                    </a:lnTo>
                    <a:lnTo>
                      <a:pt x="357" y="696"/>
                    </a:lnTo>
                    <a:close/>
                    <a:moveTo>
                      <a:pt x="307" y="342"/>
                    </a:moveTo>
                    <a:lnTo>
                      <a:pt x="307" y="342"/>
                    </a:lnTo>
                    <a:lnTo>
                      <a:pt x="263" y="369"/>
                    </a:lnTo>
                    <a:lnTo>
                      <a:pt x="221" y="398"/>
                    </a:lnTo>
                    <a:lnTo>
                      <a:pt x="182" y="429"/>
                    </a:lnTo>
                    <a:lnTo>
                      <a:pt x="144" y="465"/>
                    </a:lnTo>
                    <a:lnTo>
                      <a:pt x="144" y="465"/>
                    </a:lnTo>
                    <a:lnTo>
                      <a:pt x="150" y="471"/>
                    </a:lnTo>
                    <a:lnTo>
                      <a:pt x="155" y="479"/>
                    </a:lnTo>
                    <a:lnTo>
                      <a:pt x="157" y="490"/>
                    </a:lnTo>
                    <a:lnTo>
                      <a:pt x="157" y="498"/>
                    </a:lnTo>
                    <a:lnTo>
                      <a:pt x="157" y="498"/>
                    </a:lnTo>
                    <a:lnTo>
                      <a:pt x="155" y="515"/>
                    </a:lnTo>
                    <a:lnTo>
                      <a:pt x="148" y="527"/>
                    </a:lnTo>
                    <a:lnTo>
                      <a:pt x="148" y="527"/>
                    </a:lnTo>
                    <a:lnTo>
                      <a:pt x="182" y="550"/>
                    </a:lnTo>
                    <a:lnTo>
                      <a:pt x="215" y="573"/>
                    </a:lnTo>
                    <a:lnTo>
                      <a:pt x="248" y="594"/>
                    </a:lnTo>
                    <a:lnTo>
                      <a:pt x="284" y="611"/>
                    </a:lnTo>
                    <a:lnTo>
                      <a:pt x="284" y="611"/>
                    </a:lnTo>
                    <a:lnTo>
                      <a:pt x="290" y="604"/>
                    </a:lnTo>
                    <a:lnTo>
                      <a:pt x="296" y="598"/>
                    </a:lnTo>
                    <a:lnTo>
                      <a:pt x="305" y="594"/>
                    </a:lnTo>
                    <a:lnTo>
                      <a:pt x="313" y="590"/>
                    </a:lnTo>
                    <a:lnTo>
                      <a:pt x="313" y="590"/>
                    </a:lnTo>
                    <a:lnTo>
                      <a:pt x="309" y="531"/>
                    </a:lnTo>
                    <a:lnTo>
                      <a:pt x="311" y="473"/>
                    </a:lnTo>
                    <a:lnTo>
                      <a:pt x="315" y="415"/>
                    </a:lnTo>
                    <a:lnTo>
                      <a:pt x="323" y="356"/>
                    </a:lnTo>
                    <a:lnTo>
                      <a:pt x="323" y="356"/>
                    </a:lnTo>
                    <a:lnTo>
                      <a:pt x="315" y="350"/>
                    </a:lnTo>
                    <a:lnTo>
                      <a:pt x="307" y="342"/>
                    </a:lnTo>
                    <a:lnTo>
                      <a:pt x="307" y="342"/>
                    </a:lnTo>
                    <a:close/>
                    <a:moveTo>
                      <a:pt x="42" y="498"/>
                    </a:moveTo>
                    <a:lnTo>
                      <a:pt x="42" y="498"/>
                    </a:lnTo>
                    <a:lnTo>
                      <a:pt x="44" y="483"/>
                    </a:lnTo>
                    <a:lnTo>
                      <a:pt x="48" y="471"/>
                    </a:lnTo>
                    <a:lnTo>
                      <a:pt x="48" y="471"/>
                    </a:lnTo>
                    <a:lnTo>
                      <a:pt x="27" y="448"/>
                    </a:lnTo>
                    <a:lnTo>
                      <a:pt x="5" y="423"/>
                    </a:lnTo>
                    <a:lnTo>
                      <a:pt x="5" y="423"/>
                    </a:lnTo>
                    <a:lnTo>
                      <a:pt x="0" y="465"/>
                    </a:lnTo>
                    <a:lnTo>
                      <a:pt x="2" y="506"/>
                    </a:lnTo>
                    <a:lnTo>
                      <a:pt x="7" y="548"/>
                    </a:lnTo>
                    <a:lnTo>
                      <a:pt x="13" y="590"/>
                    </a:lnTo>
                    <a:lnTo>
                      <a:pt x="13" y="590"/>
                    </a:lnTo>
                    <a:lnTo>
                      <a:pt x="34" y="561"/>
                    </a:lnTo>
                    <a:lnTo>
                      <a:pt x="52" y="533"/>
                    </a:lnTo>
                    <a:lnTo>
                      <a:pt x="52" y="533"/>
                    </a:lnTo>
                    <a:lnTo>
                      <a:pt x="48" y="525"/>
                    </a:lnTo>
                    <a:lnTo>
                      <a:pt x="44" y="517"/>
                    </a:lnTo>
                    <a:lnTo>
                      <a:pt x="42" y="508"/>
                    </a:lnTo>
                    <a:lnTo>
                      <a:pt x="42" y="498"/>
                    </a:lnTo>
                    <a:lnTo>
                      <a:pt x="42" y="498"/>
                    </a:lnTo>
                    <a:close/>
                    <a:moveTo>
                      <a:pt x="661" y="165"/>
                    </a:moveTo>
                    <a:lnTo>
                      <a:pt x="661" y="165"/>
                    </a:lnTo>
                    <a:lnTo>
                      <a:pt x="671" y="167"/>
                    </a:lnTo>
                    <a:lnTo>
                      <a:pt x="680" y="169"/>
                    </a:lnTo>
                    <a:lnTo>
                      <a:pt x="690" y="173"/>
                    </a:lnTo>
                    <a:lnTo>
                      <a:pt x="698" y="179"/>
                    </a:lnTo>
                    <a:lnTo>
                      <a:pt x="705" y="185"/>
                    </a:lnTo>
                    <a:lnTo>
                      <a:pt x="711" y="194"/>
                    </a:lnTo>
                    <a:lnTo>
                      <a:pt x="715" y="202"/>
                    </a:lnTo>
                    <a:lnTo>
                      <a:pt x="717" y="213"/>
                    </a:lnTo>
                    <a:lnTo>
                      <a:pt x="717" y="213"/>
                    </a:lnTo>
                    <a:lnTo>
                      <a:pt x="763" y="215"/>
                    </a:lnTo>
                    <a:lnTo>
                      <a:pt x="807" y="219"/>
                    </a:lnTo>
                    <a:lnTo>
                      <a:pt x="850" y="225"/>
                    </a:lnTo>
                    <a:lnTo>
                      <a:pt x="894" y="235"/>
                    </a:lnTo>
                    <a:lnTo>
                      <a:pt x="894" y="235"/>
                    </a:lnTo>
                    <a:lnTo>
                      <a:pt x="871" y="200"/>
                    </a:lnTo>
                    <a:lnTo>
                      <a:pt x="846" y="169"/>
                    </a:lnTo>
                    <a:lnTo>
                      <a:pt x="819" y="138"/>
                    </a:lnTo>
                    <a:lnTo>
                      <a:pt x="788" y="110"/>
                    </a:lnTo>
                    <a:lnTo>
                      <a:pt x="757" y="85"/>
                    </a:lnTo>
                    <a:lnTo>
                      <a:pt x="721" y="63"/>
                    </a:lnTo>
                    <a:lnTo>
                      <a:pt x="682" y="44"/>
                    </a:lnTo>
                    <a:lnTo>
                      <a:pt x="642" y="27"/>
                    </a:lnTo>
                    <a:lnTo>
                      <a:pt x="642" y="27"/>
                    </a:lnTo>
                    <a:lnTo>
                      <a:pt x="617" y="19"/>
                    </a:lnTo>
                    <a:lnTo>
                      <a:pt x="592" y="13"/>
                    </a:lnTo>
                    <a:lnTo>
                      <a:pt x="567" y="8"/>
                    </a:lnTo>
                    <a:lnTo>
                      <a:pt x="540" y="4"/>
                    </a:lnTo>
                    <a:lnTo>
                      <a:pt x="540" y="4"/>
                    </a:lnTo>
                    <a:lnTo>
                      <a:pt x="571" y="42"/>
                    </a:lnTo>
                    <a:lnTo>
                      <a:pt x="600" y="83"/>
                    </a:lnTo>
                    <a:lnTo>
                      <a:pt x="625" y="123"/>
                    </a:lnTo>
                    <a:lnTo>
                      <a:pt x="648" y="167"/>
                    </a:lnTo>
                    <a:lnTo>
                      <a:pt x="648" y="167"/>
                    </a:lnTo>
                    <a:lnTo>
                      <a:pt x="661" y="165"/>
                    </a:lnTo>
                    <a:lnTo>
                      <a:pt x="661" y="165"/>
                    </a:lnTo>
                    <a:close/>
                    <a:moveTo>
                      <a:pt x="332" y="702"/>
                    </a:moveTo>
                    <a:lnTo>
                      <a:pt x="332" y="702"/>
                    </a:lnTo>
                    <a:lnTo>
                      <a:pt x="319" y="700"/>
                    </a:lnTo>
                    <a:lnTo>
                      <a:pt x="309" y="698"/>
                    </a:lnTo>
                    <a:lnTo>
                      <a:pt x="298" y="692"/>
                    </a:lnTo>
                    <a:lnTo>
                      <a:pt x="290" y="686"/>
                    </a:lnTo>
                    <a:lnTo>
                      <a:pt x="284" y="677"/>
                    </a:lnTo>
                    <a:lnTo>
                      <a:pt x="277" y="667"/>
                    </a:lnTo>
                    <a:lnTo>
                      <a:pt x="275" y="656"/>
                    </a:lnTo>
                    <a:lnTo>
                      <a:pt x="273" y="644"/>
                    </a:lnTo>
                    <a:lnTo>
                      <a:pt x="273" y="644"/>
                    </a:lnTo>
                    <a:lnTo>
                      <a:pt x="275" y="633"/>
                    </a:lnTo>
                    <a:lnTo>
                      <a:pt x="275" y="633"/>
                    </a:lnTo>
                    <a:lnTo>
                      <a:pt x="238" y="615"/>
                    </a:lnTo>
                    <a:lnTo>
                      <a:pt x="202" y="594"/>
                    </a:lnTo>
                    <a:lnTo>
                      <a:pt x="167" y="571"/>
                    </a:lnTo>
                    <a:lnTo>
                      <a:pt x="134" y="546"/>
                    </a:lnTo>
                    <a:lnTo>
                      <a:pt x="134" y="546"/>
                    </a:lnTo>
                    <a:lnTo>
                      <a:pt x="125" y="550"/>
                    </a:lnTo>
                    <a:lnTo>
                      <a:pt x="117" y="552"/>
                    </a:lnTo>
                    <a:lnTo>
                      <a:pt x="109" y="556"/>
                    </a:lnTo>
                    <a:lnTo>
                      <a:pt x="98" y="556"/>
                    </a:lnTo>
                    <a:lnTo>
                      <a:pt x="98" y="556"/>
                    </a:lnTo>
                    <a:lnTo>
                      <a:pt x="84" y="554"/>
                    </a:lnTo>
                    <a:lnTo>
                      <a:pt x="71" y="548"/>
                    </a:lnTo>
                    <a:lnTo>
                      <a:pt x="71" y="548"/>
                    </a:lnTo>
                    <a:lnTo>
                      <a:pt x="44" y="583"/>
                    </a:lnTo>
                    <a:lnTo>
                      <a:pt x="21" y="619"/>
                    </a:lnTo>
                    <a:lnTo>
                      <a:pt x="21" y="619"/>
                    </a:lnTo>
                    <a:lnTo>
                      <a:pt x="36" y="658"/>
                    </a:lnTo>
                    <a:lnTo>
                      <a:pt x="52" y="696"/>
                    </a:lnTo>
                    <a:lnTo>
                      <a:pt x="71" y="731"/>
                    </a:lnTo>
                    <a:lnTo>
                      <a:pt x="94" y="767"/>
                    </a:lnTo>
                    <a:lnTo>
                      <a:pt x="94" y="767"/>
                    </a:lnTo>
                    <a:lnTo>
                      <a:pt x="132" y="783"/>
                    </a:lnTo>
                    <a:lnTo>
                      <a:pt x="167" y="798"/>
                    </a:lnTo>
                    <a:lnTo>
                      <a:pt x="202" y="808"/>
                    </a:lnTo>
                    <a:lnTo>
                      <a:pt x="236" y="817"/>
                    </a:lnTo>
                    <a:lnTo>
                      <a:pt x="267" y="823"/>
                    </a:lnTo>
                    <a:lnTo>
                      <a:pt x="296" y="827"/>
                    </a:lnTo>
                    <a:lnTo>
                      <a:pt x="342" y="829"/>
                    </a:lnTo>
                    <a:lnTo>
                      <a:pt x="342" y="829"/>
                    </a:lnTo>
                    <a:lnTo>
                      <a:pt x="382" y="829"/>
                    </a:lnTo>
                    <a:lnTo>
                      <a:pt x="382" y="829"/>
                    </a:lnTo>
                    <a:lnTo>
                      <a:pt x="355" y="763"/>
                    </a:lnTo>
                    <a:lnTo>
                      <a:pt x="334" y="702"/>
                    </a:lnTo>
                    <a:lnTo>
                      <a:pt x="334" y="702"/>
                    </a:lnTo>
                    <a:lnTo>
                      <a:pt x="332" y="702"/>
                    </a:lnTo>
                    <a:lnTo>
                      <a:pt x="332" y="702"/>
                    </a:lnTo>
                    <a:close/>
                    <a:moveTo>
                      <a:pt x="98" y="442"/>
                    </a:moveTo>
                    <a:lnTo>
                      <a:pt x="98" y="442"/>
                    </a:lnTo>
                    <a:lnTo>
                      <a:pt x="113" y="444"/>
                    </a:lnTo>
                    <a:lnTo>
                      <a:pt x="127" y="448"/>
                    </a:lnTo>
                    <a:lnTo>
                      <a:pt x="127" y="448"/>
                    </a:lnTo>
                    <a:lnTo>
                      <a:pt x="165" y="413"/>
                    </a:lnTo>
                    <a:lnTo>
                      <a:pt x="207" y="379"/>
                    </a:lnTo>
                    <a:lnTo>
                      <a:pt x="250" y="348"/>
                    </a:lnTo>
                    <a:lnTo>
                      <a:pt x="294" y="321"/>
                    </a:lnTo>
                    <a:lnTo>
                      <a:pt x="294" y="321"/>
                    </a:lnTo>
                    <a:lnTo>
                      <a:pt x="292" y="313"/>
                    </a:lnTo>
                    <a:lnTo>
                      <a:pt x="292" y="304"/>
                    </a:lnTo>
                    <a:lnTo>
                      <a:pt x="292" y="304"/>
                    </a:lnTo>
                    <a:lnTo>
                      <a:pt x="294" y="292"/>
                    </a:lnTo>
                    <a:lnTo>
                      <a:pt x="296" y="281"/>
                    </a:lnTo>
                    <a:lnTo>
                      <a:pt x="302" y="273"/>
                    </a:lnTo>
                    <a:lnTo>
                      <a:pt x="309" y="263"/>
                    </a:lnTo>
                    <a:lnTo>
                      <a:pt x="317" y="256"/>
                    </a:lnTo>
                    <a:lnTo>
                      <a:pt x="327" y="252"/>
                    </a:lnTo>
                    <a:lnTo>
                      <a:pt x="338" y="248"/>
                    </a:lnTo>
                    <a:lnTo>
                      <a:pt x="350" y="246"/>
                    </a:lnTo>
                    <a:lnTo>
                      <a:pt x="350" y="246"/>
                    </a:lnTo>
                    <a:lnTo>
                      <a:pt x="352" y="248"/>
                    </a:lnTo>
                    <a:lnTo>
                      <a:pt x="352" y="248"/>
                    </a:lnTo>
                    <a:lnTo>
                      <a:pt x="357" y="240"/>
                    </a:lnTo>
                    <a:lnTo>
                      <a:pt x="357" y="240"/>
                    </a:lnTo>
                    <a:lnTo>
                      <a:pt x="369" y="206"/>
                    </a:lnTo>
                    <a:lnTo>
                      <a:pt x="382" y="175"/>
                    </a:lnTo>
                    <a:lnTo>
                      <a:pt x="396" y="144"/>
                    </a:lnTo>
                    <a:lnTo>
                      <a:pt x="413" y="115"/>
                    </a:lnTo>
                    <a:lnTo>
                      <a:pt x="430" y="83"/>
                    </a:lnTo>
                    <a:lnTo>
                      <a:pt x="448" y="56"/>
                    </a:lnTo>
                    <a:lnTo>
                      <a:pt x="469" y="27"/>
                    </a:lnTo>
                    <a:lnTo>
                      <a:pt x="490" y="0"/>
                    </a:lnTo>
                    <a:lnTo>
                      <a:pt x="490" y="0"/>
                    </a:lnTo>
                    <a:lnTo>
                      <a:pt x="452" y="0"/>
                    </a:lnTo>
                    <a:lnTo>
                      <a:pt x="415" y="4"/>
                    </a:lnTo>
                    <a:lnTo>
                      <a:pt x="377" y="10"/>
                    </a:lnTo>
                    <a:lnTo>
                      <a:pt x="342" y="21"/>
                    </a:lnTo>
                    <a:lnTo>
                      <a:pt x="307" y="33"/>
                    </a:lnTo>
                    <a:lnTo>
                      <a:pt x="273" y="48"/>
                    </a:lnTo>
                    <a:lnTo>
                      <a:pt x="242" y="65"/>
                    </a:lnTo>
                    <a:lnTo>
                      <a:pt x="211" y="83"/>
                    </a:lnTo>
                    <a:lnTo>
                      <a:pt x="180" y="106"/>
                    </a:lnTo>
                    <a:lnTo>
                      <a:pt x="152" y="129"/>
                    </a:lnTo>
                    <a:lnTo>
                      <a:pt x="125" y="156"/>
                    </a:lnTo>
                    <a:lnTo>
                      <a:pt x="102" y="185"/>
                    </a:lnTo>
                    <a:lnTo>
                      <a:pt x="80" y="217"/>
                    </a:lnTo>
                    <a:lnTo>
                      <a:pt x="61" y="248"/>
                    </a:lnTo>
                    <a:lnTo>
                      <a:pt x="42" y="283"/>
                    </a:lnTo>
                    <a:lnTo>
                      <a:pt x="27" y="321"/>
                    </a:lnTo>
                    <a:lnTo>
                      <a:pt x="27" y="321"/>
                    </a:lnTo>
                    <a:lnTo>
                      <a:pt x="17" y="356"/>
                    </a:lnTo>
                    <a:lnTo>
                      <a:pt x="9" y="392"/>
                    </a:lnTo>
                    <a:lnTo>
                      <a:pt x="9" y="392"/>
                    </a:lnTo>
                    <a:lnTo>
                      <a:pt x="36" y="423"/>
                    </a:lnTo>
                    <a:lnTo>
                      <a:pt x="65" y="454"/>
                    </a:lnTo>
                    <a:lnTo>
                      <a:pt x="65" y="454"/>
                    </a:lnTo>
                    <a:lnTo>
                      <a:pt x="71" y="448"/>
                    </a:lnTo>
                    <a:lnTo>
                      <a:pt x="80" y="444"/>
                    </a:lnTo>
                    <a:lnTo>
                      <a:pt x="90" y="442"/>
                    </a:lnTo>
                    <a:lnTo>
                      <a:pt x="98" y="442"/>
                    </a:lnTo>
                    <a:lnTo>
                      <a:pt x="98" y="44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Freeform 36"/>
              <p:cNvSpPr/>
              <p:nvPr/>
            </p:nvSpPr>
            <p:spPr bwMode="auto">
              <a:xfrm>
                <a:off x="7131050" y="1906588"/>
                <a:ext cx="1404937" cy="869950"/>
              </a:xfrm>
              <a:custGeom>
                <a:avLst/>
                <a:gdLst>
                  <a:gd name="T0" fmla="*/ 0 w 885"/>
                  <a:gd name="T1" fmla="*/ 427 h 548"/>
                  <a:gd name="T2" fmla="*/ 73 w 885"/>
                  <a:gd name="T3" fmla="*/ 475 h 548"/>
                  <a:gd name="T4" fmla="*/ 144 w 885"/>
                  <a:gd name="T5" fmla="*/ 510 h 548"/>
                  <a:gd name="T6" fmla="*/ 215 w 885"/>
                  <a:gd name="T7" fmla="*/ 533 h 548"/>
                  <a:gd name="T8" fmla="*/ 281 w 885"/>
                  <a:gd name="T9" fmla="*/ 546 h 548"/>
                  <a:gd name="T10" fmla="*/ 346 w 885"/>
                  <a:gd name="T11" fmla="*/ 548 h 548"/>
                  <a:gd name="T12" fmla="*/ 406 w 885"/>
                  <a:gd name="T13" fmla="*/ 542 h 548"/>
                  <a:gd name="T14" fmla="*/ 465 w 885"/>
                  <a:gd name="T15" fmla="*/ 529 h 548"/>
                  <a:gd name="T16" fmla="*/ 517 w 885"/>
                  <a:gd name="T17" fmla="*/ 506 h 548"/>
                  <a:gd name="T18" fmla="*/ 567 w 885"/>
                  <a:gd name="T19" fmla="*/ 481 h 548"/>
                  <a:gd name="T20" fmla="*/ 613 w 885"/>
                  <a:gd name="T21" fmla="*/ 448 h 548"/>
                  <a:gd name="T22" fmla="*/ 654 w 885"/>
                  <a:gd name="T23" fmla="*/ 412 h 548"/>
                  <a:gd name="T24" fmla="*/ 690 w 885"/>
                  <a:gd name="T25" fmla="*/ 375 h 548"/>
                  <a:gd name="T26" fmla="*/ 721 w 885"/>
                  <a:gd name="T27" fmla="*/ 335 h 548"/>
                  <a:gd name="T28" fmla="*/ 746 w 885"/>
                  <a:gd name="T29" fmla="*/ 294 h 548"/>
                  <a:gd name="T30" fmla="*/ 767 w 885"/>
                  <a:gd name="T31" fmla="*/ 252 h 548"/>
                  <a:gd name="T32" fmla="*/ 779 w 885"/>
                  <a:gd name="T33" fmla="*/ 210 h 548"/>
                  <a:gd name="T34" fmla="*/ 885 w 885"/>
                  <a:gd name="T35" fmla="*/ 264 h 548"/>
                  <a:gd name="T36" fmla="*/ 508 w 885"/>
                  <a:gd name="T37" fmla="*/ 75 h 548"/>
                  <a:gd name="T38" fmla="*/ 623 w 885"/>
                  <a:gd name="T39" fmla="*/ 131 h 548"/>
                  <a:gd name="T40" fmla="*/ 610 w 885"/>
                  <a:gd name="T41" fmla="*/ 173 h 548"/>
                  <a:gd name="T42" fmla="*/ 586 w 885"/>
                  <a:gd name="T43" fmla="*/ 231 h 548"/>
                  <a:gd name="T44" fmla="*/ 542 w 885"/>
                  <a:gd name="T45" fmla="*/ 300 h 548"/>
                  <a:gd name="T46" fmla="*/ 513 w 885"/>
                  <a:gd name="T47" fmla="*/ 335 h 548"/>
                  <a:gd name="T48" fmla="*/ 475 w 885"/>
                  <a:gd name="T49" fmla="*/ 369 h 548"/>
                  <a:gd name="T50" fmla="*/ 431 w 885"/>
                  <a:gd name="T51" fmla="*/ 400 h 548"/>
                  <a:gd name="T52" fmla="*/ 381 w 885"/>
                  <a:gd name="T53" fmla="*/ 425 h 548"/>
                  <a:gd name="T54" fmla="*/ 323 w 885"/>
                  <a:gd name="T55" fmla="*/ 444 h 548"/>
                  <a:gd name="T56" fmla="*/ 256 w 885"/>
                  <a:gd name="T57" fmla="*/ 456 h 548"/>
                  <a:gd name="T58" fmla="*/ 181 w 885"/>
                  <a:gd name="T59" fmla="*/ 458 h 548"/>
                  <a:gd name="T60" fmla="*/ 96 w 885"/>
                  <a:gd name="T61" fmla="*/ 450 h 548"/>
                  <a:gd name="T62" fmla="*/ 0 w 885"/>
                  <a:gd name="T63" fmla="*/ 427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5" h="548">
                    <a:moveTo>
                      <a:pt x="0" y="427"/>
                    </a:moveTo>
                    <a:lnTo>
                      <a:pt x="0" y="427"/>
                    </a:lnTo>
                    <a:lnTo>
                      <a:pt x="38" y="454"/>
                    </a:lnTo>
                    <a:lnTo>
                      <a:pt x="73" y="475"/>
                    </a:lnTo>
                    <a:lnTo>
                      <a:pt x="108" y="494"/>
                    </a:lnTo>
                    <a:lnTo>
                      <a:pt x="144" y="510"/>
                    </a:lnTo>
                    <a:lnTo>
                      <a:pt x="179" y="523"/>
                    </a:lnTo>
                    <a:lnTo>
                      <a:pt x="215" y="533"/>
                    </a:lnTo>
                    <a:lnTo>
                      <a:pt x="248" y="542"/>
                    </a:lnTo>
                    <a:lnTo>
                      <a:pt x="281" y="546"/>
                    </a:lnTo>
                    <a:lnTo>
                      <a:pt x="313" y="548"/>
                    </a:lnTo>
                    <a:lnTo>
                      <a:pt x="346" y="548"/>
                    </a:lnTo>
                    <a:lnTo>
                      <a:pt x="375" y="546"/>
                    </a:lnTo>
                    <a:lnTo>
                      <a:pt x="406" y="542"/>
                    </a:lnTo>
                    <a:lnTo>
                      <a:pt x="436" y="535"/>
                    </a:lnTo>
                    <a:lnTo>
                      <a:pt x="465" y="529"/>
                    </a:lnTo>
                    <a:lnTo>
                      <a:pt x="492" y="519"/>
                    </a:lnTo>
                    <a:lnTo>
                      <a:pt x="517" y="506"/>
                    </a:lnTo>
                    <a:lnTo>
                      <a:pt x="544" y="494"/>
                    </a:lnTo>
                    <a:lnTo>
                      <a:pt x="567" y="481"/>
                    </a:lnTo>
                    <a:lnTo>
                      <a:pt x="592" y="464"/>
                    </a:lnTo>
                    <a:lnTo>
                      <a:pt x="613" y="448"/>
                    </a:lnTo>
                    <a:lnTo>
                      <a:pt x="635" y="431"/>
                    </a:lnTo>
                    <a:lnTo>
                      <a:pt x="654" y="412"/>
                    </a:lnTo>
                    <a:lnTo>
                      <a:pt x="673" y="394"/>
                    </a:lnTo>
                    <a:lnTo>
                      <a:pt x="690" y="375"/>
                    </a:lnTo>
                    <a:lnTo>
                      <a:pt x="706" y="354"/>
                    </a:lnTo>
                    <a:lnTo>
                      <a:pt x="721" y="335"/>
                    </a:lnTo>
                    <a:lnTo>
                      <a:pt x="735" y="314"/>
                    </a:lnTo>
                    <a:lnTo>
                      <a:pt x="746" y="294"/>
                    </a:lnTo>
                    <a:lnTo>
                      <a:pt x="756" y="273"/>
                    </a:lnTo>
                    <a:lnTo>
                      <a:pt x="767" y="252"/>
                    </a:lnTo>
                    <a:lnTo>
                      <a:pt x="773" y="231"/>
                    </a:lnTo>
                    <a:lnTo>
                      <a:pt x="779" y="210"/>
                    </a:lnTo>
                    <a:lnTo>
                      <a:pt x="779" y="210"/>
                    </a:lnTo>
                    <a:lnTo>
                      <a:pt x="885" y="264"/>
                    </a:lnTo>
                    <a:lnTo>
                      <a:pt x="777" y="0"/>
                    </a:lnTo>
                    <a:lnTo>
                      <a:pt x="508" y="75"/>
                    </a:lnTo>
                    <a:lnTo>
                      <a:pt x="623" y="131"/>
                    </a:lnTo>
                    <a:lnTo>
                      <a:pt x="623" y="131"/>
                    </a:lnTo>
                    <a:lnTo>
                      <a:pt x="619" y="152"/>
                    </a:lnTo>
                    <a:lnTo>
                      <a:pt x="610" y="173"/>
                    </a:lnTo>
                    <a:lnTo>
                      <a:pt x="600" y="200"/>
                    </a:lnTo>
                    <a:lnTo>
                      <a:pt x="586" y="231"/>
                    </a:lnTo>
                    <a:lnTo>
                      <a:pt x="567" y="264"/>
                    </a:lnTo>
                    <a:lnTo>
                      <a:pt x="542" y="300"/>
                    </a:lnTo>
                    <a:lnTo>
                      <a:pt x="527" y="319"/>
                    </a:lnTo>
                    <a:lnTo>
                      <a:pt x="513" y="335"/>
                    </a:lnTo>
                    <a:lnTo>
                      <a:pt x="494" y="352"/>
                    </a:lnTo>
                    <a:lnTo>
                      <a:pt x="475" y="369"/>
                    </a:lnTo>
                    <a:lnTo>
                      <a:pt x="454" y="385"/>
                    </a:lnTo>
                    <a:lnTo>
                      <a:pt x="431" y="400"/>
                    </a:lnTo>
                    <a:lnTo>
                      <a:pt x="408" y="412"/>
                    </a:lnTo>
                    <a:lnTo>
                      <a:pt x="381" y="425"/>
                    </a:lnTo>
                    <a:lnTo>
                      <a:pt x="354" y="435"/>
                    </a:lnTo>
                    <a:lnTo>
                      <a:pt x="323" y="444"/>
                    </a:lnTo>
                    <a:lnTo>
                      <a:pt x="290" y="452"/>
                    </a:lnTo>
                    <a:lnTo>
                      <a:pt x="256" y="456"/>
                    </a:lnTo>
                    <a:lnTo>
                      <a:pt x="219" y="458"/>
                    </a:lnTo>
                    <a:lnTo>
                      <a:pt x="181" y="458"/>
                    </a:lnTo>
                    <a:lnTo>
                      <a:pt x="140" y="454"/>
                    </a:lnTo>
                    <a:lnTo>
                      <a:pt x="96" y="450"/>
                    </a:lnTo>
                    <a:lnTo>
                      <a:pt x="50" y="439"/>
                    </a:lnTo>
                    <a:lnTo>
                      <a:pt x="0" y="427"/>
                    </a:lnTo>
                    <a:lnTo>
                      <a:pt x="0" y="42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4" name="Group 3"/>
          <p:cNvGrpSpPr/>
          <p:nvPr/>
        </p:nvGrpSpPr>
        <p:grpSpPr>
          <a:xfrm>
            <a:off x="3440465" y="2810721"/>
            <a:ext cx="1298080" cy="1298080"/>
            <a:chOff x="3440465" y="2810721"/>
            <a:chExt cx="1298080" cy="1298080"/>
          </a:xfrm>
        </p:grpSpPr>
        <p:sp>
          <p:nvSpPr>
            <p:cNvPr id="22" name="Oval 21"/>
            <p:cNvSpPr/>
            <p:nvPr/>
          </p:nvSpPr>
          <p:spPr>
            <a:xfrm>
              <a:off x="3440465" y="2810721"/>
              <a:ext cx="1298080" cy="1298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38" name="组合 34"/>
            <p:cNvGrpSpPr/>
            <p:nvPr/>
          </p:nvGrpSpPr>
          <p:grpSpPr>
            <a:xfrm>
              <a:off x="3794525" y="3259976"/>
              <a:ext cx="662308" cy="425408"/>
              <a:chOff x="3698875" y="4430713"/>
              <a:chExt cx="1868487" cy="1200150"/>
            </a:xfrm>
            <a:solidFill>
              <a:schemeClr val="tx1"/>
            </a:solidFill>
          </p:grpSpPr>
          <p:sp>
            <p:nvSpPr>
              <p:cNvPr id="39" name="Freeform 38"/>
              <p:cNvSpPr/>
              <p:nvPr/>
            </p:nvSpPr>
            <p:spPr bwMode="auto">
              <a:xfrm>
                <a:off x="3843338" y="4430713"/>
                <a:ext cx="1082675" cy="350838"/>
              </a:xfrm>
              <a:custGeom>
                <a:avLst/>
                <a:gdLst>
                  <a:gd name="T0" fmla="*/ 630 w 682"/>
                  <a:gd name="T1" fmla="*/ 221 h 221"/>
                  <a:gd name="T2" fmla="*/ 630 w 682"/>
                  <a:gd name="T3" fmla="*/ 221 h 221"/>
                  <a:gd name="T4" fmla="*/ 638 w 682"/>
                  <a:gd name="T5" fmla="*/ 189 h 221"/>
                  <a:gd name="T6" fmla="*/ 648 w 682"/>
                  <a:gd name="T7" fmla="*/ 160 h 221"/>
                  <a:gd name="T8" fmla="*/ 663 w 682"/>
                  <a:gd name="T9" fmla="*/ 135 h 221"/>
                  <a:gd name="T10" fmla="*/ 682 w 682"/>
                  <a:gd name="T11" fmla="*/ 110 h 221"/>
                  <a:gd name="T12" fmla="*/ 313 w 682"/>
                  <a:gd name="T13" fmla="*/ 110 h 221"/>
                  <a:gd name="T14" fmla="*/ 313 w 682"/>
                  <a:gd name="T15" fmla="*/ 52 h 221"/>
                  <a:gd name="T16" fmla="*/ 313 w 682"/>
                  <a:gd name="T17" fmla="*/ 52 h 221"/>
                  <a:gd name="T18" fmla="*/ 313 w 682"/>
                  <a:gd name="T19" fmla="*/ 41 h 221"/>
                  <a:gd name="T20" fmla="*/ 311 w 682"/>
                  <a:gd name="T21" fmla="*/ 31 h 221"/>
                  <a:gd name="T22" fmla="*/ 305 w 682"/>
                  <a:gd name="T23" fmla="*/ 23 h 221"/>
                  <a:gd name="T24" fmla="*/ 298 w 682"/>
                  <a:gd name="T25" fmla="*/ 14 h 221"/>
                  <a:gd name="T26" fmla="*/ 292 w 682"/>
                  <a:gd name="T27" fmla="*/ 8 h 221"/>
                  <a:gd name="T28" fmla="*/ 282 w 682"/>
                  <a:gd name="T29" fmla="*/ 4 h 221"/>
                  <a:gd name="T30" fmla="*/ 273 w 682"/>
                  <a:gd name="T31" fmla="*/ 2 h 221"/>
                  <a:gd name="T32" fmla="*/ 263 w 682"/>
                  <a:gd name="T33" fmla="*/ 0 h 221"/>
                  <a:gd name="T34" fmla="*/ 53 w 682"/>
                  <a:gd name="T35" fmla="*/ 0 h 221"/>
                  <a:gd name="T36" fmla="*/ 53 w 682"/>
                  <a:gd name="T37" fmla="*/ 0 h 221"/>
                  <a:gd name="T38" fmla="*/ 42 w 682"/>
                  <a:gd name="T39" fmla="*/ 2 h 221"/>
                  <a:gd name="T40" fmla="*/ 32 w 682"/>
                  <a:gd name="T41" fmla="*/ 4 h 221"/>
                  <a:gd name="T42" fmla="*/ 23 w 682"/>
                  <a:gd name="T43" fmla="*/ 8 h 221"/>
                  <a:gd name="T44" fmla="*/ 17 w 682"/>
                  <a:gd name="T45" fmla="*/ 14 h 221"/>
                  <a:gd name="T46" fmla="*/ 11 w 682"/>
                  <a:gd name="T47" fmla="*/ 23 h 221"/>
                  <a:gd name="T48" fmla="*/ 5 w 682"/>
                  <a:gd name="T49" fmla="*/ 31 h 221"/>
                  <a:gd name="T50" fmla="*/ 3 w 682"/>
                  <a:gd name="T51" fmla="*/ 41 h 221"/>
                  <a:gd name="T52" fmla="*/ 0 w 682"/>
                  <a:gd name="T53" fmla="*/ 52 h 221"/>
                  <a:gd name="T54" fmla="*/ 0 w 682"/>
                  <a:gd name="T55" fmla="*/ 221 h 221"/>
                  <a:gd name="T56" fmla="*/ 630 w 682"/>
                  <a:gd name="T57"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2" h="221">
                    <a:moveTo>
                      <a:pt x="630" y="221"/>
                    </a:moveTo>
                    <a:lnTo>
                      <a:pt x="630" y="221"/>
                    </a:lnTo>
                    <a:lnTo>
                      <a:pt x="638" y="189"/>
                    </a:lnTo>
                    <a:lnTo>
                      <a:pt x="648" y="160"/>
                    </a:lnTo>
                    <a:lnTo>
                      <a:pt x="663" y="135"/>
                    </a:lnTo>
                    <a:lnTo>
                      <a:pt x="682" y="110"/>
                    </a:lnTo>
                    <a:lnTo>
                      <a:pt x="313" y="110"/>
                    </a:lnTo>
                    <a:lnTo>
                      <a:pt x="313" y="52"/>
                    </a:lnTo>
                    <a:lnTo>
                      <a:pt x="313" y="52"/>
                    </a:lnTo>
                    <a:lnTo>
                      <a:pt x="313" y="41"/>
                    </a:lnTo>
                    <a:lnTo>
                      <a:pt x="311" y="31"/>
                    </a:lnTo>
                    <a:lnTo>
                      <a:pt x="305" y="23"/>
                    </a:lnTo>
                    <a:lnTo>
                      <a:pt x="298" y="14"/>
                    </a:lnTo>
                    <a:lnTo>
                      <a:pt x="292" y="8"/>
                    </a:lnTo>
                    <a:lnTo>
                      <a:pt x="282" y="4"/>
                    </a:lnTo>
                    <a:lnTo>
                      <a:pt x="273" y="2"/>
                    </a:lnTo>
                    <a:lnTo>
                      <a:pt x="263" y="0"/>
                    </a:lnTo>
                    <a:lnTo>
                      <a:pt x="53" y="0"/>
                    </a:lnTo>
                    <a:lnTo>
                      <a:pt x="53" y="0"/>
                    </a:lnTo>
                    <a:lnTo>
                      <a:pt x="42" y="2"/>
                    </a:lnTo>
                    <a:lnTo>
                      <a:pt x="32" y="4"/>
                    </a:lnTo>
                    <a:lnTo>
                      <a:pt x="23" y="8"/>
                    </a:lnTo>
                    <a:lnTo>
                      <a:pt x="17" y="14"/>
                    </a:lnTo>
                    <a:lnTo>
                      <a:pt x="11" y="23"/>
                    </a:lnTo>
                    <a:lnTo>
                      <a:pt x="5" y="31"/>
                    </a:lnTo>
                    <a:lnTo>
                      <a:pt x="3" y="41"/>
                    </a:lnTo>
                    <a:lnTo>
                      <a:pt x="0" y="52"/>
                    </a:lnTo>
                    <a:lnTo>
                      <a:pt x="0" y="221"/>
                    </a:lnTo>
                    <a:lnTo>
                      <a:pt x="630" y="22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 name="Freeform 39"/>
              <p:cNvSpPr/>
              <p:nvPr/>
            </p:nvSpPr>
            <p:spPr bwMode="auto">
              <a:xfrm>
                <a:off x="3698875" y="4837113"/>
                <a:ext cx="1527175" cy="793750"/>
              </a:xfrm>
              <a:custGeom>
                <a:avLst/>
                <a:gdLst>
                  <a:gd name="T0" fmla="*/ 714 w 962"/>
                  <a:gd name="T1" fmla="*/ 17 h 500"/>
                  <a:gd name="T2" fmla="*/ 714 w 962"/>
                  <a:gd name="T3" fmla="*/ 17 h 500"/>
                  <a:gd name="T4" fmla="*/ 714 w 962"/>
                  <a:gd name="T5" fmla="*/ 0 h 500"/>
                  <a:gd name="T6" fmla="*/ 37 w 962"/>
                  <a:gd name="T7" fmla="*/ 0 h 500"/>
                  <a:gd name="T8" fmla="*/ 37 w 962"/>
                  <a:gd name="T9" fmla="*/ 0 h 500"/>
                  <a:gd name="T10" fmla="*/ 29 w 962"/>
                  <a:gd name="T11" fmla="*/ 0 h 500"/>
                  <a:gd name="T12" fmla="*/ 21 w 962"/>
                  <a:gd name="T13" fmla="*/ 2 h 500"/>
                  <a:gd name="T14" fmla="*/ 14 w 962"/>
                  <a:gd name="T15" fmla="*/ 4 h 500"/>
                  <a:gd name="T16" fmla="*/ 10 w 962"/>
                  <a:gd name="T17" fmla="*/ 8 h 500"/>
                  <a:gd name="T18" fmla="*/ 6 w 962"/>
                  <a:gd name="T19" fmla="*/ 15 h 500"/>
                  <a:gd name="T20" fmla="*/ 2 w 962"/>
                  <a:gd name="T21" fmla="*/ 19 h 500"/>
                  <a:gd name="T22" fmla="*/ 0 w 962"/>
                  <a:gd name="T23" fmla="*/ 33 h 500"/>
                  <a:gd name="T24" fmla="*/ 0 w 962"/>
                  <a:gd name="T25" fmla="*/ 33 h 500"/>
                  <a:gd name="T26" fmla="*/ 2 w 962"/>
                  <a:gd name="T27" fmla="*/ 46 h 500"/>
                  <a:gd name="T28" fmla="*/ 106 w 962"/>
                  <a:gd name="T29" fmla="*/ 448 h 500"/>
                  <a:gd name="T30" fmla="*/ 106 w 962"/>
                  <a:gd name="T31" fmla="*/ 448 h 500"/>
                  <a:gd name="T32" fmla="*/ 110 w 962"/>
                  <a:gd name="T33" fmla="*/ 458 h 500"/>
                  <a:gd name="T34" fmla="*/ 114 w 962"/>
                  <a:gd name="T35" fmla="*/ 469 h 500"/>
                  <a:gd name="T36" fmla="*/ 123 w 962"/>
                  <a:gd name="T37" fmla="*/ 477 h 500"/>
                  <a:gd name="T38" fmla="*/ 131 w 962"/>
                  <a:gd name="T39" fmla="*/ 485 h 500"/>
                  <a:gd name="T40" fmla="*/ 141 w 962"/>
                  <a:gd name="T41" fmla="*/ 492 h 500"/>
                  <a:gd name="T42" fmla="*/ 152 w 962"/>
                  <a:gd name="T43" fmla="*/ 496 h 500"/>
                  <a:gd name="T44" fmla="*/ 162 w 962"/>
                  <a:gd name="T45" fmla="*/ 500 h 500"/>
                  <a:gd name="T46" fmla="*/ 175 w 962"/>
                  <a:gd name="T47" fmla="*/ 500 h 500"/>
                  <a:gd name="T48" fmla="*/ 848 w 962"/>
                  <a:gd name="T49" fmla="*/ 500 h 500"/>
                  <a:gd name="T50" fmla="*/ 848 w 962"/>
                  <a:gd name="T51" fmla="*/ 500 h 500"/>
                  <a:gd name="T52" fmla="*/ 858 w 962"/>
                  <a:gd name="T53" fmla="*/ 500 h 500"/>
                  <a:gd name="T54" fmla="*/ 868 w 962"/>
                  <a:gd name="T55" fmla="*/ 496 h 500"/>
                  <a:gd name="T56" fmla="*/ 879 w 962"/>
                  <a:gd name="T57" fmla="*/ 492 h 500"/>
                  <a:gd name="T58" fmla="*/ 889 w 962"/>
                  <a:gd name="T59" fmla="*/ 485 h 500"/>
                  <a:gd name="T60" fmla="*/ 898 w 962"/>
                  <a:gd name="T61" fmla="*/ 477 h 500"/>
                  <a:gd name="T62" fmla="*/ 906 w 962"/>
                  <a:gd name="T63" fmla="*/ 469 h 500"/>
                  <a:gd name="T64" fmla="*/ 912 w 962"/>
                  <a:gd name="T65" fmla="*/ 458 h 500"/>
                  <a:gd name="T66" fmla="*/ 914 w 962"/>
                  <a:gd name="T67" fmla="*/ 448 h 500"/>
                  <a:gd name="T68" fmla="*/ 962 w 962"/>
                  <a:gd name="T69" fmla="*/ 269 h 500"/>
                  <a:gd name="T70" fmla="*/ 962 w 962"/>
                  <a:gd name="T71" fmla="*/ 269 h 500"/>
                  <a:gd name="T72" fmla="*/ 937 w 962"/>
                  <a:gd name="T73" fmla="*/ 267 h 500"/>
                  <a:gd name="T74" fmla="*/ 912 w 962"/>
                  <a:gd name="T75" fmla="*/ 262 h 500"/>
                  <a:gd name="T76" fmla="*/ 887 w 962"/>
                  <a:gd name="T77" fmla="*/ 256 h 500"/>
                  <a:gd name="T78" fmla="*/ 864 w 962"/>
                  <a:gd name="T79" fmla="*/ 248 h 500"/>
                  <a:gd name="T80" fmla="*/ 843 w 962"/>
                  <a:gd name="T81" fmla="*/ 235 h 500"/>
                  <a:gd name="T82" fmla="*/ 823 w 962"/>
                  <a:gd name="T83" fmla="*/ 223 h 500"/>
                  <a:gd name="T84" fmla="*/ 804 w 962"/>
                  <a:gd name="T85" fmla="*/ 208 h 500"/>
                  <a:gd name="T86" fmla="*/ 787 w 962"/>
                  <a:gd name="T87" fmla="*/ 192 h 500"/>
                  <a:gd name="T88" fmla="*/ 771 w 962"/>
                  <a:gd name="T89" fmla="*/ 175 h 500"/>
                  <a:gd name="T90" fmla="*/ 756 w 962"/>
                  <a:gd name="T91" fmla="*/ 156 h 500"/>
                  <a:gd name="T92" fmla="*/ 743 w 962"/>
                  <a:gd name="T93" fmla="*/ 135 h 500"/>
                  <a:gd name="T94" fmla="*/ 733 w 962"/>
                  <a:gd name="T95" fmla="*/ 112 h 500"/>
                  <a:gd name="T96" fmla="*/ 725 w 962"/>
                  <a:gd name="T97" fmla="*/ 90 h 500"/>
                  <a:gd name="T98" fmla="*/ 718 w 962"/>
                  <a:gd name="T99" fmla="*/ 67 h 500"/>
                  <a:gd name="T100" fmla="*/ 714 w 962"/>
                  <a:gd name="T101" fmla="*/ 42 h 500"/>
                  <a:gd name="T102" fmla="*/ 714 w 962"/>
                  <a:gd name="T103" fmla="*/ 17 h 500"/>
                  <a:gd name="T104" fmla="*/ 714 w 962"/>
                  <a:gd name="T105" fmla="*/ 17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62" h="500">
                    <a:moveTo>
                      <a:pt x="714" y="17"/>
                    </a:moveTo>
                    <a:lnTo>
                      <a:pt x="714" y="17"/>
                    </a:lnTo>
                    <a:lnTo>
                      <a:pt x="714" y="0"/>
                    </a:lnTo>
                    <a:lnTo>
                      <a:pt x="37" y="0"/>
                    </a:lnTo>
                    <a:lnTo>
                      <a:pt x="37" y="0"/>
                    </a:lnTo>
                    <a:lnTo>
                      <a:pt x="29" y="0"/>
                    </a:lnTo>
                    <a:lnTo>
                      <a:pt x="21" y="2"/>
                    </a:lnTo>
                    <a:lnTo>
                      <a:pt x="14" y="4"/>
                    </a:lnTo>
                    <a:lnTo>
                      <a:pt x="10" y="8"/>
                    </a:lnTo>
                    <a:lnTo>
                      <a:pt x="6" y="15"/>
                    </a:lnTo>
                    <a:lnTo>
                      <a:pt x="2" y="19"/>
                    </a:lnTo>
                    <a:lnTo>
                      <a:pt x="0" y="33"/>
                    </a:lnTo>
                    <a:lnTo>
                      <a:pt x="0" y="33"/>
                    </a:lnTo>
                    <a:lnTo>
                      <a:pt x="2" y="46"/>
                    </a:lnTo>
                    <a:lnTo>
                      <a:pt x="106" y="448"/>
                    </a:lnTo>
                    <a:lnTo>
                      <a:pt x="106" y="448"/>
                    </a:lnTo>
                    <a:lnTo>
                      <a:pt x="110" y="458"/>
                    </a:lnTo>
                    <a:lnTo>
                      <a:pt x="114" y="469"/>
                    </a:lnTo>
                    <a:lnTo>
                      <a:pt x="123" y="477"/>
                    </a:lnTo>
                    <a:lnTo>
                      <a:pt x="131" y="485"/>
                    </a:lnTo>
                    <a:lnTo>
                      <a:pt x="141" y="492"/>
                    </a:lnTo>
                    <a:lnTo>
                      <a:pt x="152" y="496"/>
                    </a:lnTo>
                    <a:lnTo>
                      <a:pt x="162" y="500"/>
                    </a:lnTo>
                    <a:lnTo>
                      <a:pt x="175" y="500"/>
                    </a:lnTo>
                    <a:lnTo>
                      <a:pt x="848" y="500"/>
                    </a:lnTo>
                    <a:lnTo>
                      <a:pt x="848" y="500"/>
                    </a:lnTo>
                    <a:lnTo>
                      <a:pt x="858" y="500"/>
                    </a:lnTo>
                    <a:lnTo>
                      <a:pt x="868" y="496"/>
                    </a:lnTo>
                    <a:lnTo>
                      <a:pt x="879" y="492"/>
                    </a:lnTo>
                    <a:lnTo>
                      <a:pt x="889" y="485"/>
                    </a:lnTo>
                    <a:lnTo>
                      <a:pt x="898" y="477"/>
                    </a:lnTo>
                    <a:lnTo>
                      <a:pt x="906" y="469"/>
                    </a:lnTo>
                    <a:lnTo>
                      <a:pt x="912" y="458"/>
                    </a:lnTo>
                    <a:lnTo>
                      <a:pt x="914" y="448"/>
                    </a:lnTo>
                    <a:lnTo>
                      <a:pt x="962" y="269"/>
                    </a:lnTo>
                    <a:lnTo>
                      <a:pt x="962" y="269"/>
                    </a:lnTo>
                    <a:lnTo>
                      <a:pt x="937" y="267"/>
                    </a:lnTo>
                    <a:lnTo>
                      <a:pt x="912" y="262"/>
                    </a:lnTo>
                    <a:lnTo>
                      <a:pt x="887" y="256"/>
                    </a:lnTo>
                    <a:lnTo>
                      <a:pt x="864" y="248"/>
                    </a:lnTo>
                    <a:lnTo>
                      <a:pt x="843" y="235"/>
                    </a:lnTo>
                    <a:lnTo>
                      <a:pt x="823" y="223"/>
                    </a:lnTo>
                    <a:lnTo>
                      <a:pt x="804" y="208"/>
                    </a:lnTo>
                    <a:lnTo>
                      <a:pt x="787" y="192"/>
                    </a:lnTo>
                    <a:lnTo>
                      <a:pt x="771" y="175"/>
                    </a:lnTo>
                    <a:lnTo>
                      <a:pt x="756" y="156"/>
                    </a:lnTo>
                    <a:lnTo>
                      <a:pt x="743" y="135"/>
                    </a:lnTo>
                    <a:lnTo>
                      <a:pt x="733" y="112"/>
                    </a:lnTo>
                    <a:lnTo>
                      <a:pt x="725" y="90"/>
                    </a:lnTo>
                    <a:lnTo>
                      <a:pt x="718" y="67"/>
                    </a:lnTo>
                    <a:lnTo>
                      <a:pt x="714" y="42"/>
                    </a:lnTo>
                    <a:lnTo>
                      <a:pt x="714" y="17"/>
                    </a:lnTo>
                    <a:lnTo>
                      <a:pt x="714" y="1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 name="Freeform 40"/>
              <p:cNvSpPr>
                <a:spLocks noEditPoints="1"/>
              </p:cNvSpPr>
              <p:nvPr/>
            </p:nvSpPr>
            <p:spPr bwMode="auto">
              <a:xfrm>
                <a:off x="4899025" y="4529138"/>
                <a:ext cx="668337" cy="665163"/>
              </a:xfrm>
              <a:custGeom>
                <a:avLst/>
                <a:gdLst>
                  <a:gd name="T0" fmla="*/ 210 w 421"/>
                  <a:gd name="T1" fmla="*/ 0 h 419"/>
                  <a:gd name="T2" fmla="*/ 167 w 421"/>
                  <a:gd name="T3" fmla="*/ 4 h 419"/>
                  <a:gd name="T4" fmla="*/ 129 w 421"/>
                  <a:gd name="T5" fmla="*/ 17 h 419"/>
                  <a:gd name="T6" fmla="*/ 92 w 421"/>
                  <a:gd name="T7" fmla="*/ 36 h 419"/>
                  <a:gd name="T8" fmla="*/ 62 w 421"/>
                  <a:gd name="T9" fmla="*/ 61 h 419"/>
                  <a:gd name="T10" fmla="*/ 35 w 421"/>
                  <a:gd name="T11" fmla="*/ 92 h 419"/>
                  <a:gd name="T12" fmla="*/ 17 w 421"/>
                  <a:gd name="T13" fmla="*/ 127 h 419"/>
                  <a:gd name="T14" fmla="*/ 4 w 421"/>
                  <a:gd name="T15" fmla="*/ 167 h 419"/>
                  <a:gd name="T16" fmla="*/ 0 w 421"/>
                  <a:gd name="T17" fmla="*/ 211 h 419"/>
                  <a:gd name="T18" fmla="*/ 2 w 421"/>
                  <a:gd name="T19" fmla="*/ 231 h 419"/>
                  <a:gd name="T20" fmla="*/ 10 w 421"/>
                  <a:gd name="T21" fmla="*/ 273 h 419"/>
                  <a:gd name="T22" fmla="*/ 25 w 421"/>
                  <a:gd name="T23" fmla="*/ 311 h 419"/>
                  <a:gd name="T24" fmla="*/ 48 w 421"/>
                  <a:gd name="T25" fmla="*/ 344 h 419"/>
                  <a:gd name="T26" fmla="*/ 77 w 421"/>
                  <a:gd name="T27" fmla="*/ 371 h 419"/>
                  <a:gd name="T28" fmla="*/ 110 w 421"/>
                  <a:gd name="T29" fmla="*/ 394 h 419"/>
                  <a:gd name="T30" fmla="*/ 148 w 421"/>
                  <a:gd name="T31" fmla="*/ 411 h 419"/>
                  <a:gd name="T32" fmla="*/ 187 w 421"/>
                  <a:gd name="T33" fmla="*/ 419 h 419"/>
                  <a:gd name="T34" fmla="*/ 210 w 421"/>
                  <a:gd name="T35" fmla="*/ 419 h 419"/>
                  <a:gd name="T36" fmla="*/ 252 w 421"/>
                  <a:gd name="T37" fmla="*/ 415 h 419"/>
                  <a:gd name="T38" fmla="*/ 292 w 421"/>
                  <a:gd name="T39" fmla="*/ 402 h 419"/>
                  <a:gd name="T40" fmla="*/ 327 w 421"/>
                  <a:gd name="T41" fmla="*/ 384 h 419"/>
                  <a:gd name="T42" fmla="*/ 358 w 421"/>
                  <a:gd name="T43" fmla="*/ 359 h 419"/>
                  <a:gd name="T44" fmla="*/ 383 w 421"/>
                  <a:gd name="T45" fmla="*/ 327 h 419"/>
                  <a:gd name="T46" fmla="*/ 404 w 421"/>
                  <a:gd name="T47" fmla="*/ 292 h 419"/>
                  <a:gd name="T48" fmla="*/ 415 w 421"/>
                  <a:gd name="T49" fmla="*/ 252 h 419"/>
                  <a:gd name="T50" fmla="*/ 421 w 421"/>
                  <a:gd name="T51" fmla="*/ 211 h 419"/>
                  <a:gd name="T52" fmla="*/ 419 w 421"/>
                  <a:gd name="T53" fmla="*/ 188 h 419"/>
                  <a:gd name="T54" fmla="*/ 410 w 421"/>
                  <a:gd name="T55" fmla="*/ 148 h 419"/>
                  <a:gd name="T56" fmla="*/ 394 w 421"/>
                  <a:gd name="T57" fmla="*/ 111 h 419"/>
                  <a:gd name="T58" fmla="*/ 371 w 421"/>
                  <a:gd name="T59" fmla="*/ 77 h 419"/>
                  <a:gd name="T60" fmla="*/ 344 w 421"/>
                  <a:gd name="T61" fmla="*/ 48 h 419"/>
                  <a:gd name="T62" fmla="*/ 310 w 421"/>
                  <a:gd name="T63" fmla="*/ 25 h 419"/>
                  <a:gd name="T64" fmla="*/ 273 w 421"/>
                  <a:gd name="T65" fmla="*/ 8 h 419"/>
                  <a:gd name="T66" fmla="*/ 231 w 421"/>
                  <a:gd name="T67" fmla="*/ 0 h 419"/>
                  <a:gd name="T68" fmla="*/ 210 w 421"/>
                  <a:gd name="T69" fmla="*/ 0 h 419"/>
                  <a:gd name="T70" fmla="*/ 240 w 421"/>
                  <a:gd name="T71" fmla="*/ 240 h 419"/>
                  <a:gd name="T72" fmla="*/ 240 w 421"/>
                  <a:gd name="T73" fmla="*/ 315 h 419"/>
                  <a:gd name="T74" fmla="*/ 231 w 421"/>
                  <a:gd name="T75" fmla="*/ 336 h 419"/>
                  <a:gd name="T76" fmla="*/ 210 w 421"/>
                  <a:gd name="T77" fmla="*/ 344 h 419"/>
                  <a:gd name="T78" fmla="*/ 198 w 421"/>
                  <a:gd name="T79" fmla="*/ 342 h 419"/>
                  <a:gd name="T80" fmla="*/ 183 w 421"/>
                  <a:gd name="T81" fmla="*/ 325 h 419"/>
                  <a:gd name="T82" fmla="*/ 181 w 421"/>
                  <a:gd name="T83" fmla="*/ 240 h 419"/>
                  <a:gd name="T84" fmla="*/ 106 w 421"/>
                  <a:gd name="T85" fmla="*/ 240 h 419"/>
                  <a:gd name="T86" fmla="*/ 85 w 421"/>
                  <a:gd name="T87" fmla="*/ 231 h 419"/>
                  <a:gd name="T88" fmla="*/ 75 w 421"/>
                  <a:gd name="T89" fmla="*/ 211 h 419"/>
                  <a:gd name="T90" fmla="*/ 79 w 421"/>
                  <a:gd name="T91" fmla="*/ 198 h 419"/>
                  <a:gd name="T92" fmla="*/ 94 w 421"/>
                  <a:gd name="T93" fmla="*/ 184 h 419"/>
                  <a:gd name="T94" fmla="*/ 181 w 421"/>
                  <a:gd name="T95" fmla="*/ 181 h 419"/>
                  <a:gd name="T96" fmla="*/ 181 w 421"/>
                  <a:gd name="T97" fmla="*/ 104 h 419"/>
                  <a:gd name="T98" fmla="*/ 190 w 421"/>
                  <a:gd name="T99" fmla="*/ 83 h 419"/>
                  <a:gd name="T100" fmla="*/ 210 w 421"/>
                  <a:gd name="T101" fmla="*/ 75 h 419"/>
                  <a:gd name="T102" fmla="*/ 221 w 421"/>
                  <a:gd name="T103" fmla="*/ 77 h 419"/>
                  <a:gd name="T104" fmla="*/ 237 w 421"/>
                  <a:gd name="T105" fmla="*/ 94 h 419"/>
                  <a:gd name="T106" fmla="*/ 240 w 421"/>
                  <a:gd name="T107" fmla="*/ 181 h 419"/>
                  <a:gd name="T108" fmla="*/ 315 w 421"/>
                  <a:gd name="T109" fmla="*/ 181 h 419"/>
                  <a:gd name="T110" fmla="*/ 335 w 421"/>
                  <a:gd name="T111" fmla="*/ 190 h 419"/>
                  <a:gd name="T112" fmla="*/ 344 w 421"/>
                  <a:gd name="T113" fmla="*/ 211 h 419"/>
                  <a:gd name="T114" fmla="*/ 342 w 421"/>
                  <a:gd name="T115" fmla="*/ 221 h 419"/>
                  <a:gd name="T116" fmla="*/ 325 w 421"/>
                  <a:gd name="T117" fmla="*/ 238 h 419"/>
                  <a:gd name="T118" fmla="*/ 315 w 421"/>
                  <a:gd name="T119" fmla="*/ 240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1" h="419">
                    <a:moveTo>
                      <a:pt x="210" y="0"/>
                    </a:moveTo>
                    <a:lnTo>
                      <a:pt x="210" y="0"/>
                    </a:lnTo>
                    <a:lnTo>
                      <a:pt x="187" y="0"/>
                    </a:lnTo>
                    <a:lnTo>
                      <a:pt x="167" y="4"/>
                    </a:lnTo>
                    <a:lnTo>
                      <a:pt x="148" y="8"/>
                    </a:lnTo>
                    <a:lnTo>
                      <a:pt x="129" y="17"/>
                    </a:lnTo>
                    <a:lnTo>
                      <a:pt x="110" y="25"/>
                    </a:lnTo>
                    <a:lnTo>
                      <a:pt x="92" y="36"/>
                    </a:lnTo>
                    <a:lnTo>
                      <a:pt x="77" y="48"/>
                    </a:lnTo>
                    <a:lnTo>
                      <a:pt x="62" y="61"/>
                    </a:lnTo>
                    <a:lnTo>
                      <a:pt x="48" y="77"/>
                    </a:lnTo>
                    <a:lnTo>
                      <a:pt x="35" y="92"/>
                    </a:lnTo>
                    <a:lnTo>
                      <a:pt x="25" y="111"/>
                    </a:lnTo>
                    <a:lnTo>
                      <a:pt x="17" y="127"/>
                    </a:lnTo>
                    <a:lnTo>
                      <a:pt x="10" y="148"/>
                    </a:lnTo>
                    <a:lnTo>
                      <a:pt x="4" y="167"/>
                    </a:lnTo>
                    <a:lnTo>
                      <a:pt x="2" y="188"/>
                    </a:lnTo>
                    <a:lnTo>
                      <a:pt x="0" y="211"/>
                    </a:lnTo>
                    <a:lnTo>
                      <a:pt x="0" y="211"/>
                    </a:lnTo>
                    <a:lnTo>
                      <a:pt x="2" y="231"/>
                    </a:lnTo>
                    <a:lnTo>
                      <a:pt x="4" y="252"/>
                    </a:lnTo>
                    <a:lnTo>
                      <a:pt x="10" y="273"/>
                    </a:lnTo>
                    <a:lnTo>
                      <a:pt x="17" y="292"/>
                    </a:lnTo>
                    <a:lnTo>
                      <a:pt x="25" y="311"/>
                    </a:lnTo>
                    <a:lnTo>
                      <a:pt x="35" y="327"/>
                    </a:lnTo>
                    <a:lnTo>
                      <a:pt x="48" y="344"/>
                    </a:lnTo>
                    <a:lnTo>
                      <a:pt x="62" y="359"/>
                    </a:lnTo>
                    <a:lnTo>
                      <a:pt x="77" y="371"/>
                    </a:lnTo>
                    <a:lnTo>
                      <a:pt x="92" y="384"/>
                    </a:lnTo>
                    <a:lnTo>
                      <a:pt x="110" y="394"/>
                    </a:lnTo>
                    <a:lnTo>
                      <a:pt x="129" y="402"/>
                    </a:lnTo>
                    <a:lnTo>
                      <a:pt x="148" y="411"/>
                    </a:lnTo>
                    <a:lnTo>
                      <a:pt x="167" y="415"/>
                    </a:lnTo>
                    <a:lnTo>
                      <a:pt x="187" y="419"/>
                    </a:lnTo>
                    <a:lnTo>
                      <a:pt x="210" y="419"/>
                    </a:lnTo>
                    <a:lnTo>
                      <a:pt x="210" y="419"/>
                    </a:lnTo>
                    <a:lnTo>
                      <a:pt x="231" y="419"/>
                    </a:lnTo>
                    <a:lnTo>
                      <a:pt x="252" y="415"/>
                    </a:lnTo>
                    <a:lnTo>
                      <a:pt x="273" y="411"/>
                    </a:lnTo>
                    <a:lnTo>
                      <a:pt x="292" y="402"/>
                    </a:lnTo>
                    <a:lnTo>
                      <a:pt x="310" y="394"/>
                    </a:lnTo>
                    <a:lnTo>
                      <a:pt x="327" y="384"/>
                    </a:lnTo>
                    <a:lnTo>
                      <a:pt x="344" y="371"/>
                    </a:lnTo>
                    <a:lnTo>
                      <a:pt x="358" y="359"/>
                    </a:lnTo>
                    <a:lnTo>
                      <a:pt x="371" y="344"/>
                    </a:lnTo>
                    <a:lnTo>
                      <a:pt x="383" y="327"/>
                    </a:lnTo>
                    <a:lnTo>
                      <a:pt x="394" y="311"/>
                    </a:lnTo>
                    <a:lnTo>
                      <a:pt x="404" y="292"/>
                    </a:lnTo>
                    <a:lnTo>
                      <a:pt x="410" y="273"/>
                    </a:lnTo>
                    <a:lnTo>
                      <a:pt x="415" y="252"/>
                    </a:lnTo>
                    <a:lnTo>
                      <a:pt x="419" y="231"/>
                    </a:lnTo>
                    <a:lnTo>
                      <a:pt x="421" y="211"/>
                    </a:lnTo>
                    <a:lnTo>
                      <a:pt x="421" y="211"/>
                    </a:lnTo>
                    <a:lnTo>
                      <a:pt x="419" y="188"/>
                    </a:lnTo>
                    <a:lnTo>
                      <a:pt x="415" y="167"/>
                    </a:lnTo>
                    <a:lnTo>
                      <a:pt x="410" y="148"/>
                    </a:lnTo>
                    <a:lnTo>
                      <a:pt x="404" y="127"/>
                    </a:lnTo>
                    <a:lnTo>
                      <a:pt x="394" y="111"/>
                    </a:lnTo>
                    <a:lnTo>
                      <a:pt x="383" y="92"/>
                    </a:lnTo>
                    <a:lnTo>
                      <a:pt x="371" y="77"/>
                    </a:lnTo>
                    <a:lnTo>
                      <a:pt x="358" y="61"/>
                    </a:lnTo>
                    <a:lnTo>
                      <a:pt x="344" y="48"/>
                    </a:lnTo>
                    <a:lnTo>
                      <a:pt x="327" y="36"/>
                    </a:lnTo>
                    <a:lnTo>
                      <a:pt x="310" y="25"/>
                    </a:lnTo>
                    <a:lnTo>
                      <a:pt x="292" y="17"/>
                    </a:lnTo>
                    <a:lnTo>
                      <a:pt x="273" y="8"/>
                    </a:lnTo>
                    <a:lnTo>
                      <a:pt x="252" y="4"/>
                    </a:lnTo>
                    <a:lnTo>
                      <a:pt x="231" y="0"/>
                    </a:lnTo>
                    <a:lnTo>
                      <a:pt x="210" y="0"/>
                    </a:lnTo>
                    <a:lnTo>
                      <a:pt x="210" y="0"/>
                    </a:lnTo>
                    <a:close/>
                    <a:moveTo>
                      <a:pt x="315" y="240"/>
                    </a:moveTo>
                    <a:lnTo>
                      <a:pt x="240" y="240"/>
                    </a:lnTo>
                    <a:lnTo>
                      <a:pt x="240" y="315"/>
                    </a:lnTo>
                    <a:lnTo>
                      <a:pt x="240" y="315"/>
                    </a:lnTo>
                    <a:lnTo>
                      <a:pt x="237" y="325"/>
                    </a:lnTo>
                    <a:lnTo>
                      <a:pt x="231" y="336"/>
                    </a:lnTo>
                    <a:lnTo>
                      <a:pt x="221" y="342"/>
                    </a:lnTo>
                    <a:lnTo>
                      <a:pt x="210" y="344"/>
                    </a:lnTo>
                    <a:lnTo>
                      <a:pt x="210" y="344"/>
                    </a:lnTo>
                    <a:lnTo>
                      <a:pt x="198" y="342"/>
                    </a:lnTo>
                    <a:lnTo>
                      <a:pt x="190" y="336"/>
                    </a:lnTo>
                    <a:lnTo>
                      <a:pt x="183" y="325"/>
                    </a:lnTo>
                    <a:lnTo>
                      <a:pt x="181" y="315"/>
                    </a:lnTo>
                    <a:lnTo>
                      <a:pt x="181" y="240"/>
                    </a:lnTo>
                    <a:lnTo>
                      <a:pt x="106" y="240"/>
                    </a:lnTo>
                    <a:lnTo>
                      <a:pt x="106" y="240"/>
                    </a:lnTo>
                    <a:lnTo>
                      <a:pt x="94" y="238"/>
                    </a:lnTo>
                    <a:lnTo>
                      <a:pt x="85" y="231"/>
                    </a:lnTo>
                    <a:lnTo>
                      <a:pt x="79" y="221"/>
                    </a:lnTo>
                    <a:lnTo>
                      <a:pt x="75" y="211"/>
                    </a:lnTo>
                    <a:lnTo>
                      <a:pt x="75" y="211"/>
                    </a:lnTo>
                    <a:lnTo>
                      <a:pt x="79" y="198"/>
                    </a:lnTo>
                    <a:lnTo>
                      <a:pt x="85" y="190"/>
                    </a:lnTo>
                    <a:lnTo>
                      <a:pt x="94" y="184"/>
                    </a:lnTo>
                    <a:lnTo>
                      <a:pt x="106" y="181"/>
                    </a:lnTo>
                    <a:lnTo>
                      <a:pt x="181" y="181"/>
                    </a:lnTo>
                    <a:lnTo>
                      <a:pt x="181" y="104"/>
                    </a:lnTo>
                    <a:lnTo>
                      <a:pt x="181" y="104"/>
                    </a:lnTo>
                    <a:lnTo>
                      <a:pt x="183" y="94"/>
                    </a:lnTo>
                    <a:lnTo>
                      <a:pt x="190" y="83"/>
                    </a:lnTo>
                    <a:lnTo>
                      <a:pt x="198" y="77"/>
                    </a:lnTo>
                    <a:lnTo>
                      <a:pt x="210" y="75"/>
                    </a:lnTo>
                    <a:lnTo>
                      <a:pt x="210" y="75"/>
                    </a:lnTo>
                    <a:lnTo>
                      <a:pt x="221" y="77"/>
                    </a:lnTo>
                    <a:lnTo>
                      <a:pt x="231" y="83"/>
                    </a:lnTo>
                    <a:lnTo>
                      <a:pt x="237" y="94"/>
                    </a:lnTo>
                    <a:lnTo>
                      <a:pt x="240" y="104"/>
                    </a:lnTo>
                    <a:lnTo>
                      <a:pt x="240" y="181"/>
                    </a:lnTo>
                    <a:lnTo>
                      <a:pt x="315" y="181"/>
                    </a:lnTo>
                    <a:lnTo>
                      <a:pt x="315" y="181"/>
                    </a:lnTo>
                    <a:lnTo>
                      <a:pt x="325" y="184"/>
                    </a:lnTo>
                    <a:lnTo>
                      <a:pt x="335" y="190"/>
                    </a:lnTo>
                    <a:lnTo>
                      <a:pt x="342" y="198"/>
                    </a:lnTo>
                    <a:lnTo>
                      <a:pt x="344" y="211"/>
                    </a:lnTo>
                    <a:lnTo>
                      <a:pt x="344" y="211"/>
                    </a:lnTo>
                    <a:lnTo>
                      <a:pt x="342" y="221"/>
                    </a:lnTo>
                    <a:lnTo>
                      <a:pt x="335" y="231"/>
                    </a:lnTo>
                    <a:lnTo>
                      <a:pt x="325" y="238"/>
                    </a:lnTo>
                    <a:lnTo>
                      <a:pt x="315" y="240"/>
                    </a:lnTo>
                    <a:lnTo>
                      <a:pt x="315" y="24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25" name="Group 24"/>
          <p:cNvGrpSpPr/>
          <p:nvPr/>
        </p:nvGrpSpPr>
        <p:grpSpPr>
          <a:xfrm>
            <a:off x="4682812" y="3662651"/>
            <a:ext cx="1271280" cy="1271280"/>
            <a:chOff x="4682812" y="3662651"/>
            <a:chExt cx="1271280" cy="1271280"/>
          </a:xfrm>
        </p:grpSpPr>
        <p:sp>
          <p:nvSpPr>
            <p:cNvPr id="24" name="Oval 23"/>
            <p:cNvSpPr/>
            <p:nvPr/>
          </p:nvSpPr>
          <p:spPr>
            <a:xfrm>
              <a:off x="4682812" y="3662651"/>
              <a:ext cx="1271280" cy="1271280"/>
            </a:xfrm>
            <a:prstGeom prst="ellipse">
              <a:avLst/>
            </a:prstGeom>
            <a:solidFill>
              <a:srgbClr val="164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2" name="组合 32"/>
            <p:cNvGrpSpPr/>
            <p:nvPr/>
          </p:nvGrpSpPr>
          <p:grpSpPr>
            <a:xfrm>
              <a:off x="5022108" y="4066173"/>
              <a:ext cx="636423" cy="464235"/>
              <a:chOff x="10180638" y="4321175"/>
              <a:chExt cx="1795462" cy="1309688"/>
            </a:xfrm>
            <a:solidFill>
              <a:schemeClr val="tx1"/>
            </a:solidFill>
          </p:grpSpPr>
          <p:sp>
            <p:nvSpPr>
              <p:cNvPr id="43" name="Freeform 42"/>
              <p:cNvSpPr/>
              <p:nvPr/>
            </p:nvSpPr>
            <p:spPr bwMode="auto">
              <a:xfrm>
                <a:off x="10534650" y="4321175"/>
                <a:ext cx="681037" cy="681038"/>
              </a:xfrm>
              <a:custGeom>
                <a:avLst/>
                <a:gdLst>
                  <a:gd name="T0" fmla="*/ 429 w 429"/>
                  <a:gd name="T1" fmla="*/ 214 h 429"/>
                  <a:gd name="T2" fmla="*/ 425 w 429"/>
                  <a:gd name="T3" fmla="*/ 258 h 429"/>
                  <a:gd name="T4" fmla="*/ 412 w 429"/>
                  <a:gd name="T5" fmla="*/ 298 h 429"/>
                  <a:gd name="T6" fmla="*/ 391 w 429"/>
                  <a:gd name="T7" fmla="*/ 333 h 429"/>
                  <a:gd name="T8" fmla="*/ 366 w 429"/>
                  <a:gd name="T9" fmla="*/ 367 h 429"/>
                  <a:gd name="T10" fmla="*/ 333 w 429"/>
                  <a:gd name="T11" fmla="*/ 392 h 429"/>
                  <a:gd name="T12" fmla="*/ 298 w 429"/>
                  <a:gd name="T13" fmla="*/ 412 h 429"/>
                  <a:gd name="T14" fmla="*/ 258 w 429"/>
                  <a:gd name="T15" fmla="*/ 425 h 429"/>
                  <a:gd name="T16" fmla="*/ 214 w 429"/>
                  <a:gd name="T17" fmla="*/ 429 h 429"/>
                  <a:gd name="T18" fmla="*/ 191 w 429"/>
                  <a:gd name="T19" fmla="*/ 427 h 429"/>
                  <a:gd name="T20" fmla="*/ 150 w 429"/>
                  <a:gd name="T21" fmla="*/ 419 h 429"/>
                  <a:gd name="T22" fmla="*/ 112 w 429"/>
                  <a:gd name="T23" fmla="*/ 402 h 429"/>
                  <a:gd name="T24" fmla="*/ 79 w 429"/>
                  <a:gd name="T25" fmla="*/ 379 h 429"/>
                  <a:gd name="T26" fmla="*/ 50 w 429"/>
                  <a:gd name="T27" fmla="*/ 350 h 429"/>
                  <a:gd name="T28" fmla="*/ 27 w 429"/>
                  <a:gd name="T29" fmla="*/ 317 h 429"/>
                  <a:gd name="T30" fmla="*/ 10 w 429"/>
                  <a:gd name="T31" fmla="*/ 277 h 429"/>
                  <a:gd name="T32" fmla="*/ 2 w 429"/>
                  <a:gd name="T33" fmla="*/ 235 h 429"/>
                  <a:gd name="T34" fmla="*/ 0 w 429"/>
                  <a:gd name="T35" fmla="*/ 214 h 429"/>
                  <a:gd name="T36" fmla="*/ 4 w 429"/>
                  <a:gd name="T37" fmla="*/ 171 h 429"/>
                  <a:gd name="T38" fmla="*/ 16 w 429"/>
                  <a:gd name="T39" fmla="*/ 131 h 429"/>
                  <a:gd name="T40" fmla="*/ 37 w 429"/>
                  <a:gd name="T41" fmla="*/ 96 h 429"/>
                  <a:gd name="T42" fmla="*/ 62 w 429"/>
                  <a:gd name="T43" fmla="*/ 62 h 429"/>
                  <a:gd name="T44" fmla="*/ 96 w 429"/>
                  <a:gd name="T45" fmla="*/ 37 h 429"/>
                  <a:gd name="T46" fmla="*/ 131 w 429"/>
                  <a:gd name="T47" fmla="*/ 17 h 429"/>
                  <a:gd name="T48" fmla="*/ 171 w 429"/>
                  <a:gd name="T49" fmla="*/ 4 h 429"/>
                  <a:gd name="T50" fmla="*/ 214 w 429"/>
                  <a:gd name="T51" fmla="*/ 0 h 429"/>
                  <a:gd name="T52" fmla="*/ 235 w 429"/>
                  <a:gd name="T53" fmla="*/ 2 h 429"/>
                  <a:gd name="T54" fmla="*/ 277 w 429"/>
                  <a:gd name="T55" fmla="*/ 10 h 429"/>
                  <a:gd name="T56" fmla="*/ 316 w 429"/>
                  <a:gd name="T57" fmla="*/ 27 h 429"/>
                  <a:gd name="T58" fmla="*/ 350 w 429"/>
                  <a:gd name="T59" fmla="*/ 50 h 429"/>
                  <a:gd name="T60" fmla="*/ 379 w 429"/>
                  <a:gd name="T61" fmla="*/ 79 h 429"/>
                  <a:gd name="T62" fmla="*/ 402 w 429"/>
                  <a:gd name="T63" fmla="*/ 112 h 429"/>
                  <a:gd name="T64" fmla="*/ 418 w 429"/>
                  <a:gd name="T65" fmla="*/ 150 h 429"/>
                  <a:gd name="T66" fmla="*/ 427 w 429"/>
                  <a:gd name="T67" fmla="*/ 192 h 429"/>
                  <a:gd name="T68" fmla="*/ 429 w 429"/>
                  <a:gd name="T69" fmla="*/ 214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9" h="429">
                    <a:moveTo>
                      <a:pt x="429" y="214"/>
                    </a:moveTo>
                    <a:lnTo>
                      <a:pt x="429" y="214"/>
                    </a:lnTo>
                    <a:lnTo>
                      <a:pt x="427" y="235"/>
                    </a:lnTo>
                    <a:lnTo>
                      <a:pt x="425" y="258"/>
                    </a:lnTo>
                    <a:lnTo>
                      <a:pt x="418" y="277"/>
                    </a:lnTo>
                    <a:lnTo>
                      <a:pt x="412" y="298"/>
                    </a:lnTo>
                    <a:lnTo>
                      <a:pt x="402" y="317"/>
                    </a:lnTo>
                    <a:lnTo>
                      <a:pt x="391" y="333"/>
                    </a:lnTo>
                    <a:lnTo>
                      <a:pt x="379" y="350"/>
                    </a:lnTo>
                    <a:lnTo>
                      <a:pt x="366" y="367"/>
                    </a:lnTo>
                    <a:lnTo>
                      <a:pt x="350" y="379"/>
                    </a:lnTo>
                    <a:lnTo>
                      <a:pt x="333" y="392"/>
                    </a:lnTo>
                    <a:lnTo>
                      <a:pt x="316" y="402"/>
                    </a:lnTo>
                    <a:lnTo>
                      <a:pt x="298" y="412"/>
                    </a:lnTo>
                    <a:lnTo>
                      <a:pt x="277" y="419"/>
                    </a:lnTo>
                    <a:lnTo>
                      <a:pt x="258" y="425"/>
                    </a:lnTo>
                    <a:lnTo>
                      <a:pt x="235" y="427"/>
                    </a:lnTo>
                    <a:lnTo>
                      <a:pt x="214" y="429"/>
                    </a:lnTo>
                    <a:lnTo>
                      <a:pt x="214" y="429"/>
                    </a:lnTo>
                    <a:lnTo>
                      <a:pt x="191" y="427"/>
                    </a:lnTo>
                    <a:lnTo>
                      <a:pt x="171" y="425"/>
                    </a:lnTo>
                    <a:lnTo>
                      <a:pt x="150" y="419"/>
                    </a:lnTo>
                    <a:lnTo>
                      <a:pt x="131" y="412"/>
                    </a:lnTo>
                    <a:lnTo>
                      <a:pt x="112" y="402"/>
                    </a:lnTo>
                    <a:lnTo>
                      <a:pt x="96" y="392"/>
                    </a:lnTo>
                    <a:lnTo>
                      <a:pt x="79" y="379"/>
                    </a:lnTo>
                    <a:lnTo>
                      <a:pt x="62" y="367"/>
                    </a:lnTo>
                    <a:lnTo>
                      <a:pt x="50" y="350"/>
                    </a:lnTo>
                    <a:lnTo>
                      <a:pt x="37" y="333"/>
                    </a:lnTo>
                    <a:lnTo>
                      <a:pt x="27" y="317"/>
                    </a:lnTo>
                    <a:lnTo>
                      <a:pt x="16" y="298"/>
                    </a:lnTo>
                    <a:lnTo>
                      <a:pt x="10" y="277"/>
                    </a:lnTo>
                    <a:lnTo>
                      <a:pt x="4" y="258"/>
                    </a:lnTo>
                    <a:lnTo>
                      <a:pt x="2" y="235"/>
                    </a:lnTo>
                    <a:lnTo>
                      <a:pt x="0" y="214"/>
                    </a:lnTo>
                    <a:lnTo>
                      <a:pt x="0" y="214"/>
                    </a:lnTo>
                    <a:lnTo>
                      <a:pt x="2" y="192"/>
                    </a:lnTo>
                    <a:lnTo>
                      <a:pt x="4" y="171"/>
                    </a:lnTo>
                    <a:lnTo>
                      <a:pt x="10" y="150"/>
                    </a:lnTo>
                    <a:lnTo>
                      <a:pt x="16" y="131"/>
                    </a:lnTo>
                    <a:lnTo>
                      <a:pt x="27" y="112"/>
                    </a:lnTo>
                    <a:lnTo>
                      <a:pt x="37" y="96"/>
                    </a:lnTo>
                    <a:lnTo>
                      <a:pt x="50" y="79"/>
                    </a:lnTo>
                    <a:lnTo>
                      <a:pt x="62" y="62"/>
                    </a:lnTo>
                    <a:lnTo>
                      <a:pt x="79" y="50"/>
                    </a:lnTo>
                    <a:lnTo>
                      <a:pt x="96" y="37"/>
                    </a:lnTo>
                    <a:lnTo>
                      <a:pt x="112" y="27"/>
                    </a:lnTo>
                    <a:lnTo>
                      <a:pt x="131" y="17"/>
                    </a:lnTo>
                    <a:lnTo>
                      <a:pt x="150" y="10"/>
                    </a:lnTo>
                    <a:lnTo>
                      <a:pt x="171" y="4"/>
                    </a:lnTo>
                    <a:lnTo>
                      <a:pt x="191" y="2"/>
                    </a:lnTo>
                    <a:lnTo>
                      <a:pt x="214" y="0"/>
                    </a:lnTo>
                    <a:lnTo>
                      <a:pt x="214" y="0"/>
                    </a:lnTo>
                    <a:lnTo>
                      <a:pt x="235" y="2"/>
                    </a:lnTo>
                    <a:lnTo>
                      <a:pt x="258" y="4"/>
                    </a:lnTo>
                    <a:lnTo>
                      <a:pt x="277" y="10"/>
                    </a:lnTo>
                    <a:lnTo>
                      <a:pt x="298" y="17"/>
                    </a:lnTo>
                    <a:lnTo>
                      <a:pt x="316" y="27"/>
                    </a:lnTo>
                    <a:lnTo>
                      <a:pt x="333" y="37"/>
                    </a:lnTo>
                    <a:lnTo>
                      <a:pt x="350" y="50"/>
                    </a:lnTo>
                    <a:lnTo>
                      <a:pt x="366" y="62"/>
                    </a:lnTo>
                    <a:lnTo>
                      <a:pt x="379" y="79"/>
                    </a:lnTo>
                    <a:lnTo>
                      <a:pt x="391" y="96"/>
                    </a:lnTo>
                    <a:lnTo>
                      <a:pt x="402" y="112"/>
                    </a:lnTo>
                    <a:lnTo>
                      <a:pt x="412" y="131"/>
                    </a:lnTo>
                    <a:lnTo>
                      <a:pt x="418" y="150"/>
                    </a:lnTo>
                    <a:lnTo>
                      <a:pt x="425" y="171"/>
                    </a:lnTo>
                    <a:lnTo>
                      <a:pt x="427" y="192"/>
                    </a:lnTo>
                    <a:lnTo>
                      <a:pt x="429" y="214"/>
                    </a:lnTo>
                    <a:lnTo>
                      <a:pt x="429" y="21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 name="Freeform 43"/>
              <p:cNvSpPr/>
              <p:nvPr/>
            </p:nvSpPr>
            <p:spPr bwMode="auto">
              <a:xfrm>
                <a:off x="10180638" y="5019675"/>
                <a:ext cx="1319212" cy="611188"/>
              </a:xfrm>
              <a:custGeom>
                <a:avLst/>
                <a:gdLst>
                  <a:gd name="T0" fmla="*/ 652 w 831"/>
                  <a:gd name="T1" fmla="*/ 137 h 385"/>
                  <a:gd name="T2" fmla="*/ 652 w 831"/>
                  <a:gd name="T3" fmla="*/ 137 h 385"/>
                  <a:gd name="T4" fmla="*/ 654 w 831"/>
                  <a:gd name="T5" fmla="*/ 114 h 385"/>
                  <a:gd name="T6" fmla="*/ 656 w 831"/>
                  <a:gd name="T7" fmla="*/ 91 h 385"/>
                  <a:gd name="T8" fmla="*/ 660 w 831"/>
                  <a:gd name="T9" fmla="*/ 70 h 385"/>
                  <a:gd name="T10" fmla="*/ 666 w 831"/>
                  <a:gd name="T11" fmla="*/ 50 h 385"/>
                  <a:gd name="T12" fmla="*/ 666 w 831"/>
                  <a:gd name="T13" fmla="*/ 50 h 385"/>
                  <a:gd name="T14" fmla="*/ 644 w 831"/>
                  <a:gd name="T15" fmla="*/ 35 h 385"/>
                  <a:gd name="T16" fmla="*/ 619 w 831"/>
                  <a:gd name="T17" fmla="*/ 22 h 385"/>
                  <a:gd name="T18" fmla="*/ 591 w 831"/>
                  <a:gd name="T19" fmla="*/ 10 h 385"/>
                  <a:gd name="T20" fmla="*/ 566 w 831"/>
                  <a:gd name="T21" fmla="*/ 0 h 385"/>
                  <a:gd name="T22" fmla="*/ 437 w 831"/>
                  <a:gd name="T23" fmla="*/ 145 h 385"/>
                  <a:gd name="T24" fmla="*/ 308 w 831"/>
                  <a:gd name="T25" fmla="*/ 0 h 385"/>
                  <a:gd name="T26" fmla="*/ 308 w 831"/>
                  <a:gd name="T27" fmla="*/ 0 h 385"/>
                  <a:gd name="T28" fmla="*/ 279 w 831"/>
                  <a:gd name="T29" fmla="*/ 10 h 385"/>
                  <a:gd name="T30" fmla="*/ 252 w 831"/>
                  <a:gd name="T31" fmla="*/ 25 h 385"/>
                  <a:gd name="T32" fmla="*/ 225 w 831"/>
                  <a:gd name="T33" fmla="*/ 39 h 385"/>
                  <a:gd name="T34" fmla="*/ 198 w 831"/>
                  <a:gd name="T35" fmla="*/ 56 h 385"/>
                  <a:gd name="T36" fmla="*/ 173 w 831"/>
                  <a:gd name="T37" fmla="*/ 75 h 385"/>
                  <a:gd name="T38" fmla="*/ 150 w 831"/>
                  <a:gd name="T39" fmla="*/ 95 h 385"/>
                  <a:gd name="T40" fmla="*/ 127 w 831"/>
                  <a:gd name="T41" fmla="*/ 118 h 385"/>
                  <a:gd name="T42" fmla="*/ 106 w 831"/>
                  <a:gd name="T43" fmla="*/ 143 h 385"/>
                  <a:gd name="T44" fmla="*/ 87 w 831"/>
                  <a:gd name="T45" fmla="*/ 168 h 385"/>
                  <a:gd name="T46" fmla="*/ 71 w 831"/>
                  <a:gd name="T47" fmla="*/ 195 h 385"/>
                  <a:gd name="T48" fmla="*/ 54 w 831"/>
                  <a:gd name="T49" fmla="*/ 225 h 385"/>
                  <a:gd name="T50" fmla="*/ 39 w 831"/>
                  <a:gd name="T51" fmla="*/ 254 h 385"/>
                  <a:gd name="T52" fmla="*/ 27 w 831"/>
                  <a:gd name="T53" fmla="*/ 285 h 385"/>
                  <a:gd name="T54" fmla="*/ 16 w 831"/>
                  <a:gd name="T55" fmla="*/ 318 h 385"/>
                  <a:gd name="T56" fmla="*/ 6 w 831"/>
                  <a:gd name="T57" fmla="*/ 352 h 385"/>
                  <a:gd name="T58" fmla="*/ 0 w 831"/>
                  <a:gd name="T59" fmla="*/ 385 h 385"/>
                  <a:gd name="T60" fmla="*/ 831 w 831"/>
                  <a:gd name="T61" fmla="*/ 385 h 385"/>
                  <a:gd name="T62" fmla="*/ 831 w 831"/>
                  <a:gd name="T63" fmla="*/ 385 h 385"/>
                  <a:gd name="T64" fmla="*/ 812 w 831"/>
                  <a:gd name="T65" fmla="*/ 377 h 385"/>
                  <a:gd name="T66" fmla="*/ 794 w 831"/>
                  <a:gd name="T67" fmla="*/ 368 h 385"/>
                  <a:gd name="T68" fmla="*/ 777 w 831"/>
                  <a:gd name="T69" fmla="*/ 358 h 385"/>
                  <a:gd name="T70" fmla="*/ 760 w 831"/>
                  <a:gd name="T71" fmla="*/ 347 h 385"/>
                  <a:gd name="T72" fmla="*/ 744 w 831"/>
                  <a:gd name="T73" fmla="*/ 335 h 385"/>
                  <a:gd name="T74" fmla="*/ 729 w 831"/>
                  <a:gd name="T75" fmla="*/ 320 h 385"/>
                  <a:gd name="T76" fmla="*/ 714 w 831"/>
                  <a:gd name="T77" fmla="*/ 306 h 385"/>
                  <a:gd name="T78" fmla="*/ 702 w 831"/>
                  <a:gd name="T79" fmla="*/ 291 h 385"/>
                  <a:gd name="T80" fmla="*/ 691 w 831"/>
                  <a:gd name="T81" fmla="*/ 275 h 385"/>
                  <a:gd name="T82" fmla="*/ 681 w 831"/>
                  <a:gd name="T83" fmla="*/ 256 h 385"/>
                  <a:gd name="T84" fmla="*/ 673 w 831"/>
                  <a:gd name="T85" fmla="*/ 237 h 385"/>
                  <a:gd name="T86" fmla="*/ 664 w 831"/>
                  <a:gd name="T87" fmla="*/ 218 h 385"/>
                  <a:gd name="T88" fmla="*/ 660 w 831"/>
                  <a:gd name="T89" fmla="*/ 200 h 385"/>
                  <a:gd name="T90" fmla="*/ 656 w 831"/>
                  <a:gd name="T91" fmla="*/ 179 h 385"/>
                  <a:gd name="T92" fmla="*/ 652 w 831"/>
                  <a:gd name="T93" fmla="*/ 158 h 385"/>
                  <a:gd name="T94" fmla="*/ 652 w 831"/>
                  <a:gd name="T95" fmla="*/ 137 h 385"/>
                  <a:gd name="T96" fmla="*/ 652 w 831"/>
                  <a:gd name="T97" fmla="*/ 137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1" h="385">
                    <a:moveTo>
                      <a:pt x="652" y="137"/>
                    </a:moveTo>
                    <a:lnTo>
                      <a:pt x="652" y="137"/>
                    </a:lnTo>
                    <a:lnTo>
                      <a:pt x="654" y="114"/>
                    </a:lnTo>
                    <a:lnTo>
                      <a:pt x="656" y="91"/>
                    </a:lnTo>
                    <a:lnTo>
                      <a:pt x="660" y="70"/>
                    </a:lnTo>
                    <a:lnTo>
                      <a:pt x="666" y="50"/>
                    </a:lnTo>
                    <a:lnTo>
                      <a:pt x="666" y="50"/>
                    </a:lnTo>
                    <a:lnTo>
                      <a:pt x="644" y="35"/>
                    </a:lnTo>
                    <a:lnTo>
                      <a:pt x="619" y="22"/>
                    </a:lnTo>
                    <a:lnTo>
                      <a:pt x="591" y="10"/>
                    </a:lnTo>
                    <a:lnTo>
                      <a:pt x="566" y="0"/>
                    </a:lnTo>
                    <a:lnTo>
                      <a:pt x="437" y="145"/>
                    </a:lnTo>
                    <a:lnTo>
                      <a:pt x="308" y="0"/>
                    </a:lnTo>
                    <a:lnTo>
                      <a:pt x="308" y="0"/>
                    </a:lnTo>
                    <a:lnTo>
                      <a:pt x="279" y="10"/>
                    </a:lnTo>
                    <a:lnTo>
                      <a:pt x="252" y="25"/>
                    </a:lnTo>
                    <a:lnTo>
                      <a:pt x="225" y="39"/>
                    </a:lnTo>
                    <a:lnTo>
                      <a:pt x="198" y="56"/>
                    </a:lnTo>
                    <a:lnTo>
                      <a:pt x="173" y="75"/>
                    </a:lnTo>
                    <a:lnTo>
                      <a:pt x="150" y="95"/>
                    </a:lnTo>
                    <a:lnTo>
                      <a:pt x="127" y="118"/>
                    </a:lnTo>
                    <a:lnTo>
                      <a:pt x="106" y="143"/>
                    </a:lnTo>
                    <a:lnTo>
                      <a:pt x="87" y="168"/>
                    </a:lnTo>
                    <a:lnTo>
                      <a:pt x="71" y="195"/>
                    </a:lnTo>
                    <a:lnTo>
                      <a:pt x="54" y="225"/>
                    </a:lnTo>
                    <a:lnTo>
                      <a:pt x="39" y="254"/>
                    </a:lnTo>
                    <a:lnTo>
                      <a:pt x="27" y="285"/>
                    </a:lnTo>
                    <a:lnTo>
                      <a:pt x="16" y="318"/>
                    </a:lnTo>
                    <a:lnTo>
                      <a:pt x="6" y="352"/>
                    </a:lnTo>
                    <a:lnTo>
                      <a:pt x="0" y="385"/>
                    </a:lnTo>
                    <a:lnTo>
                      <a:pt x="831" y="385"/>
                    </a:lnTo>
                    <a:lnTo>
                      <a:pt x="831" y="385"/>
                    </a:lnTo>
                    <a:lnTo>
                      <a:pt x="812" y="377"/>
                    </a:lnTo>
                    <a:lnTo>
                      <a:pt x="794" y="368"/>
                    </a:lnTo>
                    <a:lnTo>
                      <a:pt x="777" y="358"/>
                    </a:lnTo>
                    <a:lnTo>
                      <a:pt x="760" y="347"/>
                    </a:lnTo>
                    <a:lnTo>
                      <a:pt x="744" y="335"/>
                    </a:lnTo>
                    <a:lnTo>
                      <a:pt x="729" y="320"/>
                    </a:lnTo>
                    <a:lnTo>
                      <a:pt x="714" y="306"/>
                    </a:lnTo>
                    <a:lnTo>
                      <a:pt x="702" y="291"/>
                    </a:lnTo>
                    <a:lnTo>
                      <a:pt x="691" y="275"/>
                    </a:lnTo>
                    <a:lnTo>
                      <a:pt x="681" y="256"/>
                    </a:lnTo>
                    <a:lnTo>
                      <a:pt x="673" y="237"/>
                    </a:lnTo>
                    <a:lnTo>
                      <a:pt x="664" y="218"/>
                    </a:lnTo>
                    <a:lnTo>
                      <a:pt x="660" y="200"/>
                    </a:lnTo>
                    <a:lnTo>
                      <a:pt x="656" y="179"/>
                    </a:lnTo>
                    <a:lnTo>
                      <a:pt x="652" y="158"/>
                    </a:lnTo>
                    <a:lnTo>
                      <a:pt x="652" y="137"/>
                    </a:lnTo>
                    <a:lnTo>
                      <a:pt x="652" y="13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Freeform 44"/>
              <p:cNvSpPr>
                <a:spLocks noEditPoints="1"/>
              </p:cNvSpPr>
              <p:nvPr/>
            </p:nvSpPr>
            <p:spPr bwMode="auto">
              <a:xfrm>
                <a:off x="11285538" y="4889500"/>
                <a:ext cx="690562" cy="692150"/>
              </a:xfrm>
              <a:custGeom>
                <a:avLst/>
                <a:gdLst>
                  <a:gd name="T0" fmla="*/ 218 w 435"/>
                  <a:gd name="T1" fmla="*/ 0 h 436"/>
                  <a:gd name="T2" fmla="*/ 175 w 435"/>
                  <a:gd name="T3" fmla="*/ 4 h 436"/>
                  <a:gd name="T4" fmla="*/ 133 w 435"/>
                  <a:gd name="T5" fmla="*/ 19 h 436"/>
                  <a:gd name="T6" fmla="*/ 95 w 435"/>
                  <a:gd name="T7" fmla="*/ 38 h 436"/>
                  <a:gd name="T8" fmla="*/ 64 w 435"/>
                  <a:gd name="T9" fmla="*/ 65 h 436"/>
                  <a:gd name="T10" fmla="*/ 37 w 435"/>
                  <a:gd name="T11" fmla="*/ 96 h 436"/>
                  <a:gd name="T12" fmla="*/ 18 w 435"/>
                  <a:gd name="T13" fmla="*/ 134 h 436"/>
                  <a:gd name="T14" fmla="*/ 6 w 435"/>
                  <a:gd name="T15" fmla="*/ 175 h 436"/>
                  <a:gd name="T16" fmla="*/ 0 w 435"/>
                  <a:gd name="T17" fmla="*/ 219 h 436"/>
                  <a:gd name="T18" fmla="*/ 2 w 435"/>
                  <a:gd name="T19" fmla="*/ 240 h 436"/>
                  <a:gd name="T20" fmla="*/ 10 w 435"/>
                  <a:gd name="T21" fmla="*/ 284 h 436"/>
                  <a:gd name="T22" fmla="*/ 27 w 435"/>
                  <a:gd name="T23" fmla="*/ 321 h 436"/>
                  <a:gd name="T24" fmla="*/ 50 w 435"/>
                  <a:gd name="T25" fmla="*/ 357 h 436"/>
                  <a:gd name="T26" fmla="*/ 79 w 435"/>
                  <a:gd name="T27" fmla="*/ 386 h 436"/>
                  <a:gd name="T28" fmla="*/ 114 w 435"/>
                  <a:gd name="T29" fmla="*/ 409 h 436"/>
                  <a:gd name="T30" fmla="*/ 154 w 435"/>
                  <a:gd name="T31" fmla="*/ 425 h 436"/>
                  <a:gd name="T32" fmla="*/ 195 w 435"/>
                  <a:gd name="T33" fmla="*/ 434 h 436"/>
                  <a:gd name="T34" fmla="*/ 218 w 435"/>
                  <a:gd name="T35" fmla="*/ 436 h 436"/>
                  <a:gd name="T36" fmla="*/ 262 w 435"/>
                  <a:gd name="T37" fmla="*/ 432 h 436"/>
                  <a:gd name="T38" fmla="*/ 302 w 435"/>
                  <a:gd name="T39" fmla="*/ 419 h 436"/>
                  <a:gd name="T40" fmla="*/ 339 w 435"/>
                  <a:gd name="T41" fmla="*/ 398 h 436"/>
                  <a:gd name="T42" fmla="*/ 373 w 435"/>
                  <a:gd name="T43" fmla="*/ 371 h 436"/>
                  <a:gd name="T44" fmla="*/ 398 w 435"/>
                  <a:gd name="T45" fmla="*/ 340 h 436"/>
                  <a:gd name="T46" fmla="*/ 418 w 435"/>
                  <a:gd name="T47" fmla="*/ 302 h 436"/>
                  <a:gd name="T48" fmla="*/ 431 w 435"/>
                  <a:gd name="T49" fmla="*/ 263 h 436"/>
                  <a:gd name="T50" fmla="*/ 435 w 435"/>
                  <a:gd name="T51" fmla="*/ 219 h 436"/>
                  <a:gd name="T52" fmla="*/ 435 w 435"/>
                  <a:gd name="T53" fmla="*/ 196 h 436"/>
                  <a:gd name="T54" fmla="*/ 425 w 435"/>
                  <a:gd name="T55" fmla="*/ 154 h 436"/>
                  <a:gd name="T56" fmla="*/ 410 w 435"/>
                  <a:gd name="T57" fmla="*/ 115 h 436"/>
                  <a:gd name="T58" fmla="*/ 385 w 435"/>
                  <a:gd name="T59" fmla="*/ 79 h 436"/>
                  <a:gd name="T60" fmla="*/ 356 w 435"/>
                  <a:gd name="T61" fmla="*/ 50 h 436"/>
                  <a:gd name="T62" fmla="*/ 323 w 435"/>
                  <a:gd name="T63" fmla="*/ 27 h 436"/>
                  <a:gd name="T64" fmla="*/ 283 w 435"/>
                  <a:gd name="T65" fmla="*/ 11 h 436"/>
                  <a:gd name="T66" fmla="*/ 239 w 435"/>
                  <a:gd name="T67" fmla="*/ 2 h 436"/>
                  <a:gd name="T68" fmla="*/ 218 w 435"/>
                  <a:gd name="T69" fmla="*/ 0 h 436"/>
                  <a:gd name="T70" fmla="*/ 248 w 435"/>
                  <a:gd name="T71" fmla="*/ 248 h 436"/>
                  <a:gd name="T72" fmla="*/ 248 w 435"/>
                  <a:gd name="T73" fmla="*/ 327 h 436"/>
                  <a:gd name="T74" fmla="*/ 239 w 435"/>
                  <a:gd name="T75" fmla="*/ 348 h 436"/>
                  <a:gd name="T76" fmla="*/ 218 w 435"/>
                  <a:gd name="T77" fmla="*/ 357 h 436"/>
                  <a:gd name="T78" fmla="*/ 206 w 435"/>
                  <a:gd name="T79" fmla="*/ 354 h 436"/>
                  <a:gd name="T80" fmla="*/ 189 w 435"/>
                  <a:gd name="T81" fmla="*/ 338 h 436"/>
                  <a:gd name="T82" fmla="*/ 187 w 435"/>
                  <a:gd name="T83" fmla="*/ 248 h 436"/>
                  <a:gd name="T84" fmla="*/ 110 w 435"/>
                  <a:gd name="T85" fmla="*/ 248 h 436"/>
                  <a:gd name="T86" fmla="*/ 89 w 435"/>
                  <a:gd name="T87" fmla="*/ 240 h 436"/>
                  <a:gd name="T88" fmla="*/ 81 w 435"/>
                  <a:gd name="T89" fmla="*/ 225 h 436"/>
                  <a:gd name="T90" fmla="*/ 79 w 435"/>
                  <a:gd name="T91" fmla="*/ 219 h 436"/>
                  <a:gd name="T92" fmla="*/ 89 w 435"/>
                  <a:gd name="T93" fmla="*/ 196 h 436"/>
                  <a:gd name="T94" fmla="*/ 104 w 435"/>
                  <a:gd name="T95" fmla="*/ 188 h 436"/>
                  <a:gd name="T96" fmla="*/ 187 w 435"/>
                  <a:gd name="T97" fmla="*/ 188 h 436"/>
                  <a:gd name="T98" fmla="*/ 187 w 435"/>
                  <a:gd name="T99" fmla="*/ 111 h 436"/>
                  <a:gd name="T100" fmla="*/ 195 w 435"/>
                  <a:gd name="T101" fmla="*/ 88 h 436"/>
                  <a:gd name="T102" fmla="*/ 218 w 435"/>
                  <a:gd name="T103" fmla="*/ 79 h 436"/>
                  <a:gd name="T104" fmla="*/ 231 w 435"/>
                  <a:gd name="T105" fmla="*/ 82 h 436"/>
                  <a:gd name="T106" fmla="*/ 245 w 435"/>
                  <a:gd name="T107" fmla="*/ 98 h 436"/>
                  <a:gd name="T108" fmla="*/ 248 w 435"/>
                  <a:gd name="T109" fmla="*/ 188 h 436"/>
                  <a:gd name="T110" fmla="*/ 327 w 435"/>
                  <a:gd name="T111" fmla="*/ 188 h 436"/>
                  <a:gd name="T112" fmla="*/ 337 w 435"/>
                  <a:gd name="T113" fmla="*/ 190 h 436"/>
                  <a:gd name="T114" fmla="*/ 354 w 435"/>
                  <a:gd name="T115" fmla="*/ 207 h 436"/>
                  <a:gd name="T116" fmla="*/ 356 w 435"/>
                  <a:gd name="T117" fmla="*/ 219 h 436"/>
                  <a:gd name="T118" fmla="*/ 348 w 435"/>
                  <a:gd name="T119" fmla="*/ 240 h 436"/>
                  <a:gd name="T120" fmla="*/ 327 w 435"/>
                  <a:gd name="T121" fmla="*/ 248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5" h="436">
                    <a:moveTo>
                      <a:pt x="218" y="0"/>
                    </a:moveTo>
                    <a:lnTo>
                      <a:pt x="218" y="0"/>
                    </a:lnTo>
                    <a:lnTo>
                      <a:pt x="195" y="2"/>
                    </a:lnTo>
                    <a:lnTo>
                      <a:pt x="175" y="4"/>
                    </a:lnTo>
                    <a:lnTo>
                      <a:pt x="154" y="11"/>
                    </a:lnTo>
                    <a:lnTo>
                      <a:pt x="133" y="19"/>
                    </a:lnTo>
                    <a:lnTo>
                      <a:pt x="114" y="27"/>
                    </a:lnTo>
                    <a:lnTo>
                      <a:pt x="95" y="38"/>
                    </a:lnTo>
                    <a:lnTo>
                      <a:pt x="79" y="50"/>
                    </a:lnTo>
                    <a:lnTo>
                      <a:pt x="64" y="65"/>
                    </a:lnTo>
                    <a:lnTo>
                      <a:pt x="50" y="79"/>
                    </a:lnTo>
                    <a:lnTo>
                      <a:pt x="37" y="96"/>
                    </a:lnTo>
                    <a:lnTo>
                      <a:pt x="27" y="115"/>
                    </a:lnTo>
                    <a:lnTo>
                      <a:pt x="18" y="134"/>
                    </a:lnTo>
                    <a:lnTo>
                      <a:pt x="10" y="154"/>
                    </a:lnTo>
                    <a:lnTo>
                      <a:pt x="6" y="175"/>
                    </a:lnTo>
                    <a:lnTo>
                      <a:pt x="2" y="196"/>
                    </a:lnTo>
                    <a:lnTo>
                      <a:pt x="0" y="219"/>
                    </a:lnTo>
                    <a:lnTo>
                      <a:pt x="0" y="219"/>
                    </a:lnTo>
                    <a:lnTo>
                      <a:pt x="2" y="240"/>
                    </a:lnTo>
                    <a:lnTo>
                      <a:pt x="6" y="263"/>
                    </a:lnTo>
                    <a:lnTo>
                      <a:pt x="10" y="284"/>
                    </a:lnTo>
                    <a:lnTo>
                      <a:pt x="18" y="302"/>
                    </a:lnTo>
                    <a:lnTo>
                      <a:pt x="27" y="321"/>
                    </a:lnTo>
                    <a:lnTo>
                      <a:pt x="37" y="340"/>
                    </a:lnTo>
                    <a:lnTo>
                      <a:pt x="50" y="357"/>
                    </a:lnTo>
                    <a:lnTo>
                      <a:pt x="64" y="371"/>
                    </a:lnTo>
                    <a:lnTo>
                      <a:pt x="79" y="386"/>
                    </a:lnTo>
                    <a:lnTo>
                      <a:pt x="95" y="398"/>
                    </a:lnTo>
                    <a:lnTo>
                      <a:pt x="114" y="409"/>
                    </a:lnTo>
                    <a:lnTo>
                      <a:pt x="133" y="419"/>
                    </a:lnTo>
                    <a:lnTo>
                      <a:pt x="154" y="425"/>
                    </a:lnTo>
                    <a:lnTo>
                      <a:pt x="175" y="432"/>
                    </a:lnTo>
                    <a:lnTo>
                      <a:pt x="195" y="434"/>
                    </a:lnTo>
                    <a:lnTo>
                      <a:pt x="218" y="436"/>
                    </a:lnTo>
                    <a:lnTo>
                      <a:pt x="218" y="436"/>
                    </a:lnTo>
                    <a:lnTo>
                      <a:pt x="239" y="434"/>
                    </a:lnTo>
                    <a:lnTo>
                      <a:pt x="262" y="432"/>
                    </a:lnTo>
                    <a:lnTo>
                      <a:pt x="283" y="425"/>
                    </a:lnTo>
                    <a:lnTo>
                      <a:pt x="302" y="419"/>
                    </a:lnTo>
                    <a:lnTo>
                      <a:pt x="323" y="409"/>
                    </a:lnTo>
                    <a:lnTo>
                      <a:pt x="339" y="398"/>
                    </a:lnTo>
                    <a:lnTo>
                      <a:pt x="356" y="386"/>
                    </a:lnTo>
                    <a:lnTo>
                      <a:pt x="373" y="371"/>
                    </a:lnTo>
                    <a:lnTo>
                      <a:pt x="385" y="357"/>
                    </a:lnTo>
                    <a:lnTo>
                      <a:pt x="398" y="340"/>
                    </a:lnTo>
                    <a:lnTo>
                      <a:pt x="410" y="321"/>
                    </a:lnTo>
                    <a:lnTo>
                      <a:pt x="418" y="302"/>
                    </a:lnTo>
                    <a:lnTo>
                      <a:pt x="425" y="284"/>
                    </a:lnTo>
                    <a:lnTo>
                      <a:pt x="431" y="263"/>
                    </a:lnTo>
                    <a:lnTo>
                      <a:pt x="435" y="240"/>
                    </a:lnTo>
                    <a:lnTo>
                      <a:pt x="435" y="219"/>
                    </a:lnTo>
                    <a:lnTo>
                      <a:pt x="435" y="219"/>
                    </a:lnTo>
                    <a:lnTo>
                      <a:pt x="435" y="196"/>
                    </a:lnTo>
                    <a:lnTo>
                      <a:pt x="431" y="175"/>
                    </a:lnTo>
                    <a:lnTo>
                      <a:pt x="425" y="154"/>
                    </a:lnTo>
                    <a:lnTo>
                      <a:pt x="418" y="134"/>
                    </a:lnTo>
                    <a:lnTo>
                      <a:pt x="410" y="115"/>
                    </a:lnTo>
                    <a:lnTo>
                      <a:pt x="398" y="96"/>
                    </a:lnTo>
                    <a:lnTo>
                      <a:pt x="385" y="79"/>
                    </a:lnTo>
                    <a:lnTo>
                      <a:pt x="373" y="65"/>
                    </a:lnTo>
                    <a:lnTo>
                      <a:pt x="356" y="50"/>
                    </a:lnTo>
                    <a:lnTo>
                      <a:pt x="339" y="38"/>
                    </a:lnTo>
                    <a:lnTo>
                      <a:pt x="323" y="27"/>
                    </a:lnTo>
                    <a:lnTo>
                      <a:pt x="302" y="19"/>
                    </a:lnTo>
                    <a:lnTo>
                      <a:pt x="283" y="11"/>
                    </a:lnTo>
                    <a:lnTo>
                      <a:pt x="262" y="4"/>
                    </a:lnTo>
                    <a:lnTo>
                      <a:pt x="239" y="2"/>
                    </a:lnTo>
                    <a:lnTo>
                      <a:pt x="218" y="0"/>
                    </a:lnTo>
                    <a:lnTo>
                      <a:pt x="218" y="0"/>
                    </a:lnTo>
                    <a:close/>
                    <a:moveTo>
                      <a:pt x="327" y="248"/>
                    </a:moveTo>
                    <a:lnTo>
                      <a:pt x="248" y="248"/>
                    </a:lnTo>
                    <a:lnTo>
                      <a:pt x="248" y="327"/>
                    </a:lnTo>
                    <a:lnTo>
                      <a:pt x="248" y="327"/>
                    </a:lnTo>
                    <a:lnTo>
                      <a:pt x="245" y="338"/>
                    </a:lnTo>
                    <a:lnTo>
                      <a:pt x="239" y="348"/>
                    </a:lnTo>
                    <a:lnTo>
                      <a:pt x="231" y="354"/>
                    </a:lnTo>
                    <a:lnTo>
                      <a:pt x="218" y="357"/>
                    </a:lnTo>
                    <a:lnTo>
                      <a:pt x="218" y="357"/>
                    </a:lnTo>
                    <a:lnTo>
                      <a:pt x="206" y="354"/>
                    </a:lnTo>
                    <a:lnTo>
                      <a:pt x="195" y="348"/>
                    </a:lnTo>
                    <a:lnTo>
                      <a:pt x="189" y="338"/>
                    </a:lnTo>
                    <a:lnTo>
                      <a:pt x="187" y="327"/>
                    </a:lnTo>
                    <a:lnTo>
                      <a:pt x="187" y="248"/>
                    </a:lnTo>
                    <a:lnTo>
                      <a:pt x="110" y="248"/>
                    </a:lnTo>
                    <a:lnTo>
                      <a:pt x="110" y="248"/>
                    </a:lnTo>
                    <a:lnTo>
                      <a:pt x="98" y="246"/>
                    </a:lnTo>
                    <a:lnTo>
                      <a:pt x="89" y="240"/>
                    </a:lnTo>
                    <a:lnTo>
                      <a:pt x="81" y="229"/>
                    </a:lnTo>
                    <a:lnTo>
                      <a:pt x="81" y="225"/>
                    </a:lnTo>
                    <a:lnTo>
                      <a:pt x="79" y="219"/>
                    </a:lnTo>
                    <a:lnTo>
                      <a:pt x="79" y="219"/>
                    </a:lnTo>
                    <a:lnTo>
                      <a:pt x="81" y="207"/>
                    </a:lnTo>
                    <a:lnTo>
                      <a:pt x="89" y="196"/>
                    </a:lnTo>
                    <a:lnTo>
                      <a:pt x="98" y="190"/>
                    </a:lnTo>
                    <a:lnTo>
                      <a:pt x="104" y="188"/>
                    </a:lnTo>
                    <a:lnTo>
                      <a:pt x="110" y="188"/>
                    </a:lnTo>
                    <a:lnTo>
                      <a:pt x="187" y="188"/>
                    </a:lnTo>
                    <a:lnTo>
                      <a:pt x="187" y="111"/>
                    </a:lnTo>
                    <a:lnTo>
                      <a:pt x="187" y="111"/>
                    </a:lnTo>
                    <a:lnTo>
                      <a:pt x="189" y="98"/>
                    </a:lnTo>
                    <a:lnTo>
                      <a:pt x="195" y="88"/>
                    </a:lnTo>
                    <a:lnTo>
                      <a:pt x="206" y="82"/>
                    </a:lnTo>
                    <a:lnTo>
                      <a:pt x="218" y="79"/>
                    </a:lnTo>
                    <a:lnTo>
                      <a:pt x="218" y="79"/>
                    </a:lnTo>
                    <a:lnTo>
                      <a:pt x="231" y="82"/>
                    </a:lnTo>
                    <a:lnTo>
                      <a:pt x="239" y="88"/>
                    </a:lnTo>
                    <a:lnTo>
                      <a:pt x="245" y="98"/>
                    </a:lnTo>
                    <a:lnTo>
                      <a:pt x="248" y="111"/>
                    </a:lnTo>
                    <a:lnTo>
                      <a:pt x="248" y="188"/>
                    </a:lnTo>
                    <a:lnTo>
                      <a:pt x="327" y="188"/>
                    </a:lnTo>
                    <a:lnTo>
                      <a:pt x="327" y="188"/>
                    </a:lnTo>
                    <a:lnTo>
                      <a:pt x="333" y="188"/>
                    </a:lnTo>
                    <a:lnTo>
                      <a:pt x="337" y="190"/>
                    </a:lnTo>
                    <a:lnTo>
                      <a:pt x="348" y="196"/>
                    </a:lnTo>
                    <a:lnTo>
                      <a:pt x="354" y="207"/>
                    </a:lnTo>
                    <a:lnTo>
                      <a:pt x="356" y="219"/>
                    </a:lnTo>
                    <a:lnTo>
                      <a:pt x="356" y="219"/>
                    </a:lnTo>
                    <a:lnTo>
                      <a:pt x="354" y="229"/>
                    </a:lnTo>
                    <a:lnTo>
                      <a:pt x="348" y="240"/>
                    </a:lnTo>
                    <a:lnTo>
                      <a:pt x="337" y="246"/>
                    </a:lnTo>
                    <a:lnTo>
                      <a:pt x="327" y="248"/>
                    </a:lnTo>
                    <a:lnTo>
                      <a:pt x="327" y="24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26" name="Group 25"/>
          <p:cNvGrpSpPr/>
          <p:nvPr/>
        </p:nvGrpSpPr>
        <p:grpSpPr>
          <a:xfrm>
            <a:off x="1960961" y="921580"/>
            <a:ext cx="2176956" cy="2089305"/>
            <a:chOff x="1960961" y="921580"/>
            <a:chExt cx="2176956" cy="2089305"/>
          </a:xfrm>
        </p:grpSpPr>
        <p:sp>
          <p:nvSpPr>
            <p:cNvPr id="21" name="Oval 20"/>
            <p:cNvSpPr/>
            <p:nvPr/>
          </p:nvSpPr>
          <p:spPr>
            <a:xfrm>
              <a:off x="2035026" y="921580"/>
              <a:ext cx="2028827" cy="20288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6" name="Group 45"/>
            <p:cNvGrpSpPr/>
            <p:nvPr/>
          </p:nvGrpSpPr>
          <p:grpSpPr>
            <a:xfrm>
              <a:off x="1960961" y="1503969"/>
              <a:ext cx="2176956" cy="1506916"/>
              <a:chOff x="6531801" y="2166147"/>
              <a:chExt cx="2176956" cy="1506916"/>
            </a:xfrm>
          </p:grpSpPr>
          <p:sp>
            <p:nvSpPr>
              <p:cNvPr id="47" name="TextBox 46"/>
              <p:cNvSpPr txBox="1"/>
              <p:nvPr/>
            </p:nvSpPr>
            <p:spPr>
              <a:xfrm>
                <a:off x="6604616" y="2166147"/>
                <a:ext cx="2031326" cy="369332"/>
              </a:xfrm>
              <a:prstGeom prst="rect">
                <a:avLst/>
              </a:prstGeom>
              <a:noFill/>
            </p:spPr>
            <p:txBody>
              <a:bodyPr wrap="none" rtlCol="0">
                <a:spAutoFit/>
              </a:bodyPr>
              <a:lstStyle/>
              <a:p>
                <a:pPr algn="ctr"/>
                <a:r>
                  <a:rPr lang="zh-CN" altLang="en-US" dirty="0">
                    <a:solidFill>
                      <a:srgbClr val="FFFFFF">
                        <a:lumMod val="9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dirty="0">
                  <a:solidFill>
                    <a:srgbClr val="FFFFFF">
                      <a:lumMod val="9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48" name="Straight Connector 47"/>
              <p:cNvCxnSpPr/>
              <p:nvPr/>
            </p:nvCxnSpPr>
            <p:spPr>
              <a:xfrm>
                <a:off x="6960018" y="2635418"/>
                <a:ext cx="133998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6531801" y="2718956"/>
                <a:ext cx="2176956" cy="954107"/>
              </a:xfrm>
              <a:prstGeom prst="rect">
                <a:avLst/>
              </a:prstGeom>
              <a:noFill/>
            </p:spPr>
            <p:txBody>
              <a:bodyPr wrap="square" rtlCol="0">
                <a:spAutoFit/>
              </a:bodyPr>
              <a:lstStyle/>
              <a:p>
                <a:pPr algn="ctr"/>
                <a:r>
                  <a:rPr lang="zh-CN" altLang="en-US" sz="1400" dirty="0" smtClean="0">
                    <a:solidFill>
                      <a:srgbClr val="FFFFFF">
                        <a:lumMod val="9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US" sz="1400" dirty="0">
                  <a:solidFill>
                    <a:srgbClr val="FFFFFF">
                      <a:lumMod val="9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50" name="Group 49"/>
          <p:cNvGrpSpPr/>
          <p:nvPr/>
        </p:nvGrpSpPr>
        <p:grpSpPr>
          <a:xfrm>
            <a:off x="6432882" y="1692852"/>
            <a:ext cx="4783625" cy="1483387"/>
            <a:chOff x="6432882" y="1692852"/>
            <a:chExt cx="4783625" cy="1483387"/>
          </a:xfrm>
        </p:grpSpPr>
        <p:grpSp>
          <p:nvGrpSpPr>
            <p:cNvPr id="51" name="Group 50"/>
            <p:cNvGrpSpPr/>
            <p:nvPr/>
          </p:nvGrpSpPr>
          <p:grpSpPr>
            <a:xfrm>
              <a:off x="6432882" y="1692852"/>
              <a:ext cx="2910471" cy="709932"/>
              <a:chOff x="1037626" y="2017942"/>
              <a:chExt cx="2910471" cy="709932"/>
            </a:xfrm>
          </p:grpSpPr>
          <p:sp>
            <p:nvSpPr>
              <p:cNvPr id="53" name="TextBox 52"/>
              <p:cNvSpPr txBox="1"/>
              <p:nvPr/>
            </p:nvSpPr>
            <p:spPr>
              <a:xfrm>
                <a:off x="1037626" y="2017942"/>
                <a:ext cx="797013" cy="707886"/>
              </a:xfrm>
              <a:prstGeom prst="rect">
                <a:avLst/>
              </a:prstGeom>
              <a:noFill/>
            </p:spPr>
            <p:txBody>
              <a:bodyPr wrap="none" rtlCol="0">
                <a:spAutoFit/>
              </a:bodyPr>
              <a:lstStyle/>
              <a:p>
                <a:r>
                  <a:rPr lang="vi-VN" sz="4000" b="1" dirty="0">
                    <a:solidFill>
                      <a:schemeClr val="tx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01</a:t>
                </a:r>
                <a:endParaRPr lang="en-US" sz="4000" b="1" dirty="0">
                  <a:solidFill>
                    <a:schemeClr val="tx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54" name="Straight Connector 53"/>
              <p:cNvCxnSpPr/>
              <p:nvPr/>
            </p:nvCxnSpPr>
            <p:spPr>
              <a:xfrm>
                <a:off x="1130364" y="2706891"/>
                <a:ext cx="689246" cy="0"/>
              </a:xfrm>
              <a:prstGeom prst="line">
                <a:avLst/>
              </a:prstGeom>
              <a:ln w="25400"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1865476" y="2358542"/>
                <a:ext cx="2082621" cy="369332"/>
              </a:xfrm>
              <a:prstGeom prst="rect">
                <a:avLst/>
              </a:prstGeom>
              <a:noFill/>
            </p:spPr>
            <p:txBody>
              <a:bodyPr wrap="none" rtlCol="0">
                <a:spAutoFit/>
              </a:bodyPr>
              <a:lstStyle/>
              <a:p>
                <a:r>
                  <a:rPr lang="zh-CN" altLang="en-US" b="1"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b="1"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52" name="TextBox 51"/>
            <p:cNvSpPr txBox="1"/>
            <p:nvPr/>
          </p:nvSpPr>
          <p:spPr>
            <a:xfrm>
              <a:off x="6432882" y="2437575"/>
              <a:ext cx="4783625" cy="738664"/>
            </a:xfrm>
            <a:prstGeom prst="rect">
              <a:avLst/>
            </a:prstGeom>
            <a:noFill/>
          </p:spPr>
          <p:txBody>
            <a:bodyPr wrap="square" rtlCol="0">
              <a:spAutoFit/>
            </a:bodyPr>
            <a:lstStyle/>
            <a:p>
              <a:r>
                <a:rPr lang="zh-CN" altLang="en-US" sz="1400" dirty="0" smtClean="0">
                  <a:solidFill>
                    <a:srgbClr val="21221F">
                      <a:lumMod val="50000"/>
                      <a:lumOff val="50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点击这里，输入合适的内容。点击这里，输入合适的内容。点击这里，输入合适的内容。点击这里，输入合适的内容。点击这里，输入合适的内容。点击这里，输入合适的内容。</a:t>
              </a:r>
              <a:endParaRPr lang="en-US" sz="1400" dirty="0">
                <a:solidFill>
                  <a:srgbClr val="21221F">
                    <a:lumMod val="50000"/>
                    <a:lumOff val="50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6" name="Group 55"/>
          <p:cNvGrpSpPr/>
          <p:nvPr/>
        </p:nvGrpSpPr>
        <p:grpSpPr>
          <a:xfrm>
            <a:off x="6432882" y="3103910"/>
            <a:ext cx="4783625" cy="1504491"/>
            <a:chOff x="6432882" y="3103910"/>
            <a:chExt cx="4783625" cy="1504491"/>
          </a:xfrm>
        </p:grpSpPr>
        <p:grpSp>
          <p:nvGrpSpPr>
            <p:cNvPr id="57" name="Group 56"/>
            <p:cNvGrpSpPr/>
            <p:nvPr/>
          </p:nvGrpSpPr>
          <p:grpSpPr>
            <a:xfrm>
              <a:off x="6479750" y="3103910"/>
              <a:ext cx="2817737" cy="707886"/>
              <a:chOff x="1084494" y="3429000"/>
              <a:chExt cx="2817737" cy="707886"/>
            </a:xfrm>
          </p:grpSpPr>
          <p:sp>
            <p:nvSpPr>
              <p:cNvPr id="59" name="TextBox 58"/>
              <p:cNvSpPr txBox="1"/>
              <p:nvPr/>
            </p:nvSpPr>
            <p:spPr>
              <a:xfrm>
                <a:off x="1084494" y="3429000"/>
                <a:ext cx="797013" cy="707886"/>
              </a:xfrm>
              <a:prstGeom prst="rect">
                <a:avLst/>
              </a:prstGeom>
              <a:noFill/>
            </p:spPr>
            <p:txBody>
              <a:bodyPr wrap="none" rtlCol="0">
                <a:spAutoFit/>
              </a:bodyPr>
              <a:lstStyle/>
              <a:p>
                <a:r>
                  <a:rPr lang="vi-VN" sz="4000" b="1" dirty="0">
                    <a:solidFill>
                      <a:schemeClr val="tx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02</a:t>
                </a:r>
                <a:endParaRPr lang="en-US" sz="4000" b="1" dirty="0">
                  <a:solidFill>
                    <a:schemeClr val="tx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60" name="Straight Connector 59"/>
              <p:cNvCxnSpPr/>
              <p:nvPr/>
            </p:nvCxnSpPr>
            <p:spPr>
              <a:xfrm>
                <a:off x="1130364" y="4097810"/>
                <a:ext cx="689246" cy="0"/>
              </a:xfrm>
              <a:prstGeom prst="line">
                <a:avLst/>
              </a:prstGeom>
              <a:ln w="25400" cmpd="sng">
                <a:solidFill>
                  <a:schemeClr val="accent3"/>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a:off x="1819610" y="3724354"/>
                <a:ext cx="2082621" cy="369332"/>
              </a:xfrm>
              <a:prstGeom prst="rect">
                <a:avLst/>
              </a:prstGeom>
            </p:spPr>
            <p:txBody>
              <a:bodyPr wrap="none">
                <a:spAutoFit/>
              </a:bodyPr>
              <a:lstStyle/>
              <a:p>
                <a:r>
                  <a:rPr lang="zh-CN" altLang="en-US" b="1"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b="1"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58" name="TextBox 57"/>
            <p:cNvSpPr txBox="1"/>
            <p:nvPr/>
          </p:nvSpPr>
          <p:spPr>
            <a:xfrm>
              <a:off x="6432882" y="3869737"/>
              <a:ext cx="4783625" cy="738664"/>
            </a:xfrm>
            <a:prstGeom prst="rect">
              <a:avLst/>
            </a:prstGeom>
            <a:noFill/>
          </p:spPr>
          <p:txBody>
            <a:bodyPr wrap="square" rtlCol="0">
              <a:spAutoFit/>
            </a:bodyPr>
            <a:lstStyle/>
            <a:p>
              <a:r>
                <a:rPr lang="zh-CN" altLang="en-US" sz="1400" dirty="0" smtClean="0">
                  <a:solidFill>
                    <a:srgbClr val="21221F">
                      <a:lumMod val="50000"/>
                      <a:lumOff val="50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点击这里，输入合适的内容。点击这里，输入合适的内容。点击这里，输入合适的内容。点击这里，输入合适的内容。点击这里，输入合适的内容。点击这里，输入合适的内容。</a:t>
              </a:r>
              <a:endParaRPr lang="en-US" sz="1400" dirty="0">
                <a:solidFill>
                  <a:srgbClr val="21221F">
                    <a:lumMod val="50000"/>
                    <a:lumOff val="50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62" name="Group 61"/>
          <p:cNvGrpSpPr/>
          <p:nvPr/>
        </p:nvGrpSpPr>
        <p:grpSpPr>
          <a:xfrm>
            <a:off x="6432882" y="4515124"/>
            <a:ext cx="4783625" cy="1504491"/>
            <a:chOff x="6432882" y="4515124"/>
            <a:chExt cx="4783625" cy="1504491"/>
          </a:xfrm>
        </p:grpSpPr>
        <p:grpSp>
          <p:nvGrpSpPr>
            <p:cNvPr id="63" name="Group 62"/>
            <p:cNvGrpSpPr/>
            <p:nvPr/>
          </p:nvGrpSpPr>
          <p:grpSpPr>
            <a:xfrm>
              <a:off x="6479749" y="4515124"/>
              <a:ext cx="2809102" cy="736857"/>
              <a:chOff x="1084493" y="4840214"/>
              <a:chExt cx="2809102" cy="736857"/>
            </a:xfrm>
          </p:grpSpPr>
          <p:sp>
            <p:nvSpPr>
              <p:cNvPr id="65" name="TextBox 64"/>
              <p:cNvSpPr txBox="1"/>
              <p:nvPr/>
            </p:nvSpPr>
            <p:spPr>
              <a:xfrm>
                <a:off x="1084493" y="4840214"/>
                <a:ext cx="797013" cy="707886"/>
              </a:xfrm>
              <a:prstGeom prst="rect">
                <a:avLst/>
              </a:prstGeom>
              <a:noFill/>
            </p:spPr>
            <p:txBody>
              <a:bodyPr wrap="none" rtlCol="0">
                <a:spAutoFit/>
              </a:bodyPr>
              <a:lstStyle/>
              <a:p>
                <a:r>
                  <a:rPr lang="vi-VN" sz="4000" b="1" dirty="0">
                    <a:solidFill>
                      <a:schemeClr val="tx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03</a:t>
                </a:r>
                <a:endParaRPr lang="en-US" sz="4000" b="1" dirty="0">
                  <a:solidFill>
                    <a:schemeClr val="tx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66" name="Straight Connector 65"/>
              <p:cNvCxnSpPr/>
              <p:nvPr/>
            </p:nvCxnSpPr>
            <p:spPr>
              <a:xfrm>
                <a:off x="1130364" y="5527365"/>
                <a:ext cx="689246" cy="0"/>
              </a:xfrm>
              <a:prstGeom prst="line">
                <a:avLst/>
              </a:prstGeom>
              <a:ln w="25400" cmpd="sng">
                <a:solidFill>
                  <a:schemeClr val="accent4"/>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1810974" y="5207739"/>
                <a:ext cx="2082621" cy="369332"/>
              </a:xfrm>
              <a:prstGeom prst="rect">
                <a:avLst/>
              </a:prstGeom>
              <a:noFill/>
            </p:spPr>
            <p:txBody>
              <a:bodyPr wrap="none" rtlCol="0">
                <a:spAutoFit/>
              </a:bodyPr>
              <a:lstStyle/>
              <a:p>
                <a:r>
                  <a:rPr lang="zh-CN" altLang="en-US" b="1"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点击此处添加标题</a:t>
                </a:r>
                <a:endParaRPr lang="en-US" b="1" dirty="0">
                  <a:solidFill>
                    <a:srgbClr val="21221F">
                      <a:lumMod val="75000"/>
                      <a:lumOff val="25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4" name="TextBox 63"/>
            <p:cNvSpPr txBox="1"/>
            <p:nvPr/>
          </p:nvSpPr>
          <p:spPr>
            <a:xfrm>
              <a:off x="6432882" y="5280951"/>
              <a:ext cx="4783625" cy="738664"/>
            </a:xfrm>
            <a:prstGeom prst="rect">
              <a:avLst/>
            </a:prstGeom>
            <a:noFill/>
          </p:spPr>
          <p:txBody>
            <a:bodyPr wrap="square" rtlCol="0">
              <a:spAutoFit/>
            </a:bodyPr>
            <a:lstStyle/>
            <a:p>
              <a:r>
                <a:rPr lang="zh-CN" altLang="en-US" sz="1400" dirty="0" smtClean="0">
                  <a:solidFill>
                    <a:srgbClr val="21221F">
                      <a:lumMod val="50000"/>
                      <a:lumOff val="50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点击这里，输入合适的内容。点击这里，输入合适的内容。点击这里，输入合适的内容。点击这里，输入合适的内容。点击这里，输入合适的内容。点击这里，输入合适的内容。</a:t>
              </a:r>
              <a:endParaRPr lang="en-US" sz="1400" dirty="0">
                <a:solidFill>
                  <a:srgbClr val="21221F">
                    <a:lumMod val="50000"/>
                    <a:lumOff val="50000"/>
                  </a:srgb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pic>
        <p:nvPicPr>
          <p:cNvPr id="68" name="图片 6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15218567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53" presetClass="entr" presetSubtype="528"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p:cTn id="10" dur="500" fill="hold"/>
                                        <p:tgtEl>
                                          <p:spTgt spid="6"/>
                                        </p:tgtEl>
                                        <p:attrNameLst>
                                          <p:attrName>ppt_w</p:attrName>
                                        </p:attrNameLst>
                                      </p:cBhvr>
                                      <p:tavLst>
                                        <p:tav tm="0">
                                          <p:val>
                                            <p:fltVal val="0"/>
                                          </p:val>
                                        </p:tav>
                                        <p:tav tm="100000">
                                          <p:val>
                                            <p:strVal val="#ppt_w"/>
                                          </p:val>
                                        </p:tav>
                                      </p:tavLst>
                                    </p:anim>
                                    <p:anim calcmode="lin" valueType="num">
                                      <p:cBhvr>
                                        <p:cTn id="11" dur="500" fill="hold"/>
                                        <p:tgtEl>
                                          <p:spTgt spid="6"/>
                                        </p:tgtEl>
                                        <p:attrNameLst>
                                          <p:attrName>ppt_h</p:attrName>
                                        </p:attrNameLst>
                                      </p:cBhvr>
                                      <p:tavLst>
                                        <p:tav tm="0">
                                          <p:val>
                                            <p:fltVal val="0"/>
                                          </p:val>
                                        </p:tav>
                                        <p:tav tm="100000">
                                          <p:val>
                                            <p:strVal val="#ppt_h"/>
                                          </p:val>
                                        </p:tav>
                                      </p:tavLst>
                                    </p:anim>
                                    <p:animEffect transition="in" filter="fade">
                                      <p:cBhvr>
                                        <p:cTn id="12" dur="500"/>
                                        <p:tgtEl>
                                          <p:spTgt spid="6"/>
                                        </p:tgtEl>
                                      </p:cBhvr>
                                    </p:animEffect>
                                    <p:anim calcmode="lin" valueType="num">
                                      <p:cBhvr>
                                        <p:cTn id="13" dur="500" fill="hold"/>
                                        <p:tgtEl>
                                          <p:spTgt spid="6"/>
                                        </p:tgtEl>
                                        <p:attrNameLst>
                                          <p:attrName>ppt_x</p:attrName>
                                        </p:attrNameLst>
                                      </p:cBhvr>
                                      <p:tavLst>
                                        <p:tav tm="0">
                                          <p:val>
                                            <p:fltVal val="0.5"/>
                                          </p:val>
                                        </p:tav>
                                        <p:tav tm="100000">
                                          <p:val>
                                            <p:strVal val="#ppt_x"/>
                                          </p:val>
                                        </p:tav>
                                      </p:tavLst>
                                    </p:anim>
                                    <p:anim calcmode="lin" valueType="num">
                                      <p:cBhvr>
                                        <p:cTn id="14" dur="500" fill="hold"/>
                                        <p:tgtEl>
                                          <p:spTgt spid="6"/>
                                        </p:tgtEl>
                                        <p:attrNameLst>
                                          <p:attrName>ppt_y</p:attrName>
                                        </p:attrNameLst>
                                      </p:cBhvr>
                                      <p:tavLst>
                                        <p:tav tm="0">
                                          <p:val>
                                            <p:fltVal val="0.5"/>
                                          </p:val>
                                        </p:tav>
                                        <p:tav tm="100000">
                                          <p:val>
                                            <p:strVal val="#ppt_y"/>
                                          </p:val>
                                        </p:tav>
                                      </p:tavLst>
                                    </p:anim>
                                  </p:childTnLst>
                                </p:cTn>
                              </p:par>
                            </p:childTnLst>
                          </p:cTn>
                        </p:par>
                        <p:par>
                          <p:cTn id="15" fill="hold">
                            <p:stCondLst>
                              <p:cond delay="500"/>
                            </p:stCondLst>
                            <p:childTnLst>
                              <p:par>
                                <p:cTn id="16" presetID="53" presetClass="entr" presetSubtype="528"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p:cTn id="18" dur="500" fill="hold"/>
                                        <p:tgtEl>
                                          <p:spTgt spid="26"/>
                                        </p:tgtEl>
                                        <p:attrNameLst>
                                          <p:attrName>ppt_w</p:attrName>
                                        </p:attrNameLst>
                                      </p:cBhvr>
                                      <p:tavLst>
                                        <p:tav tm="0">
                                          <p:val>
                                            <p:fltVal val="0"/>
                                          </p:val>
                                        </p:tav>
                                        <p:tav tm="100000">
                                          <p:val>
                                            <p:strVal val="#ppt_w"/>
                                          </p:val>
                                        </p:tav>
                                      </p:tavLst>
                                    </p:anim>
                                    <p:anim calcmode="lin" valueType="num">
                                      <p:cBhvr>
                                        <p:cTn id="19" dur="500" fill="hold"/>
                                        <p:tgtEl>
                                          <p:spTgt spid="26"/>
                                        </p:tgtEl>
                                        <p:attrNameLst>
                                          <p:attrName>ppt_h</p:attrName>
                                        </p:attrNameLst>
                                      </p:cBhvr>
                                      <p:tavLst>
                                        <p:tav tm="0">
                                          <p:val>
                                            <p:fltVal val="0"/>
                                          </p:val>
                                        </p:tav>
                                        <p:tav tm="100000">
                                          <p:val>
                                            <p:strVal val="#ppt_h"/>
                                          </p:val>
                                        </p:tav>
                                      </p:tavLst>
                                    </p:anim>
                                    <p:animEffect transition="in" filter="fade">
                                      <p:cBhvr>
                                        <p:cTn id="20" dur="500"/>
                                        <p:tgtEl>
                                          <p:spTgt spid="26"/>
                                        </p:tgtEl>
                                      </p:cBhvr>
                                    </p:animEffect>
                                    <p:anim calcmode="lin" valueType="num">
                                      <p:cBhvr>
                                        <p:cTn id="21" dur="500" fill="hold"/>
                                        <p:tgtEl>
                                          <p:spTgt spid="26"/>
                                        </p:tgtEl>
                                        <p:attrNameLst>
                                          <p:attrName>ppt_x</p:attrName>
                                        </p:attrNameLst>
                                      </p:cBhvr>
                                      <p:tavLst>
                                        <p:tav tm="0">
                                          <p:val>
                                            <p:fltVal val="0.5"/>
                                          </p:val>
                                        </p:tav>
                                        <p:tav tm="100000">
                                          <p:val>
                                            <p:strVal val="#ppt_x"/>
                                          </p:val>
                                        </p:tav>
                                      </p:tavLst>
                                    </p:anim>
                                    <p:anim calcmode="lin" valueType="num">
                                      <p:cBhvr>
                                        <p:cTn id="22" dur="500" fill="hold"/>
                                        <p:tgtEl>
                                          <p:spTgt spid="26"/>
                                        </p:tgtEl>
                                        <p:attrNameLst>
                                          <p:attrName>ppt_y</p:attrName>
                                        </p:attrNameLst>
                                      </p:cBhvr>
                                      <p:tavLst>
                                        <p:tav tm="0">
                                          <p:val>
                                            <p:fltVal val="0.5"/>
                                          </p:val>
                                        </p:tav>
                                        <p:tav tm="100000">
                                          <p:val>
                                            <p:strVal val="#ppt_y"/>
                                          </p:val>
                                        </p:tav>
                                      </p:tavLst>
                                    </p:anim>
                                  </p:childTnLst>
                                </p:cTn>
                              </p:par>
                            </p:childTnLst>
                          </p:cTn>
                        </p:par>
                        <p:par>
                          <p:cTn id="23" fill="hold">
                            <p:stCondLst>
                              <p:cond delay="1000"/>
                            </p:stCondLst>
                            <p:childTnLst>
                              <p:par>
                                <p:cTn id="24" presetID="53" presetClass="entr" presetSubtype="528" fill="hold" nodeType="afterEffect">
                                  <p:stCondLst>
                                    <p:cond delay="0"/>
                                  </p:stCondLst>
                                  <p:childTnLst>
                                    <p:set>
                                      <p:cBhvr>
                                        <p:cTn id="25" dur="1" fill="hold">
                                          <p:stCondLst>
                                            <p:cond delay="0"/>
                                          </p:stCondLst>
                                        </p:cTn>
                                        <p:tgtEl>
                                          <p:spTgt spid="27"/>
                                        </p:tgtEl>
                                        <p:attrNameLst>
                                          <p:attrName>style.visibility</p:attrName>
                                        </p:attrNameLst>
                                      </p:cBhvr>
                                      <p:to>
                                        <p:strVal val="visible"/>
                                      </p:to>
                                    </p:set>
                                    <p:anim calcmode="lin" valueType="num">
                                      <p:cBhvr>
                                        <p:cTn id="26" dur="500" fill="hold"/>
                                        <p:tgtEl>
                                          <p:spTgt spid="27"/>
                                        </p:tgtEl>
                                        <p:attrNameLst>
                                          <p:attrName>ppt_w</p:attrName>
                                        </p:attrNameLst>
                                      </p:cBhvr>
                                      <p:tavLst>
                                        <p:tav tm="0">
                                          <p:val>
                                            <p:fltVal val="0"/>
                                          </p:val>
                                        </p:tav>
                                        <p:tav tm="100000">
                                          <p:val>
                                            <p:strVal val="#ppt_w"/>
                                          </p:val>
                                        </p:tav>
                                      </p:tavLst>
                                    </p:anim>
                                    <p:anim calcmode="lin" valueType="num">
                                      <p:cBhvr>
                                        <p:cTn id="27" dur="500" fill="hold"/>
                                        <p:tgtEl>
                                          <p:spTgt spid="27"/>
                                        </p:tgtEl>
                                        <p:attrNameLst>
                                          <p:attrName>ppt_h</p:attrName>
                                        </p:attrNameLst>
                                      </p:cBhvr>
                                      <p:tavLst>
                                        <p:tav tm="0">
                                          <p:val>
                                            <p:fltVal val="0"/>
                                          </p:val>
                                        </p:tav>
                                        <p:tav tm="100000">
                                          <p:val>
                                            <p:strVal val="#ppt_h"/>
                                          </p:val>
                                        </p:tav>
                                      </p:tavLst>
                                    </p:anim>
                                    <p:animEffect transition="in" filter="fade">
                                      <p:cBhvr>
                                        <p:cTn id="28" dur="500"/>
                                        <p:tgtEl>
                                          <p:spTgt spid="27"/>
                                        </p:tgtEl>
                                      </p:cBhvr>
                                    </p:animEffect>
                                    <p:anim calcmode="lin" valueType="num">
                                      <p:cBhvr>
                                        <p:cTn id="29" dur="500" fill="hold"/>
                                        <p:tgtEl>
                                          <p:spTgt spid="27"/>
                                        </p:tgtEl>
                                        <p:attrNameLst>
                                          <p:attrName>ppt_x</p:attrName>
                                        </p:attrNameLst>
                                      </p:cBhvr>
                                      <p:tavLst>
                                        <p:tav tm="0">
                                          <p:val>
                                            <p:fltVal val="0.5"/>
                                          </p:val>
                                        </p:tav>
                                        <p:tav tm="100000">
                                          <p:val>
                                            <p:strVal val="#ppt_x"/>
                                          </p:val>
                                        </p:tav>
                                      </p:tavLst>
                                    </p:anim>
                                    <p:anim calcmode="lin" valueType="num">
                                      <p:cBhvr>
                                        <p:cTn id="30" dur="500" fill="hold"/>
                                        <p:tgtEl>
                                          <p:spTgt spid="27"/>
                                        </p:tgtEl>
                                        <p:attrNameLst>
                                          <p:attrName>ppt_y</p:attrName>
                                        </p:attrNameLst>
                                      </p:cBhvr>
                                      <p:tavLst>
                                        <p:tav tm="0">
                                          <p:val>
                                            <p:fltVal val="0.5"/>
                                          </p:val>
                                        </p:tav>
                                        <p:tav tm="100000">
                                          <p:val>
                                            <p:strVal val="#ppt_y"/>
                                          </p:val>
                                        </p:tav>
                                      </p:tavLst>
                                    </p:anim>
                                  </p:childTnLst>
                                </p:cTn>
                              </p:par>
                            </p:childTnLst>
                          </p:cTn>
                        </p:par>
                        <p:par>
                          <p:cTn id="31" fill="hold">
                            <p:stCondLst>
                              <p:cond delay="1500"/>
                            </p:stCondLst>
                            <p:childTnLst>
                              <p:par>
                                <p:cTn id="32" presetID="53" presetClass="entr" presetSubtype="528"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500" fill="hold"/>
                                        <p:tgtEl>
                                          <p:spTgt spid="4"/>
                                        </p:tgtEl>
                                        <p:attrNameLst>
                                          <p:attrName>ppt_w</p:attrName>
                                        </p:attrNameLst>
                                      </p:cBhvr>
                                      <p:tavLst>
                                        <p:tav tm="0">
                                          <p:val>
                                            <p:fltVal val="0"/>
                                          </p:val>
                                        </p:tav>
                                        <p:tav tm="100000">
                                          <p:val>
                                            <p:strVal val="#ppt_w"/>
                                          </p:val>
                                        </p:tav>
                                      </p:tavLst>
                                    </p:anim>
                                    <p:anim calcmode="lin" valueType="num">
                                      <p:cBhvr>
                                        <p:cTn id="35" dur="500" fill="hold"/>
                                        <p:tgtEl>
                                          <p:spTgt spid="4"/>
                                        </p:tgtEl>
                                        <p:attrNameLst>
                                          <p:attrName>ppt_h</p:attrName>
                                        </p:attrNameLst>
                                      </p:cBhvr>
                                      <p:tavLst>
                                        <p:tav tm="0">
                                          <p:val>
                                            <p:fltVal val="0"/>
                                          </p:val>
                                        </p:tav>
                                        <p:tav tm="100000">
                                          <p:val>
                                            <p:strVal val="#ppt_h"/>
                                          </p:val>
                                        </p:tav>
                                      </p:tavLst>
                                    </p:anim>
                                    <p:animEffect transition="in" filter="fade">
                                      <p:cBhvr>
                                        <p:cTn id="36" dur="500"/>
                                        <p:tgtEl>
                                          <p:spTgt spid="4"/>
                                        </p:tgtEl>
                                      </p:cBhvr>
                                    </p:animEffect>
                                    <p:anim calcmode="lin" valueType="num">
                                      <p:cBhvr>
                                        <p:cTn id="37" dur="500" fill="hold"/>
                                        <p:tgtEl>
                                          <p:spTgt spid="4"/>
                                        </p:tgtEl>
                                        <p:attrNameLst>
                                          <p:attrName>ppt_x</p:attrName>
                                        </p:attrNameLst>
                                      </p:cBhvr>
                                      <p:tavLst>
                                        <p:tav tm="0">
                                          <p:val>
                                            <p:fltVal val="0.5"/>
                                          </p:val>
                                        </p:tav>
                                        <p:tav tm="100000">
                                          <p:val>
                                            <p:strVal val="#ppt_x"/>
                                          </p:val>
                                        </p:tav>
                                      </p:tavLst>
                                    </p:anim>
                                    <p:anim calcmode="lin" valueType="num">
                                      <p:cBhvr>
                                        <p:cTn id="38" dur="500" fill="hold"/>
                                        <p:tgtEl>
                                          <p:spTgt spid="4"/>
                                        </p:tgtEl>
                                        <p:attrNameLst>
                                          <p:attrName>ppt_y</p:attrName>
                                        </p:attrNameLst>
                                      </p:cBhvr>
                                      <p:tavLst>
                                        <p:tav tm="0">
                                          <p:val>
                                            <p:fltVal val="0.5"/>
                                          </p:val>
                                        </p:tav>
                                        <p:tav tm="100000">
                                          <p:val>
                                            <p:strVal val="#ppt_y"/>
                                          </p:val>
                                        </p:tav>
                                      </p:tavLst>
                                    </p:anim>
                                  </p:childTnLst>
                                </p:cTn>
                              </p:par>
                            </p:childTnLst>
                          </p:cTn>
                        </p:par>
                        <p:par>
                          <p:cTn id="39" fill="hold">
                            <p:stCondLst>
                              <p:cond delay="2000"/>
                            </p:stCondLst>
                            <p:childTnLst>
                              <p:par>
                                <p:cTn id="40" presetID="53" presetClass="entr" presetSubtype="528" fill="hold"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anim calcmode="lin" valueType="num">
                                      <p:cBhvr>
                                        <p:cTn id="45" dur="500" fill="hold"/>
                                        <p:tgtEl>
                                          <p:spTgt spid="25"/>
                                        </p:tgtEl>
                                        <p:attrNameLst>
                                          <p:attrName>ppt_x</p:attrName>
                                        </p:attrNameLst>
                                      </p:cBhvr>
                                      <p:tavLst>
                                        <p:tav tm="0">
                                          <p:val>
                                            <p:fltVal val="0.5"/>
                                          </p:val>
                                        </p:tav>
                                        <p:tav tm="100000">
                                          <p:val>
                                            <p:strVal val="#ppt_x"/>
                                          </p:val>
                                        </p:tav>
                                      </p:tavLst>
                                    </p:anim>
                                    <p:anim calcmode="lin" valueType="num">
                                      <p:cBhvr>
                                        <p:cTn id="46" dur="500" fill="hold"/>
                                        <p:tgtEl>
                                          <p:spTgt spid="25"/>
                                        </p:tgtEl>
                                        <p:attrNameLst>
                                          <p:attrName>ppt_y</p:attrName>
                                        </p:attrNameLst>
                                      </p:cBhvr>
                                      <p:tavLst>
                                        <p:tav tm="0">
                                          <p:val>
                                            <p:fltVal val="0.5"/>
                                          </p:val>
                                        </p:tav>
                                        <p:tav tm="100000">
                                          <p:val>
                                            <p:strVal val="#ppt_y"/>
                                          </p:val>
                                        </p:tav>
                                      </p:tavLst>
                                    </p:anim>
                                  </p:childTnLst>
                                </p:cTn>
                              </p:par>
                            </p:childTnLst>
                          </p:cTn>
                        </p:par>
                        <p:par>
                          <p:cTn id="47" fill="hold">
                            <p:stCondLst>
                              <p:cond delay="2500"/>
                            </p:stCondLst>
                            <p:childTnLst>
                              <p:par>
                                <p:cTn id="48" presetID="2" presetClass="entr" presetSubtype="2" fill="hold" nodeType="afterEffect">
                                  <p:stCondLst>
                                    <p:cond delay="0"/>
                                  </p:stCondLst>
                                  <p:childTnLst>
                                    <p:set>
                                      <p:cBhvr>
                                        <p:cTn id="49" dur="1" fill="hold">
                                          <p:stCondLst>
                                            <p:cond delay="0"/>
                                          </p:stCondLst>
                                        </p:cTn>
                                        <p:tgtEl>
                                          <p:spTgt spid="50"/>
                                        </p:tgtEl>
                                        <p:attrNameLst>
                                          <p:attrName>style.visibility</p:attrName>
                                        </p:attrNameLst>
                                      </p:cBhvr>
                                      <p:to>
                                        <p:strVal val="visible"/>
                                      </p:to>
                                    </p:set>
                                    <p:anim calcmode="lin" valueType="num">
                                      <p:cBhvr additive="base">
                                        <p:cTn id="50" dur="500" fill="hold"/>
                                        <p:tgtEl>
                                          <p:spTgt spid="50"/>
                                        </p:tgtEl>
                                        <p:attrNameLst>
                                          <p:attrName>ppt_x</p:attrName>
                                        </p:attrNameLst>
                                      </p:cBhvr>
                                      <p:tavLst>
                                        <p:tav tm="0">
                                          <p:val>
                                            <p:strVal val="1+#ppt_w/2"/>
                                          </p:val>
                                        </p:tav>
                                        <p:tav tm="100000">
                                          <p:val>
                                            <p:strVal val="#ppt_x"/>
                                          </p:val>
                                        </p:tav>
                                      </p:tavLst>
                                    </p:anim>
                                    <p:anim calcmode="lin" valueType="num">
                                      <p:cBhvr additive="base">
                                        <p:cTn id="51" dur="500" fill="hold"/>
                                        <p:tgtEl>
                                          <p:spTgt spid="50"/>
                                        </p:tgtEl>
                                        <p:attrNameLst>
                                          <p:attrName>ppt_y</p:attrName>
                                        </p:attrNameLst>
                                      </p:cBhvr>
                                      <p:tavLst>
                                        <p:tav tm="0">
                                          <p:val>
                                            <p:strVal val="#ppt_y"/>
                                          </p:val>
                                        </p:tav>
                                        <p:tav tm="100000">
                                          <p:val>
                                            <p:strVal val="#ppt_y"/>
                                          </p:val>
                                        </p:tav>
                                      </p:tavLst>
                                    </p:anim>
                                  </p:childTnLst>
                                </p:cTn>
                              </p:par>
                            </p:childTnLst>
                          </p:cTn>
                        </p:par>
                        <p:par>
                          <p:cTn id="52" fill="hold">
                            <p:stCondLst>
                              <p:cond delay="3000"/>
                            </p:stCondLst>
                            <p:childTnLst>
                              <p:par>
                                <p:cTn id="53" presetID="2" presetClass="entr" presetSubtype="2" fill="hold" nodeType="afterEffect">
                                  <p:stCondLst>
                                    <p:cond delay="0"/>
                                  </p:stCondLst>
                                  <p:childTnLst>
                                    <p:set>
                                      <p:cBhvr>
                                        <p:cTn id="54" dur="1" fill="hold">
                                          <p:stCondLst>
                                            <p:cond delay="0"/>
                                          </p:stCondLst>
                                        </p:cTn>
                                        <p:tgtEl>
                                          <p:spTgt spid="56"/>
                                        </p:tgtEl>
                                        <p:attrNameLst>
                                          <p:attrName>style.visibility</p:attrName>
                                        </p:attrNameLst>
                                      </p:cBhvr>
                                      <p:to>
                                        <p:strVal val="visible"/>
                                      </p:to>
                                    </p:set>
                                    <p:anim calcmode="lin" valueType="num">
                                      <p:cBhvr additive="base">
                                        <p:cTn id="55" dur="500" fill="hold"/>
                                        <p:tgtEl>
                                          <p:spTgt spid="56"/>
                                        </p:tgtEl>
                                        <p:attrNameLst>
                                          <p:attrName>ppt_x</p:attrName>
                                        </p:attrNameLst>
                                      </p:cBhvr>
                                      <p:tavLst>
                                        <p:tav tm="0">
                                          <p:val>
                                            <p:strVal val="1+#ppt_w/2"/>
                                          </p:val>
                                        </p:tav>
                                        <p:tav tm="100000">
                                          <p:val>
                                            <p:strVal val="#ppt_x"/>
                                          </p:val>
                                        </p:tav>
                                      </p:tavLst>
                                    </p:anim>
                                    <p:anim calcmode="lin" valueType="num">
                                      <p:cBhvr additive="base">
                                        <p:cTn id="56" dur="500" fill="hold"/>
                                        <p:tgtEl>
                                          <p:spTgt spid="56"/>
                                        </p:tgtEl>
                                        <p:attrNameLst>
                                          <p:attrName>ppt_y</p:attrName>
                                        </p:attrNameLst>
                                      </p:cBhvr>
                                      <p:tavLst>
                                        <p:tav tm="0">
                                          <p:val>
                                            <p:strVal val="#ppt_y"/>
                                          </p:val>
                                        </p:tav>
                                        <p:tav tm="100000">
                                          <p:val>
                                            <p:strVal val="#ppt_y"/>
                                          </p:val>
                                        </p:tav>
                                      </p:tavLst>
                                    </p:anim>
                                  </p:childTnLst>
                                </p:cTn>
                              </p:par>
                            </p:childTnLst>
                          </p:cTn>
                        </p:par>
                        <p:par>
                          <p:cTn id="57" fill="hold">
                            <p:stCondLst>
                              <p:cond delay="3500"/>
                            </p:stCondLst>
                            <p:childTnLst>
                              <p:par>
                                <p:cTn id="58" presetID="2" presetClass="entr" presetSubtype="2" fill="hold" nodeType="afterEffect">
                                  <p:stCondLst>
                                    <p:cond delay="0"/>
                                  </p:stCondLst>
                                  <p:childTnLst>
                                    <p:set>
                                      <p:cBhvr>
                                        <p:cTn id="59" dur="1" fill="hold">
                                          <p:stCondLst>
                                            <p:cond delay="0"/>
                                          </p:stCondLst>
                                        </p:cTn>
                                        <p:tgtEl>
                                          <p:spTgt spid="62"/>
                                        </p:tgtEl>
                                        <p:attrNameLst>
                                          <p:attrName>style.visibility</p:attrName>
                                        </p:attrNameLst>
                                      </p:cBhvr>
                                      <p:to>
                                        <p:strVal val="visible"/>
                                      </p:to>
                                    </p:set>
                                    <p:anim calcmode="lin" valueType="num">
                                      <p:cBhvr additive="base">
                                        <p:cTn id="60" dur="500" fill="hold"/>
                                        <p:tgtEl>
                                          <p:spTgt spid="62"/>
                                        </p:tgtEl>
                                        <p:attrNameLst>
                                          <p:attrName>ppt_x</p:attrName>
                                        </p:attrNameLst>
                                      </p:cBhvr>
                                      <p:tavLst>
                                        <p:tav tm="0">
                                          <p:val>
                                            <p:strVal val="1+#ppt_w/2"/>
                                          </p:val>
                                        </p:tav>
                                        <p:tav tm="100000">
                                          <p:val>
                                            <p:strVal val="#ppt_x"/>
                                          </p:val>
                                        </p:tav>
                                      </p:tavLst>
                                    </p:anim>
                                    <p:anim calcmode="lin" valueType="num">
                                      <p:cBhvr additive="base">
                                        <p:cTn id="61" dur="500" fill="hold"/>
                                        <p:tgtEl>
                                          <p:spTgt spid="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p:nvPr/>
        </p:nvSpPr>
        <p:spPr>
          <a:xfrm>
            <a:off x="-1" y="1618879"/>
            <a:ext cx="6784543" cy="914400"/>
          </a:xfrm>
          <a:prstGeom prst="rect">
            <a:avLst/>
          </a:prstGeom>
          <a:solidFill>
            <a:srgbClr val="164C8C"/>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r>
              <a:rPr lang="zh-CN" altLang="en-US"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在此输入标题内容</a:t>
            </a:r>
            <a:endParaRPr lang="en-US"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Rectangle 24"/>
          <p:cNvSpPr/>
          <p:nvPr/>
        </p:nvSpPr>
        <p:spPr>
          <a:xfrm>
            <a:off x="8841942" y="3638616"/>
            <a:ext cx="914400" cy="914400"/>
          </a:xfrm>
          <a:prstGeom prst="rect">
            <a:avLst/>
          </a:prstGeom>
          <a:solidFill>
            <a:schemeClr val="tx1">
              <a:lumMod val="85000"/>
              <a:lumOff val="15000"/>
            </a:schemeClr>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r>
              <a:rPr lang="en-US"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3</a:t>
            </a:r>
          </a:p>
        </p:txBody>
      </p:sp>
      <p:sp>
        <p:nvSpPr>
          <p:cNvPr id="10" name="Rectangle 25"/>
          <p:cNvSpPr/>
          <p:nvPr/>
        </p:nvSpPr>
        <p:spPr>
          <a:xfrm>
            <a:off x="7848715" y="3638616"/>
            <a:ext cx="914400" cy="914400"/>
          </a:xfrm>
          <a:prstGeom prst="rect">
            <a:avLst/>
          </a:prstGeom>
          <a:solidFill>
            <a:schemeClr val="accent1">
              <a:lumMod val="75000"/>
            </a:schemeClr>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r>
              <a:rPr lang="en-US"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a:t>
            </a:r>
          </a:p>
        </p:txBody>
      </p:sp>
      <p:sp>
        <p:nvSpPr>
          <p:cNvPr id="12" name="Rectangle 26"/>
          <p:cNvSpPr/>
          <p:nvPr/>
        </p:nvSpPr>
        <p:spPr>
          <a:xfrm>
            <a:off x="6863369" y="3638616"/>
            <a:ext cx="914400" cy="914400"/>
          </a:xfrm>
          <a:prstGeom prst="rect">
            <a:avLst/>
          </a:prstGeom>
          <a:solidFill>
            <a:schemeClr val="accent1">
              <a:lumMod val="60000"/>
              <a:lumOff val="40000"/>
            </a:schemeClr>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r>
              <a:rPr lang="en-US"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1</a:t>
            </a:r>
          </a:p>
        </p:txBody>
      </p:sp>
      <p:sp>
        <p:nvSpPr>
          <p:cNvPr id="13" name="Rectangle 27"/>
          <p:cNvSpPr/>
          <p:nvPr/>
        </p:nvSpPr>
        <p:spPr>
          <a:xfrm>
            <a:off x="9840425" y="1613623"/>
            <a:ext cx="914400" cy="914400"/>
          </a:xfrm>
          <a:prstGeom prst="rect">
            <a:avLst/>
          </a:prstGeom>
          <a:solidFill>
            <a:schemeClr val="accent1">
              <a:lumMod val="75000"/>
            </a:schemeClr>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r>
              <a:rPr lang="en-US"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5</a:t>
            </a:r>
          </a:p>
        </p:txBody>
      </p:sp>
      <p:sp>
        <p:nvSpPr>
          <p:cNvPr id="14" name="Rectangle 28"/>
          <p:cNvSpPr/>
          <p:nvPr/>
        </p:nvSpPr>
        <p:spPr>
          <a:xfrm>
            <a:off x="9840425" y="2630499"/>
            <a:ext cx="914400" cy="914400"/>
          </a:xfrm>
          <a:prstGeom prst="rect">
            <a:avLst/>
          </a:prstGeom>
          <a:solidFill>
            <a:schemeClr val="tx1">
              <a:lumMod val="85000"/>
              <a:lumOff val="15000"/>
            </a:schemeClr>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r>
              <a:rPr lang="en-US"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4</a:t>
            </a:r>
          </a:p>
        </p:txBody>
      </p:sp>
      <p:sp>
        <p:nvSpPr>
          <p:cNvPr id="16" name="Rectangle 29"/>
          <p:cNvSpPr/>
          <p:nvPr/>
        </p:nvSpPr>
        <p:spPr>
          <a:xfrm>
            <a:off x="9865273" y="3636864"/>
            <a:ext cx="1755227" cy="914400"/>
          </a:xfrm>
          <a:prstGeom prst="rect">
            <a:avLst/>
          </a:prstGeom>
          <a:solidFill>
            <a:schemeClr val="accent1">
              <a:lumMod val="60000"/>
              <a:lumOff val="40000"/>
            </a:schemeClr>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4" name="文本框 43"/>
          <p:cNvSpPr txBox="1"/>
          <p:nvPr/>
        </p:nvSpPr>
        <p:spPr>
          <a:xfrm>
            <a:off x="1266190" y="2695067"/>
            <a:ext cx="5093335" cy="1197315"/>
          </a:xfrm>
          <a:prstGeom prst="rect">
            <a:avLst/>
          </a:prstGeom>
          <a:noFill/>
        </p:spPr>
        <p:txBody>
          <a:bodyPr wrap="square" rtlCol="0">
            <a:spAutoFit/>
          </a:bodyPr>
          <a:lstStyle/>
          <a:p>
            <a:pPr>
              <a:lnSpc>
                <a:spcPct val="150000"/>
              </a:lnSpc>
              <a:spcBef>
                <a:spcPts val="600"/>
              </a:spcBef>
            </a:pPr>
            <a:r>
              <a:rPr lang="zh-CN" altLang="en-US" b="1"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在此输入标题</a:t>
            </a:r>
            <a:endParaRPr lang="en-US" altLang="zh-CN" sz="1200" b="1"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nSpc>
                <a:spcPct val="150000"/>
              </a:lnSpc>
              <a:spcBef>
                <a:spcPts val="600"/>
              </a:spcBef>
            </a:pPr>
            <a:r>
              <a:rPr lang="zh-CN" altLang="en-US"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您的内容打在这里，或者通过复制您的文本后，在此框中选择粘贴，并选择只保留文字。</a:t>
            </a:r>
            <a:endParaRPr lang="en-US" altLang="zh-CN"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文本框 45"/>
          <p:cNvSpPr txBox="1"/>
          <p:nvPr/>
        </p:nvSpPr>
        <p:spPr>
          <a:xfrm>
            <a:off x="1266190" y="3950823"/>
            <a:ext cx="5093335" cy="1197315"/>
          </a:xfrm>
          <a:prstGeom prst="rect">
            <a:avLst/>
          </a:prstGeom>
          <a:noFill/>
        </p:spPr>
        <p:txBody>
          <a:bodyPr wrap="square" rtlCol="0">
            <a:spAutoFit/>
          </a:bodyPr>
          <a:lstStyle/>
          <a:p>
            <a:pPr>
              <a:lnSpc>
                <a:spcPct val="150000"/>
              </a:lnSpc>
              <a:spcBef>
                <a:spcPts val="600"/>
              </a:spcBef>
            </a:pPr>
            <a:r>
              <a:rPr lang="zh-CN" altLang="en-US" b="1"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在此输入标题</a:t>
            </a:r>
          </a:p>
          <a:p>
            <a:pPr>
              <a:lnSpc>
                <a:spcPct val="150000"/>
              </a:lnSpc>
              <a:spcBef>
                <a:spcPts val="600"/>
              </a:spcBef>
            </a:pPr>
            <a:r>
              <a:rPr lang="zh-CN" altLang="en-US"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您的内容打在这里，或者通过复制您的文本后，在此框中选择粘贴，并选择只保留文字。</a:t>
            </a:r>
            <a:endParaRPr lang="en-US" altLang="zh-CN"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8" name="文本框 47"/>
          <p:cNvSpPr txBox="1"/>
          <p:nvPr/>
        </p:nvSpPr>
        <p:spPr>
          <a:xfrm>
            <a:off x="1266190" y="5206579"/>
            <a:ext cx="5029835" cy="1197315"/>
          </a:xfrm>
          <a:prstGeom prst="rect">
            <a:avLst/>
          </a:prstGeom>
          <a:noFill/>
        </p:spPr>
        <p:txBody>
          <a:bodyPr wrap="square" rtlCol="0">
            <a:spAutoFit/>
          </a:bodyPr>
          <a:lstStyle/>
          <a:p>
            <a:pPr>
              <a:lnSpc>
                <a:spcPct val="150000"/>
              </a:lnSpc>
              <a:spcBef>
                <a:spcPts val="600"/>
              </a:spcBef>
            </a:pPr>
            <a:r>
              <a:rPr lang="zh-CN" altLang="en-US" b="1"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在此输入标题</a:t>
            </a:r>
          </a:p>
          <a:p>
            <a:pPr>
              <a:lnSpc>
                <a:spcPct val="150000"/>
              </a:lnSpc>
              <a:spcBef>
                <a:spcPts val="600"/>
              </a:spcBef>
            </a:pPr>
            <a:r>
              <a:rPr lang="zh-CN" altLang="en-US"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您的内容打在这里，或者通过复制您的文本后，在此框中选择粘贴，并选择只保留文字。</a:t>
            </a:r>
            <a:endParaRPr lang="en-US" altLang="zh-CN"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4" name="图片占位符 3">
            <a:extLst>
              <a:ext uri="{FF2B5EF4-FFF2-40B4-BE49-F238E27FC236}">
                <a16:creationId xmlns:a16="http://schemas.microsoft.com/office/drawing/2014/main" xmlns="" id="{2F0B26F2-5394-431D-992D-F14FBDF1C78F}"/>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6868625" y="1613623"/>
            <a:ext cx="2887718" cy="1940912"/>
          </a:xfrm>
        </p:spPr>
      </p:pic>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par>
                          <p:cTn id="19" fill="hold">
                            <p:stCondLst>
                              <p:cond delay="20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2500"/>
                            </p:stCondLst>
                            <p:childTnLst>
                              <p:par>
                                <p:cTn id="24" presetID="10" presetClass="entr" presetSubtype="0"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par>
                          <p:cTn id="27"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par>
                          <p:cTn id="31" fill="hold">
                            <p:stCondLst>
                              <p:cond delay="3500"/>
                            </p:stCondLst>
                            <p:childTnLst>
                              <p:par>
                                <p:cTn id="32" presetID="2" presetClass="entr" presetSubtype="4" fill="hold" grpId="0" nodeType="after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additive="base">
                                        <p:cTn id="34" dur="1000" fill="hold"/>
                                        <p:tgtEl>
                                          <p:spTgt spid="44"/>
                                        </p:tgtEl>
                                        <p:attrNameLst>
                                          <p:attrName>ppt_x</p:attrName>
                                        </p:attrNameLst>
                                      </p:cBhvr>
                                      <p:tavLst>
                                        <p:tav tm="0">
                                          <p:val>
                                            <p:strVal val="#ppt_x"/>
                                          </p:val>
                                        </p:tav>
                                        <p:tav tm="100000">
                                          <p:val>
                                            <p:strVal val="#ppt_x"/>
                                          </p:val>
                                        </p:tav>
                                      </p:tavLst>
                                    </p:anim>
                                    <p:anim calcmode="lin" valueType="num">
                                      <p:cBhvr additive="base">
                                        <p:cTn id="35" dur="1000" fill="hold"/>
                                        <p:tgtEl>
                                          <p:spTgt spid="44"/>
                                        </p:tgtEl>
                                        <p:attrNameLst>
                                          <p:attrName>ppt_y</p:attrName>
                                        </p:attrNameLst>
                                      </p:cBhvr>
                                      <p:tavLst>
                                        <p:tav tm="0">
                                          <p:val>
                                            <p:strVal val="1+#ppt_h/2"/>
                                          </p:val>
                                        </p:tav>
                                        <p:tav tm="100000">
                                          <p:val>
                                            <p:strVal val="#ppt_y"/>
                                          </p:val>
                                        </p:tav>
                                      </p:tavLst>
                                    </p:anim>
                                  </p:childTnLst>
                                </p:cTn>
                              </p:par>
                            </p:childTnLst>
                          </p:cTn>
                        </p:par>
                        <p:par>
                          <p:cTn id="36" fill="hold">
                            <p:stCondLst>
                              <p:cond delay="4500"/>
                            </p:stCondLst>
                            <p:childTnLst>
                              <p:par>
                                <p:cTn id="37" presetID="2" presetClass="entr" presetSubtype="4" fill="hold" grpId="0" nodeType="afterEffect">
                                  <p:stCondLst>
                                    <p:cond delay="0"/>
                                  </p:stCondLst>
                                  <p:childTnLst>
                                    <p:set>
                                      <p:cBhvr>
                                        <p:cTn id="38" dur="1" fill="hold">
                                          <p:stCondLst>
                                            <p:cond delay="0"/>
                                          </p:stCondLst>
                                        </p:cTn>
                                        <p:tgtEl>
                                          <p:spTgt spid="46"/>
                                        </p:tgtEl>
                                        <p:attrNameLst>
                                          <p:attrName>style.visibility</p:attrName>
                                        </p:attrNameLst>
                                      </p:cBhvr>
                                      <p:to>
                                        <p:strVal val="visible"/>
                                      </p:to>
                                    </p:set>
                                    <p:anim calcmode="lin" valueType="num">
                                      <p:cBhvr additive="base">
                                        <p:cTn id="39" dur="1000" fill="hold"/>
                                        <p:tgtEl>
                                          <p:spTgt spid="46"/>
                                        </p:tgtEl>
                                        <p:attrNameLst>
                                          <p:attrName>ppt_x</p:attrName>
                                        </p:attrNameLst>
                                      </p:cBhvr>
                                      <p:tavLst>
                                        <p:tav tm="0">
                                          <p:val>
                                            <p:strVal val="#ppt_x"/>
                                          </p:val>
                                        </p:tav>
                                        <p:tav tm="100000">
                                          <p:val>
                                            <p:strVal val="#ppt_x"/>
                                          </p:val>
                                        </p:tav>
                                      </p:tavLst>
                                    </p:anim>
                                    <p:anim calcmode="lin" valueType="num">
                                      <p:cBhvr additive="base">
                                        <p:cTn id="40" dur="1000" fill="hold"/>
                                        <p:tgtEl>
                                          <p:spTgt spid="46"/>
                                        </p:tgtEl>
                                        <p:attrNameLst>
                                          <p:attrName>ppt_y</p:attrName>
                                        </p:attrNameLst>
                                      </p:cBhvr>
                                      <p:tavLst>
                                        <p:tav tm="0">
                                          <p:val>
                                            <p:strVal val="1+#ppt_h/2"/>
                                          </p:val>
                                        </p:tav>
                                        <p:tav tm="100000">
                                          <p:val>
                                            <p:strVal val="#ppt_y"/>
                                          </p:val>
                                        </p:tav>
                                      </p:tavLst>
                                    </p:anim>
                                  </p:childTnLst>
                                </p:cTn>
                              </p:par>
                            </p:childTnLst>
                          </p:cTn>
                        </p:par>
                        <p:par>
                          <p:cTn id="41" fill="hold">
                            <p:stCondLst>
                              <p:cond delay="5500"/>
                            </p:stCondLst>
                            <p:childTnLst>
                              <p:par>
                                <p:cTn id="42" presetID="2" presetClass="entr" presetSubtype="4" fill="hold" grpId="0" nodeType="afterEffect">
                                  <p:stCondLst>
                                    <p:cond delay="0"/>
                                  </p:stCondLst>
                                  <p:childTnLst>
                                    <p:set>
                                      <p:cBhvr>
                                        <p:cTn id="43" dur="1" fill="hold">
                                          <p:stCondLst>
                                            <p:cond delay="0"/>
                                          </p:stCondLst>
                                        </p:cTn>
                                        <p:tgtEl>
                                          <p:spTgt spid="48"/>
                                        </p:tgtEl>
                                        <p:attrNameLst>
                                          <p:attrName>style.visibility</p:attrName>
                                        </p:attrNameLst>
                                      </p:cBhvr>
                                      <p:to>
                                        <p:strVal val="visible"/>
                                      </p:to>
                                    </p:set>
                                    <p:anim calcmode="lin" valueType="num">
                                      <p:cBhvr additive="base">
                                        <p:cTn id="44" dur="1000" fill="hold"/>
                                        <p:tgtEl>
                                          <p:spTgt spid="48"/>
                                        </p:tgtEl>
                                        <p:attrNameLst>
                                          <p:attrName>ppt_x</p:attrName>
                                        </p:attrNameLst>
                                      </p:cBhvr>
                                      <p:tavLst>
                                        <p:tav tm="0">
                                          <p:val>
                                            <p:strVal val="#ppt_x"/>
                                          </p:val>
                                        </p:tav>
                                        <p:tav tm="100000">
                                          <p:val>
                                            <p:strVal val="#ppt_x"/>
                                          </p:val>
                                        </p:tav>
                                      </p:tavLst>
                                    </p:anim>
                                    <p:anim calcmode="lin" valueType="num">
                                      <p:cBhvr additive="base">
                                        <p:cTn id="45" dur="10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bldLvl="0" animBg="1"/>
      <p:bldP spid="10" grpId="0" bldLvl="0" animBg="1"/>
      <p:bldP spid="12" grpId="0" bldLvl="0" animBg="1"/>
      <p:bldP spid="13" grpId="0" bldLvl="0" animBg="1"/>
      <p:bldP spid="14" grpId="0" bldLvl="0" animBg="1"/>
      <p:bldP spid="16" grpId="0" bldLvl="0" animBg="1"/>
      <p:bldP spid="44" grpId="0"/>
      <p:bldP spid="46" grpId="0"/>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008558" y="1728788"/>
            <a:ext cx="3057020" cy="3125288"/>
          </a:xfrm>
          <a:prstGeom prst="rect">
            <a:avLst/>
          </a:prstGeom>
          <a:noFill/>
          <a:ln w="28575">
            <a:gradFill>
              <a:gsLst>
                <a:gs pos="0">
                  <a:schemeClr val="accent1"/>
                </a:gs>
                <a:gs pos="99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矩形 25">
            <a:extLst>
              <a:ext uri="{FF2B5EF4-FFF2-40B4-BE49-F238E27FC236}">
                <a16:creationId xmlns:a16="http://schemas.microsoft.com/office/drawing/2014/main" xmlns="" id="{91BEEFB5-F493-45CC-B6B4-BA321B863E16}"/>
              </a:ext>
            </a:extLst>
          </p:cNvPr>
          <p:cNvSpPr/>
          <p:nvPr/>
        </p:nvSpPr>
        <p:spPr>
          <a:xfrm>
            <a:off x="8469361" y="2187812"/>
            <a:ext cx="3309527" cy="2207240"/>
          </a:xfrm>
          <a:prstGeom prst="rect">
            <a:avLst/>
          </a:prstGeom>
          <a:blipFill>
            <a:blip r:embed="rId3"/>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 name="矩形 1"/>
          <p:cNvSpPr/>
          <p:nvPr/>
        </p:nvSpPr>
        <p:spPr>
          <a:xfrm>
            <a:off x="1887156" y="3189014"/>
            <a:ext cx="5908675" cy="73366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点击添加相关标题文字，点击添加相关标题文字，点击添加相关标题文字，点击添加相关标题文字。</a:t>
            </a:r>
          </a:p>
        </p:txBody>
      </p:sp>
      <p:sp>
        <p:nvSpPr>
          <p:cNvPr id="5" name="文本框 217"/>
          <p:cNvSpPr txBox="1">
            <a:spLocks/>
          </p:cNvSpPr>
          <p:nvPr/>
        </p:nvSpPr>
        <p:spPr>
          <a:xfrm>
            <a:off x="1893079" y="1586419"/>
            <a:ext cx="1800224"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0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About </a:t>
            </a:r>
            <a:endParaRPr lang="zh-CN" altLang="en-US" sz="40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6" name="直接连接符 10"/>
          <p:cNvCxnSpPr/>
          <p:nvPr/>
        </p:nvCxnSpPr>
        <p:spPr>
          <a:xfrm>
            <a:off x="3735957" y="1940362"/>
            <a:ext cx="1128921" cy="0"/>
          </a:xfrm>
          <a:prstGeom prst="line">
            <a:avLst/>
          </a:prstGeom>
          <a:ln w="38100">
            <a:gradFill>
              <a:gsLst>
                <a:gs pos="0">
                  <a:schemeClr val="accent1"/>
                </a:gs>
                <a:gs pos="99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sp>
        <p:nvSpPr>
          <p:cNvPr id="7" name="文本框 217"/>
          <p:cNvSpPr txBox="1">
            <a:spLocks/>
          </p:cNvSpPr>
          <p:nvPr/>
        </p:nvSpPr>
        <p:spPr>
          <a:xfrm>
            <a:off x="1887157" y="2345034"/>
            <a:ext cx="3438524"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此处添加标题</a:t>
            </a:r>
          </a:p>
        </p:txBody>
      </p:sp>
      <p:grpSp>
        <p:nvGrpSpPr>
          <p:cNvPr id="8" name="组合 12"/>
          <p:cNvGrpSpPr/>
          <p:nvPr/>
        </p:nvGrpSpPr>
        <p:grpSpPr>
          <a:xfrm>
            <a:off x="2012178" y="4621124"/>
            <a:ext cx="951434" cy="1016533"/>
            <a:chOff x="1217221" y="4749711"/>
            <a:chExt cx="951434" cy="1016533"/>
          </a:xfrm>
        </p:grpSpPr>
        <p:grpSp>
          <p:nvGrpSpPr>
            <p:cNvPr id="9" name="组合 13"/>
            <p:cNvGrpSpPr/>
            <p:nvPr/>
          </p:nvGrpSpPr>
          <p:grpSpPr>
            <a:xfrm>
              <a:off x="1217221" y="4749711"/>
              <a:ext cx="951434" cy="951419"/>
              <a:chOff x="1585107" y="2092324"/>
              <a:chExt cx="1319233" cy="1319213"/>
            </a:xfrm>
          </p:grpSpPr>
          <p:sp>
            <p:nvSpPr>
              <p:cNvPr id="11" name="椭圆 10"/>
              <p:cNvSpPr/>
              <p:nvPr/>
            </p:nvSpPr>
            <p:spPr>
              <a:xfrm>
                <a:off x="1585107" y="2092324"/>
                <a:ext cx="1319204" cy="1319204"/>
              </a:xfrm>
              <a:prstGeom prst="ellipse">
                <a:avLst/>
              </a:prstGeom>
              <a:noFill/>
              <a:ln w="98425"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不完整圆 4"/>
              <p:cNvSpPr/>
              <p:nvPr/>
            </p:nvSpPr>
            <p:spPr>
              <a:xfrm rot="16200000">
                <a:off x="1758881" y="2266077"/>
                <a:ext cx="1319212" cy="971707"/>
              </a:xfrm>
              <a:custGeom>
                <a:avLst/>
                <a:gdLst>
                  <a:gd name="connsiteX0" fmla="*/ 1872000 w 1872000"/>
                  <a:gd name="connsiteY0" fmla="*/ 936000 h 1872000"/>
                  <a:gd name="connsiteX1" fmla="*/ 1265133 w 1872000"/>
                  <a:gd name="connsiteY1" fmla="*/ 1812223 h 1872000"/>
                  <a:gd name="connsiteX2" fmla="*/ 231471 w 1872000"/>
                  <a:gd name="connsiteY2" fmla="*/ 1552226 h 1872000"/>
                  <a:gd name="connsiteX3" fmla="*/ 111389 w 1872000"/>
                  <a:gd name="connsiteY3" fmla="*/ 493153 h 1872000"/>
                  <a:gd name="connsiteX4" fmla="*/ 936000 w 1872000"/>
                  <a:gd name="connsiteY4" fmla="*/ 936000 h 1872000"/>
                  <a:gd name="connsiteX5" fmla="*/ 1872000 w 1872000"/>
                  <a:gd name="connsiteY5" fmla="*/ 936000 h 1872000"/>
                  <a:gd name="connsiteX0" fmla="*/ 936012 w 1872012"/>
                  <a:gd name="connsiteY0" fmla="*/ 442847 h 1378888"/>
                  <a:gd name="connsiteX1" fmla="*/ 1872012 w 1872012"/>
                  <a:gd name="connsiteY1" fmla="*/ 442847 h 1378888"/>
                  <a:gd name="connsiteX2" fmla="*/ 1265145 w 1872012"/>
                  <a:gd name="connsiteY2" fmla="*/ 1319070 h 1378888"/>
                  <a:gd name="connsiteX3" fmla="*/ 231483 w 1872012"/>
                  <a:gd name="connsiteY3" fmla="*/ 1059073 h 1378888"/>
                  <a:gd name="connsiteX4" fmla="*/ 111401 w 1872012"/>
                  <a:gd name="connsiteY4" fmla="*/ 0 h 1378888"/>
                  <a:gd name="connsiteX5" fmla="*/ 1027452 w 1872012"/>
                  <a:gd name="connsiteY5" fmla="*/ 534287 h 1378888"/>
                  <a:gd name="connsiteX0" fmla="*/ 1872012 w 1872012"/>
                  <a:gd name="connsiteY0" fmla="*/ 442847 h 1378888"/>
                  <a:gd name="connsiteX1" fmla="*/ 1265145 w 1872012"/>
                  <a:gd name="connsiteY1" fmla="*/ 1319070 h 1378888"/>
                  <a:gd name="connsiteX2" fmla="*/ 231483 w 1872012"/>
                  <a:gd name="connsiteY2" fmla="*/ 1059073 h 1378888"/>
                  <a:gd name="connsiteX3" fmla="*/ 111401 w 1872012"/>
                  <a:gd name="connsiteY3" fmla="*/ 0 h 1378888"/>
                  <a:gd name="connsiteX4" fmla="*/ 1027452 w 1872012"/>
                  <a:gd name="connsiteY4" fmla="*/ 534287 h 1378888"/>
                  <a:gd name="connsiteX0" fmla="*/ 1872012 w 1872012"/>
                  <a:gd name="connsiteY0" fmla="*/ 442847 h 1378888"/>
                  <a:gd name="connsiteX1" fmla="*/ 1265145 w 1872012"/>
                  <a:gd name="connsiteY1" fmla="*/ 1319070 h 1378888"/>
                  <a:gd name="connsiteX2" fmla="*/ 231483 w 1872012"/>
                  <a:gd name="connsiteY2" fmla="*/ 1059073 h 1378888"/>
                  <a:gd name="connsiteX3" fmla="*/ 111401 w 1872012"/>
                  <a:gd name="connsiteY3" fmla="*/ 0 h 1378888"/>
                </a:gdLst>
                <a:ahLst/>
                <a:cxnLst>
                  <a:cxn ang="0">
                    <a:pos x="connsiteX0" y="connsiteY0"/>
                  </a:cxn>
                  <a:cxn ang="0">
                    <a:pos x="connsiteX1" y="connsiteY1"/>
                  </a:cxn>
                  <a:cxn ang="0">
                    <a:pos x="connsiteX2" y="connsiteY2"/>
                  </a:cxn>
                  <a:cxn ang="0">
                    <a:pos x="connsiteX3" y="connsiteY3"/>
                  </a:cxn>
                </a:cxnLst>
                <a:rect l="l" t="t" r="r" b="b"/>
                <a:pathLst>
                  <a:path w="1872012" h="1378888">
                    <a:moveTo>
                      <a:pt x="1872012" y="442847"/>
                    </a:moveTo>
                    <a:cubicBezTo>
                      <a:pt x="1872012" y="832825"/>
                      <a:pt x="1630218" y="1181939"/>
                      <a:pt x="1265145" y="1319070"/>
                    </a:cubicBezTo>
                    <a:cubicBezTo>
                      <a:pt x="900072" y="1456201"/>
                      <a:pt x="488230" y="1352610"/>
                      <a:pt x="231483" y="1059073"/>
                    </a:cubicBezTo>
                    <a:cubicBezTo>
                      <a:pt x="-25264" y="765536"/>
                      <a:pt x="-73108" y="343569"/>
                      <a:pt x="111401" y="0"/>
                    </a:cubicBezTo>
                  </a:path>
                </a:pathLst>
              </a:custGeom>
              <a:noFill/>
              <a:ln w="98425" cap="rnd">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10" name="文本框 23"/>
            <p:cNvSpPr txBox="1"/>
            <p:nvPr/>
          </p:nvSpPr>
          <p:spPr>
            <a:xfrm>
              <a:off x="1346763" y="5058358"/>
              <a:ext cx="691151" cy="707886"/>
            </a:xfrm>
            <a:prstGeom prst="rect">
              <a:avLst/>
            </a:prstGeom>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65%</a:t>
              </a:r>
              <a:endParaRPr lang="zh-CN" altLang="en-US" sz="2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13" name="文本框 27"/>
          <p:cNvSpPr txBox="1"/>
          <p:nvPr/>
        </p:nvSpPr>
        <p:spPr>
          <a:xfrm>
            <a:off x="2079463" y="5684120"/>
            <a:ext cx="820694" cy="276999"/>
          </a:xfrm>
          <a:prstGeom prst="rect">
            <a:avLst/>
          </a:prstGeom>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a:t>
            </a:r>
          </a:p>
        </p:txBody>
      </p:sp>
      <p:grpSp>
        <p:nvGrpSpPr>
          <p:cNvPr id="14" name="组合 18"/>
          <p:cNvGrpSpPr/>
          <p:nvPr/>
        </p:nvGrpSpPr>
        <p:grpSpPr>
          <a:xfrm>
            <a:off x="3893115" y="4621124"/>
            <a:ext cx="950256" cy="1016533"/>
            <a:chOff x="3098158" y="4749711"/>
            <a:chExt cx="950256" cy="1016533"/>
          </a:xfrm>
        </p:grpSpPr>
        <p:grpSp>
          <p:nvGrpSpPr>
            <p:cNvPr id="15" name="组合 19"/>
            <p:cNvGrpSpPr/>
            <p:nvPr/>
          </p:nvGrpSpPr>
          <p:grpSpPr>
            <a:xfrm>
              <a:off x="3098158" y="4749711"/>
              <a:ext cx="950256" cy="950255"/>
              <a:chOff x="4399417" y="1863724"/>
              <a:chExt cx="1872043" cy="1872013"/>
            </a:xfrm>
          </p:grpSpPr>
          <p:sp>
            <p:nvSpPr>
              <p:cNvPr id="17" name="椭圆 16"/>
              <p:cNvSpPr/>
              <p:nvPr/>
            </p:nvSpPr>
            <p:spPr>
              <a:xfrm>
                <a:off x="4399417" y="1863724"/>
                <a:ext cx="1872000" cy="1872000"/>
              </a:xfrm>
              <a:prstGeom prst="ellipse">
                <a:avLst/>
              </a:prstGeom>
              <a:noFill/>
              <a:ln w="984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不完整圆 13"/>
              <p:cNvSpPr/>
              <p:nvPr/>
            </p:nvSpPr>
            <p:spPr>
              <a:xfrm rot="16200000">
                <a:off x="4646010" y="2110287"/>
                <a:ext cx="1872012" cy="1378888"/>
              </a:xfrm>
              <a:custGeom>
                <a:avLst/>
                <a:gdLst>
                  <a:gd name="connsiteX0" fmla="*/ 1872000 w 1872000"/>
                  <a:gd name="connsiteY0" fmla="*/ 936000 h 1872000"/>
                  <a:gd name="connsiteX1" fmla="*/ 1265133 w 1872000"/>
                  <a:gd name="connsiteY1" fmla="*/ 1812223 h 1872000"/>
                  <a:gd name="connsiteX2" fmla="*/ 231471 w 1872000"/>
                  <a:gd name="connsiteY2" fmla="*/ 1552226 h 1872000"/>
                  <a:gd name="connsiteX3" fmla="*/ 111389 w 1872000"/>
                  <a:gd name="connsiteY3" fmla="*/ 493153 h 1872000"/>
                  <a:gd name="connsiteX4" fmla="*/ 936000 w 1872000"/>
                  <a:gd name="connsiteY4" fmla="*/ 936000 h 1872000"/>
                  <a:gd name="connsiteX5" fmla="*/ 1872000 w 1872000"/>
                  <a:gd name="connsiteY5" fmla="*/ 936000 h 1872000"/>
                  <a:gd name="connsiteX0" fmla="*/ 936012 w 1872012"/>
                  <a:gd name="connsiteY0" fmla="*/ 442847 h 1378888"/>
                  <a:gd name="connsiteX1" fmla="*/ 1872012 w 1872012"/>
                  <a:gd name="connsiteY1" fmla="*/ 442847 h 1378888"/>
                  <a:gd name="connsiteX2" fmla="*/ 1265145 w 1872012"/>
                  <a:gd name="connsiteY2" fmla="*/ 1319070 h 1378888"/>
                  <a:gd name="connsiteX3" fmla="*/ 231483 w 1872012"/>
                  <a:gd name="connsiteY3" fmla="*/ 1059073 h 1378888"/>
                  <a:gd name="connsiteX4" fmla="*/ 111401 w 1872012"/>
                  <a:gd name="connsiteY4" fmla="*/ 0 h 1378888"/>
                  <a:gd name="connsiteX5" fmla="*/ 1027452 w 1872012"/>
                  <a:gd name="connsiteY5" fmla="*/ 534287 h 1378888"/>
                  <a:gd name="connsiteX0" fmla="*/ 1872012 w 1872012"/>
                  <a:gd name="connsiteY0" fmla="*/ 442847 h 1378888"/>
                  <a:gd name="connsiteX1" fmla="*/ 1265145 w 1872012"/>
                  <a:gd name="connsiteY1" fmla="*/ 1319070 h 1378888"/>
                  <a:gd name="connsiteX2" fmla="*/ 231483 w 1872012"/>
                  <a:gd name="connsiteY2" fmla="*/ 1059073 h 1378888"/>
                  <a:gd name="connsiteX3" fmla="*/ 111401 w 1872012"/>
                  <a:gd name="connsiteY3" fmla="*/ 0 h 1378888"/>
                  <a:gd name="connsiteX4" fmla="*/ 1027452 w 1872012"/>
                  <a:gd name="connsiteY4" fmla="*/ 534287 h 1378888"/>
                  <a:gd name="connsiteX0" fmla="*/ 1872012 w 1872012"/>
                  <a:gd name="connsiteY0" fmla="*/ 442847 h 1378888"/>
                  <a:gd name="connsiteX1" fmla="*/ 1265145 w 1872012"/>
                  <a:gd name="connsiteY1" fmla="*/ 1319070 h 1378888"/>
                  <a:gd name="connsiteX2" fmla="*/ 231483 w 1872012"/>
                  <a:gd name="connsiteY2" fmla="*/ 1059073 h 1378888"/>
                  <a:gd name="connsiteX3" fmla="*/ 111401 w 1872012"/>
                  <a:gd name="connsiteY3" fmla="*/ 0 h 1378888"/>
                </a:gdLst>
                <a:ahLst/>
                <a:cxnLst>
                  <a:cxn ang="0">
                    <a:pos x="connsiteX0" y="connsiteY0"/>
                  </a:cxn>
                  <a:cxn ang="0">
                    <a:pos x="connsiteX1" y="connsiteY1"/>
                  </a:cxn>
                  <a:cxn ang="0">
                    <a:pos x="connsiteX2" y="connsiteY2"/>
                  </a:cxn>
                  <a:cxn ang="0">
                    <a:pos x="connsiteX3" y="connsiteY3"/>
                  </a:cxn>
                </a:cxnLst>
                <a:rect l="l" t="t" r="r" b="b"/>
                <a:pathLst>
                  <a:path w="1872012" h="1378888">
                    <a:moveTo>
                      <a:pt x="1872012" y="442847"/>
                    </a:moveTo>
                    <a:cubicBezTo>
                      <a:pt x="1872012" y="832825"/>
                      <a:pt x="1630218" y="1181939"/>
                      <a:pt x="1265145" y="1319070"/>
                    </a:cubicBezTo>
                    <a:cubicBezTo>
                      <a:pt x="900072" y="1456201"/>
                      <a:pt x="488230" y="1352610"/>
                      <a:pt x="231483" y="1059073"/>
                    </a:cubicBezTo>
                    <a:cubicBezTo>
                      <a:pt x="-25264" y="765536"/>
                      <a:pt x="-73108" y="343569"/>
                      <a:pt x="111401" y="0"/>
                    </a:cubicBezTo>
                  </a:path>
                </a:pathLst>
              </a:custGeom>
              <a:noFill/>
              <a:ln w="98425" cap="rnd">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16" name="文本框 24"/>
            <p:cNvSpPr txBox="1"/>
            <p:nvPr/>
          </p:nvSpPr>
          <p:spPr>
            <a:xfrm>
              <a:off x="3235203" y="5058358"/>
              <a:ext cx="691150" cy="707886"/>
            </a:xfrm>
            <a:prstGeom prst="rect">
              <a:avLst/>
            </a:prstGeom>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72%</a:t>
              </a:r>
              <a:endParaRPr lang="zh-CN" altLang="en-US" sz="2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19" name="文本框 28"/>
          <p:cNvSpPr txBox="1"/>
          <p:nvPr/>
        </p:nvSpPr>
        <p:spPr>
          <a:xfrm>
            <a:off x="3991576" y="5684120"/>
            <a:ext cx="820693" cy="276999"/>
          </a:xfrm>
          <a:prstGeom prst="rect">
            <a:avLst/>
          </a:prstGeom>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a:t>
            </a:r>
          </a:p>
        </p:txBody>
      </p:sp>
      <p:grpSp>
        <p:nvGrpSpPr>
          <p:cNvPr id="20" name="组合 24"/>
          <p:cNvGrpSpPr/>
          <p:nvPr/>
        </p:nvGrpSpPr>
        <p:grpSpPr>
          <a:xfrm>
            <a:off x="5903417" y="4621124"/>
            <a:ext cx="950280" cy="1002304"/>
            <a:chOff x="5108460" y="4749711"/>
            <a:chExt cx="950280" cy="1002304"/>
          </a:xfrm>
        </p:grpSpPr>
        <p:grpSp>
          <p:nvGrpSpPr>
            <p:cNvPr id="21" name="组合 25"/>
            <p:cNvGrpSpPr>
              <a:grpSpLocks noChangeAspect="1"/>
            </p:cNvGrpSpPr>
            <p:nvPr/>
          </p:nvGrpSpPr>
          <p:grpSpPr>
            <a:xfrm>
              <a:off x="5108460" y="4749711"/>
              <a:ext cx="950280" cy="950255"/>
              <a:chOff x="1014082" y="4581524"/>
              <a:chExt cx="1872093" cy="1872046"/>
            </a:xfrm>
          </p:grpSpPr>
          <p:sp>
            <p:nvSpPr>
              <p:cNvPr id="23" name="椭圆 22"/>
              <p:cNvSpPr/>
              <p:nvPr/>
            </p:nvSpPr>
            <p:spPr>
              <a:xfrm>
                <a:off x="1014085" y="4581524"/>
                <a:ext cx="1872000" cy="1872000"/>
              </a:xfrm>
              <a:prstGeom prst="ellipse">
                <a:avLst/>
              </a:prstGeom>
              <a:noFill/>
              <a:ln w="984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不完整圆 18"/>
              <p:cNvSpPr/>
              <p:nvPr/>
            </p:nvSpPr>
            <p:spPr>
              <a:xfrm rot="16200000">
                <a:off x="1014106" y="4581501"/>
                <a:ext cx="1872045" cy="1872093"/>
              </a:xfrm>
              <a:custGeom>
                <a:avLst/>
                <a:gdLst>
                  <a:gd name="connsiteX0" fmla="*/ 1872000 w 1872000"/>
                  <a:gd name="connsiteY0" fmla="*/ 936000 h 1872000"/>
                  <a:gd name="connsiteX1" fmla="*/ 1156282 w 1872000"/>
                  <a:gd name="connsiteY1" fmla="*/ 1845710 h 1872000"/>
                  <a:gd name="connsiteX2" fmla="*/ 103684 w 1872000"/>
                  <a:gd name="connsiteY2" fmla="*/ 1364190 h 1872000"/>
                  <a:gd name="connsiteX3" fmla="*/ 323957 w 1872000"/>
                  <a:gd name="connsiteY3" fmla="*/ 227834 h 1872000"/>
                  <a:gd name="connsiteX4" fmla="*/ 1480235 w 1872000"/>
                  <a:gd name="connsiteY4" fmla="*/ 174485 h 1872000"/>
                  <a:gd name="connsiteX5" fmla="*/ 936000 w 1872000"/>
                  <a:gd name="connsiteY5" fmla="*/ 936000 h 1872000"/>
                  <a:gd name="connsiteX6" fmla="*/ 1872000 w 1872000"/>
                  <a:gd name="connsiteY6" fmla="*/ 936000 h 1872000"/>
                  <a:gd name="connsiteX0" fmla="*/ 936045 w 1872045"/>
                  <a:gd name="connsiteY0" fmla="*/ 936003 h 1872093"/>
                  <a:gd name="connsiteX1" fmla="*/ 1872045 w 1872045"/>
                  <a:gd name="connsiteY1" fmla="*/ 936003 h 1872093"/>
                  <a:gd name="connsiteX2" fmla="*/ 1156327 w 1872045"/>
                  <a:gd name="connsiteY2" fmla="*/ 1845713 h 1872093"/>
                  <a:gd name="connsiteX3" fmla="*/ 103729 w 1872045"/>
                  <a:gd name="connsiteY3" fmla="*/ 1364193 h 1872093"/>
                  <a:gd name="connsiteX4" fmla="*/ 324002 w 1872045"/>
                  <a:gd name="connsiteY4" fmla="*/ 227837 h 1872093"/>
                  <a:gd name="connsiteX5" fmla="*/ 1480280 w 1872045"/>
                  <a:gd name="connsiteY5" fmla="*/ 174488 h 1872093"/>
                  <a:gd name="connsiteX6" fmla="*/ 1027485 w 1872045"/>
                  <a:gd name="connsiteY6" fmla="*/ 1027443 h 1872093"/>
                  <a:gd name="connsiteX0" fmla="*/ 936045 w 1872045"/>
                  <a:gd name="connsiteY0" fmla="*/ 936003 h 1872093"/>
                  <a:gd name="connsiteX1" fmla="*/ 1872045 w 1872045"/>
                  <a:gd name="connsiteY1" fmla="*/ 936003 h 1872093"/>
                  <a:gd name="connsiteX2" fmla="*/ 1156327 w 1872045"/>
                  <a:gd name="connsiteY2" fmla="*/ 1845713 h 1872093"/>
                  <a:gd name="connsiteX3" fmla="*/ 103729 w 1872045"/>
                  <a:gd name="connsiteY3" fmla="*/ 1364193 h 1872093"/>
                  <a:gd name="connsiteX4" fmla="*/ 324002 w 1872045"/>
                  <a:gd name="connsiteY4" fmla="*/ 227837 h 1872093"/>
                  <a:gd name="connsiteX5" fmla="*/ 1480280 w 1872045"/>
                  <a:gd name="connsiteY5" fmla="*/ 174488 h 1872093"/>
                  <a:gd name="connsiteX0" fmla="*/ 1872045 w 1872045"/>
                  <a:gd name="connsiteY0" fmla="*/ 936003 h 1872093"/>
                  <a:gd name="connsiteX1" fmla="*/ 1156327 w 1872045"/>
                  <a:gd name="connsiteY1" fmla="*/ 1845713 h 1872093"/>
                  <a:gd name="connsiteX2" fmla="*/ 103729 w 1872045"/>
                  <a:gd name="connsiteY2" fmla="*/ 1364193 h 1872093"/>
                  <a:gd name="connsiteX3" fmla="*/ 324002 w 1872045"/>
                  <a:gd name="connsiteY3" fmla="*/ 227837 h 1872093"/>
                  <a:gd name="connsiteX4" fmla="*/ 1480280 w 1872045"/>
                  <a:gd name="connsiteY4" fmla="*/ 174488 h 1872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2045" h="1872093">
                    <a:moveTo>
                      <a:pt x="1872045" y="936003"/>
                    </a:moveTo>
                    <a:cubicBezTo>
                      <a:pt x="1872045" y="1368089"/>
                      <a:pt x="1576277" y="1744024"/>
                      <a:pt x="1156327" y="1845713"/>
                    </a:cubicBezTo>
                    <a:cubicBezTo>
                      <a:pt x="736377" y="1947402"/>
                      <a:pt x="301394" y="1748415"/>
                      <a:pt x="103729" y="1364193"/>
                    </a:cubicBezTo>
                    <a:cubicBezTo>
                      <a:pt x="-93936" y="979971"/>
                      <a:pt x="-2909" y="510375"/>
                      <a:pt x="324002" y="227837"/>
                    </a:cubicBezTo>
                    <a:cubicBezTo>
                      <a:pt x="650913" y="-54701"/>
                      <a:pt x="1128741" y="-76747"/>
                      <a:pt x="1480280" y="174488"/>
                    </a:cubicBezTo>
                  </a:path>
                </a:pathLst>
              </a:custGeom>
              <a:noFill/>
              <a:ln w="98425" cap="rnd">
                <a:gradFill>
                  <a:gsLst>
                    <a:gs pos="100000">
                      <a:schemeClr val="accent1"/>
                    </a:gs>
                    <a:gs pos="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2" name="文本框 25"/>
            <p:cNvSpPr txBox="1"/>
            <p:nvPr/>
          </p:nvSpPr>
          <p:spPr>
            <a:xfrm>
              <a:off x="5238002" y="5044129"/>
              <a:ext cx="691151" cy="707886"/>
            </a:xfrm>
            <a:prstGeom prst="rect">
              <a:avLst/>
            </a:prstGeom>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92%</a:t>
              </a:r>
              <a:endParaRPr lang="zh-CN" altLang="en-US" sz="2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5" name="文本框 24"/>
          <p:cNvSpPr txBox="1"/>
          <p:nvPr/>
        </p:nvSpPr>
        <p:spPr>
          <a:xfrm>
            <a:off x="5914865" y="5692596"/>
            <a:ext cx="820694" cy="276999"/>
          </a:xfrm>
          <a:prstGeom prst="rect">
            <a:avLst/>
          </a:prstGeom>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a:t>
            </a:r>
          </a:p>
        </p:txBody>
      </p:sp>
      <p:pic>
        <p:nvPicPr>
          <p:cNvPr id="27" name="图片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26215075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decel="100000" fill="hold" grpId="0" nodeType="with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0-#ppt_w/2"/>
                                              </p:val>
                                            </p:tav>
                                            <p:tav tm="100000">
                                              <p:val>
                                                <p:strVal val="#ppt_x"/>
                                              </p:val>
                                            </p:tav>
                                          </p:tavLst>
                                        </p:anim>
                                        <p:anim calcmode="lin" valueType="num">
                                          <p:cBhvr additive="base">
                                            <p:cTn id="12" dur="75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
                                      </p:stCondLst>
                                      <p:iterate type="lt">
                                        <p:tmPct val="10000"/>
                                      </p:iterate>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50" fill="hold"/>
                                            <p:tgtEl>
                                              <p:spTgt spid="5"/>
                                            </p:tgtEl>
                                            <p:attrNameLst>
                                              <p:attrName>ppt_x</p:attrName>
                                            </p:attrNameLst>
                                          </p:cBhvr>
                                          <p:tavLst>
                                            <p:tav tm="0">
                                              <p:val>
                                                <p:strVal val="0-#ppt_w/2"/>
                                              </p:val>
                                            </p:tav>
                                            <p:tav tm="100000">
                                              <p:val>
                                                <p:strVal val="#ppt_x"/>
                                              </p:val>
                                            </p:tav>
                                          </p:tavLst>
                                        </p:anim>
                                        <p:anim calcmode="lin" valueType="num">
                                          <p:cBhvr additive="base">
                                            <p:cTn id="16" dur="75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200"/>
                                      </p:stCondLst>
                                      <p:iterate type="wd">
                                        <p:tmPct val="10000"/>
                                      </p:iterate>
                                      <p:childTnLst>
                                        <p:set>
                                          <p:cBhvr>
                                            <p:cTn id="18" dur="1" fill="hold">
                                              <p:stCondLst>
                                                <p:cond delay="0"/>
                                              </p:stCondLst>
                                            </p:cTn>
                                            <p:tgtEl>
                                              <p:spTgt spid="7"/>
                                            </p:tgtEl>
                                            <p:attrNameLst>
                                              <p:attrName>style.visibility</p:attrName>
                                            </p:attrNameLst>
                                          </p:cBhvr>
                                          <p:to>
                                            <p:strVal val="visible"/>
                                          </p:to>
                                        </p:set>
                                        <p:anim calcmode="lin" valueType="num">
                                          <p:cBhvr additive="base">
                                            <p:cTn id="19" dur="750" fill="hold"/>
                                            <p:tgtEl>
                                              <p:spTgt spid="7"/>
                                            </p:tgtEl>
                                            <p:attrNameLst>
                                              <p:attrName>ppt_x</p:attrName>
                                            </p:attrNameLst>
                                          </p:cBhvr>
                                          <p:tavLst>
                                            <p:tav tm="0">
                                              <p:val>
                                                <p:strVal val="0-#ppt_w/2"/>
                                              </p:val>
                                            </p:tav>
                                            <p:tav tm="100000">
                                              <p:val>
                                                <p:strVal val="#ppt_x"/>
                                              </p:val>
                                            </p:tav>
                                          </p:tavLst>
                                        </p:anim>
                                        <p:anim calcmode="lin" valueType="num">
                                          <p:cBhvr additive="base">
                                            <p:cTn id="20" dur="75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3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750" fill="hold"/>
                                            <p:tgtEl>
                                              <p:spTgt spid="2"/>
                                            </p:tgtEl>
                                            <p:attrNameLst>
                                              <p:attrName>ppt_x</p:attrName>
                                            </p:attrNameLst>
                                          </p:cBhvr>
                                          <p:tavLst>
                                            <p:tav tm="0">
                                              <p:val>
                                                <p:strVal val="0-#ppt_w/2"/>
                                              </p:val>
                                            </p:tav>
                                            <p:tav tm="100000">
                                              <p:val>
                                                <p:strVal val="#ppt_x"/>
                                              </p:val>
                                            </p:tav>
                                          </p:tavLst>
                                        </p:anim>
                                        <p:anim calcmode="lin" valueType="num">
                                          <p:cBhvr additive="base">
                                            <p:cTn id="24" dur="750" fill="hold"/>
                                            <p:tgtEl>
                                              <p:spTgt spid="2"/>
                                            </p:tgtEl>
                                            <p:attrNameLst>
                                              <p:attrName>ppt_y</p:attrName>
                                            </p:attrNameLst>
                                          </p:cBhvr>
                                          <p:tavLst>
                                            <p:tav tm="0">
                                              <p:val>
                                                <p:strVal val="#ppt_y"/>
                                              </p:val>
                                            </p:tav>
                                            <p:tav tm="100000">
                                              <p:val>
                                                <p:strVal val="#ppt_y"/>
                                              </p:val>
                                            </p:tav>
                                          </p:tavLst>
                                        </p:anim>
                                      </p:childTnLst>
                                    </p:cTn>
                                  </p:par>
                                  <p:par>
                                    <p:cTn id="25" presetID="53" presetClass="entr" presetSubtype="16" fill="hold" nodeType="withEffect">
                                      <p:stCondLst>
                                        <p:cond delay="40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6" presetClass="emph" presetSubtype="0" autoRev="1" fill="hold" nodeType="withEffect" p14:presetBounceEnd="50667">
                                      <p:stCondLst>
                                        <p:cond delay="650"/>
                                      </p:stCondLst>
                                      <p:childTnLst>
                                        <p:animScale p14:bounceEnd="50667">
                                          <p:cBhvr>
                                            <p:cTn id="31" dur="250" fill="hold"/>
                                            <p:tgtEl>
                                              <p:spTgt spid="8"/>
                                            </p:tgtEl>
                                          </p:cBhvr>
                                          <p:by x="110000" y="110000"/>
                                        </p:animScale>
                                      </p:childTnLst>
                                    </p:cTn>
                                  </p:par>
                                  <p:par>
                                    <p:cTn id="32" presetID="53" presetClass="entr" presetSubtype="16" fill="hold" nodeType="withEffect">
                                      <p:stCondLst>
                                        <p:cond delay="50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Effect transition="in" filter="fade">
                                          <p:cBhvr>
                                            <p:cTn id="36" dur="500"/>
                                            <p:tgtEl>
                                              <p:spTgt spid="14"/>
                                            </p:tgtEl>
                                          </p:cBhvr>
                                        </p:animEffect>
                                      </p:childTnLst>
                                    </p:cTn>
                                  </p:par>
                                  <p:par>
                                    <p:cTn id="37" presetID="6" presetClass="emph" presetSubtype="0" autoRev="1" fill="hold" nodeType="withEffect" p14:presetBounceEnd="50667">
                                      <p:stCondLst>
                                        <p:cond delay="750"/>
                                      </p:stCondLst>
                                      <p:childTnLst>
                                        <p:animScale p14:bounceEnd="50667">
                                          <p:cBhvr>
                                            <p:cTn id="38" dur="250" fill="hold"/>
                                            <p:tgtEl>
                                              <p:spTgt spid="14"/>
                                            </p:tgtEl>
                                          </p:cBhvr>
                                          <p:by x="110000" y="110000"/>
                                        </p:animScale>
                                      </p:childTnLst>
                                    </p:cTn>
                                  </p:par>
                                  <p:par>
                                    <p:cTn id="39" presetID="53" presetClass="entr" presetSubtype="16" fill="hold" nodeType="withEffect">
                                      <p:stCondLst>
                                        <p:cond delay="600"/>
                                      </p:stCondLst>
                                      <p:childTnLst>
                                        <p:set>
                                          <p:cBhvr>
                                            <p:cTn id="40" dur="1" fill="hold">
                                              <p:stCondLst>
                                                <p:cond delay="0"/>
                                              </p:stCondLst>
                                            </p:cTn>
                                            <p:tgtEl>
                                              <p:spTgt spid="20"/>
                                            </p:tgtEl>
                                            <p:attrNameLst>
                                              <p:attrName>style.visibility</p:attrName>
                                            </p:attrNameLst>
                                          </p:cBhvr>
                                          <p:to>
                                            <p:strVal val="visible"/>
                                          </p:to>
                                        </p:set>
                                        <p:anim calcmode="lin" valueType="num">
                                          <p:cBhvr>
                                            <p:cTn id="41" dur="500" fill="hold"/>
                                            <p:tgtEl>
                                              <p:spTgt spid="20"/>
                                            </p:tgtEl>
                                            <p:attrNameLst>
                                              <p:attrName>ppt_w</p:attrName>
                                            </p:attrNameLst>
                                          </p:cBhvr>
                                          <p:tavLst>
                                            <p:tav tm="0">
                                              <p:val>
                                                <p:fltVal val="0"/>
                                              </p:val>
                                            </p:tav>
                                            <p:tav tm="100000">
                                              <p:val>
                                                <p:strVal val="#ppt_w"/>
                                              </p:val>
                                            </p:tav>
                                          </p:tavLst>
                                        </p:anim>
                                        <p:anim calcmode="lin" valueType="num">
                                          <p:cBhvr>
                                            <p:cTn id="42" dur="500" fill="hold"/>
                                            <p:tgtEl>
                                              <p:spTgt spid="20"/>
                                            </p:tgtEl>
                                            <p:attrNameLst>
                                              <p:attrName>ppt_h</p:attrName>
                                            </p:attrNameLst>
                                          </p:cBhvr>
                                          <p:tavLst>
                                            <p:tav tm="0">
                                              <p:val>
                                                <p:fltVal val="0"/>
                                              </p:val>
                                            </p:tav>
                                            <p:tav tm="100000">
                                              <p:val>
                                                <p:strVal val="#ppt_h"/>
                                              </p:val>
                                            </p:tav>
                                          </p:tavLst>
                                        </p:anim>
                                        <p:animEffect transition="in" filter="fade">
                                          <p:cBhvr>
                                            <p:cTn id="43" dur="500"/>
                                            <p:tgtEl>
                                              <p:spTgt spid="20"/>
                                            </p:tgtEl>
                                          </p:cBhvr>
                                        </p:animEffect>
                                      </p:childTnLst>
                                    </p:cTn>
                                  </p:par>
                                  <p:par>
                                    <p:cTn id="44" presetID="6" presetClass="emph" presetSubtype="0" autoRev="1" fill="hold" nodeType="withEffect" p14:presetBounceEnd="50667">
                                      <p:stCondLst>
                                        <p:cond delay="850"/>
                                      </p:stCondLst>
                                      <p:childTnLst>
                                        <p:animScale p14:bounceEnd="50667">
                                          <p:cBhvr>
                                            <p:cTn id="45" dur="250" fill="hold"/>
                                            <p:tgtEl>
                                              <p:spTgt spid="20"/>
                                            </p:tgtEl>
                                          </p:cBhvr>
                                          <p:by x="110000" y="110000"/>
                                        </p:animScale>
                                      </p:childTnLst>
                                    </p:cTn>
                                  </p:par>
                                  <p:par>
                                    <p:cTn id="46" presetID="10" presetClass="entr" presetSubtype="0" fill="hold" grpId="0" nodeType="withEffect">
                                      <p:stCondLst>
                                        <p:cond delay="95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105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115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2" presetClass="entr" presetSubtype="3" decel="10000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750" fill="hold"/>
                                            <p:tgtEl>
                                              <p:spTgt spid="26"/>
                                            </p:tgtEl>
                                            <p:attrNameLst>
                                              <p:attrName>ppt_x</p:attrName>
                                            </p:attrNameLst>
                                          </p:cBhvr>
                                          <p:tavLst>
                                            <p:tav tm="0">
                                              <p:val>
                                                <p:strVal val="1+#ppt_w/2"/>
                                              </p:val>
                                            </p:tav>
                                            <p:tav tm="100000">
                                              <p:val>
                                                <p:strVal val="#ppt_x"/>
                                              </p:val>
                                            </p:tav>
                                          </p:tavLst>
                                        </p:anim>
                                        <p:anim calcmode="lin" valueType="num">
                                          <p:cBhvr additive="base">
                                            <p:cTn id="58" dur="750" fill="hold"/>
                                            <p:tgtEl>
                                              <p:spTgt spid="2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6" grpId="0" animBg="1"/>
          <p:bldP spid="2" grpId="0"/>
          <p:bldP spid="5" grpId="0"/>
          <p:bldP spid="7" grpId="0"/>
          <p:bldP spid="13" grpId="0"/>
          <p:bldP spid="19" grpId="0"/>
          <p:bldP spid="25" grpId="0"/>
        </p:bldLst>
      </p:timing>
    </mc:Choice>
    <mc:Fallback xmlns:a16="http://schemas.microsoft.com/office/drawing/2014/main"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decel="100000" fill="hold" grpId="0" nodeType="with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0-#ppt_w/2"/>
                                              </p:val>
                                            </p:tav>
                                            <p:tav tm="100000">
                                              <p:val>
                                                <p:strVal val="#ppt_x"/>
                                              </p:val>
                                            </p:tav>
                                          </p:tavLst>
                                        </p:anim>
                                        <p:anim calcmode="lin" valueType="num">
                                          <p:cBhvr additive="base">
                                            <p:cTn id="12" dur="75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
                                      </p:stCondLst>
                                      <p:iterate type="lt">
                                        <p:tmPct val="10000"/>
                                      </p:iterate>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50" fill="hold"/>
                                            <p:tgtEl>
                                              <p:spTgt spid="5"/>
                                            </p:tgtEl>
                                            <p:attrNameLst>
                                              <p:attrName>ppt_x</p:attrName>
                                            </p:attrNameLst>
                                          </p:cBhvr>
                                          <p:tavLst>
                                            <p:tav tm="0">
                                              <p:val>
                                                <p:strVal val="0-#ppt_w/2"/>
                                              </p:val>
                                            </p:tav>
                                            <p:tav tm="100000">
                                              <p:val>
                                                <p:strVal val="#ppt_x"/>
                                              </p:val>
                                            </p:tav>
                                          </p:tavLst>
                                        </p:anim>
                                        <p:anim calcmode="lin" valueType="num">
                                          <p:cBhvr additive="base">
                                            <p:cTn id="16" dur="75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200"/>
                                      </p:stCondLst>
                                      <p:iterate type="wd">
                                        <p:tmPct val="10000"/>
                                      </p:iterate>
                                      <p:childTnLst>
                                        <p:set>
                                          <p:cBhvr>
                                            <p:cTn id="18" dur="1" fill="hold">
                                              <p:stCondLst>
                                                <p:cond delay="0"/>
                                              </p:stCondLst>
                                            </p:cTn>
                                            <p:tgtEl>
                                              <p:spTgt spid="7"/>
                                            </p:tgtEl>
                                            <p:attrNameLst>
                                              <p:attrName>style.visibility</p:attrName>
                                            </p:attrNameLst>
                                          </p:cBhvr>
                                          <p:to>
                                            <p:strVal val="visible"/>
                                          </p:to>
                                        </p:set>
                                        <p:anim calcmode="lin" valueType="num">
                                          <p:cBhvr additive="base">
                                            <p:cTn id="19" dur="750" fill="hold"/>
                                            <p:tgtEl>
                                              <p:spTgt spid="7"/>
                                            </p:tgtEl>
                                            <p:attrNameLst>
                                              <p:attrName>ppt_x</p:attrName>
                                            </p:attrNameLst>
                                          </p:cBhvr>
                                          <p:tavLst>
                                            <p:tav tm="0">
                                              <p:val>
                                                <p:strVal val="0-#ppt_w/2"/>
                                              </p:val>
                                            </p:tav>
                                            <p:tav tm="100000">
                                              <p:val>
                                                <p:strVal val="#ppt_x"/>
                                              </p:val>
                                            </p:tav>
                                          </p:tavLst>
                                        </p:anim>
                                        <p:anim calcmode="lin" valueType="num">
                                          <p:cBhvr additive="base">
                                            <p:cTn id="20" dur="75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3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750" fill="hold"/>
                                            <p:tgtEl>
                                              <p:spTgt spid="2"/>
                                            </p:tgtEl>
                                            <p:attrNameLst>
                                              <p:attrName>ppt_x</p:attrName>
                                            </p:attrNameLst>
                                          </p:cBhvr>
                                          <p:tavLst>
                                            <p:tav tm="0">
                                              <p:val>
                                                <p:strVal val="0-#ppt_w/2"/>
                                              </p:val>
                                            </p:tav>
                                            <p:tav tm="100000">
                                              <p:val>
                                                <p:strVal val="#ppt_x"/>
                                              </p:val>
                                            </p:tav>
                                          </p:tavLst>
                                        </p:anim>
                                        <p:anim calcmode="lin" valueType="num">
                                          <p:cBhvr additive="base">
                                            <p:cTn id="24" dur="750" fill="hold"/>
                                            <p:tgtEl>
                                              <p:spTgt spid="2"/>
                                            </p:tgtEl>
                                            <p:attrNameLst>
                                              <p:attrName>ppt_y</p:attrName>
                                            </p:attrNameLst>
                                          </p:cBhvr>
                                          <p:tavLst>
                                            <p:tav tm="0">
                                              <p:val>
                                                <p:strVal val="#ppt_y"/>
                                              </p:val>
                                            </p:tav>
                                            <p:tav tm="100000">
                                              <p:val>
                                                <p:strVal val="#ppt_y"/>
                                              </p:val>
                                            </p:tav>
                                          </p:tavLst>
                                        </p:anim>
                                      </p:childTnLst>
                                    </p:cTn>
                                  </p:par>
                                  <p:par>
                                    <p:cTn id="25" presetID="53" presetClass="entr" presetSubtype="16" fill="hold" nodeType="withEffect">
                                      <p:stCondLst>
                                        <p:cond delay="40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6" presetClass="emph" presetSubtype="0" autoRev="1" fill="hold" nodeType="withEffect">
                                      <p:stCondLst>
                                        <p:cond delay="650"/>
                                      </p:stCondLst>
                                      <p:childTnLst>
                                        <p:animScale>
                                          <p:cBhvr>
                                            <p:cTn id="31" dur="250" fill="hold"/>
                                            <p:tgtEl>
                                              <p:spTgt spid="8"/>
                                            </p:tgtEl>
                                          </p:cBhvr>
                                          <p:by x="110000" y="110000"/>
                                        </p:animScale>
                                      </p:childTnLst>
                                    </p:cTn>
                                  </p:par>
                                  <p:par>
                                    <p:cTn id="32" presetID="53" presetClass="entr" presetSubtype="16" fill="hold" nodeType="withEffect">
                                      <p:stCondLst>
                                        <p:cond delay="50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Effect transition="in" filter="fade">
                                          <p:cBhvr>
                                            <p:cTn id="36" dur="500"/>
                                            <p:tgtEl>
                                              <p:spTgt spid="14"/>
                                            </p:tgtEl>
                                          </p:cBhvr>
                                        </p:animEffect>
                                      </p:childTnLst>
                                    </p:cTn>
                                  </p:par>
                                  <p:par>
                                    <p:cTn id="37" presetID="6" presetClass="emph" presetSubtype="0" autoRev="1" fill="hold" nodeType="withEffect">
                                      <p:stCondLst>
                                        <p:cond delay="750"/>
                                      </p:stCondLst>
                                      <p:childTnLst>
                                        <p:animScale>
                                          <p:cBhvr>
                                            <p:cTn id="38" dur="250" fill="hold"/>
                                            <p:tgtEl>
                                              <p:spTgt spid="14"/>
                                            </p:tgtEl>
                                          </p:cBhvr>
                                          <p:by x="110000" y="110000"/>
                                        </p:animScale>
                                      </p:childTnLst>
                                    </p:cTn>
                                  </p:par>
                                  <p:par>
                                    <p:cTn id="39" presetID="53" presetClass="entr" presetSubtype="16" fill="hold" nodeType="withEffect">
                                      <p:stCondLst>
                                        <p:cond delay="600"/>
                                      </p:stCondLst>
                                      <p:childTnLst>
                                        <p:set>
                                          <p:cBhvr>
                                            <p:cTn id="40" dur="1" fill="hold">
                                              <p:stCondLst>
                                                <p:cond delay="0"/>
                                              </p:stCondLst>
                                            </p:cTn>
                                            <p:tgtEl>
                                              <p:spTgt spid="20"/>
                                            </p:tgtEl>
                                            <p:attrNameLst>
                                              <p:attrName>style.visibility</p:attrName>
                                            </p:attrNameLst>
                                          </p:cBhvr>
                                          <p:to>
                                            <p:strVal val="visible"/>
                                          </p:to>
                                        </p:set>
                                        <p:anim calcmode="lin" valueType="num">
                                          <p:cBhvr>
                                            <p:cTn id="41" dur="500" fill="hold"/>
                                            <p:tgtEl>
                                              <p:spTgt spid="20"/>
                                            </p:tgtEl>
                                            <p:attrNameLst>
                                              <p:attrName>ppt_w</p:attrName>
                                            </p:attrNameLst>
                                          </p:cBhvr>
                                          <p:tavLst>
                                            <p:tav tm="0">
                                              <p:val>
                                                <p:fltVal val="0"/>
                                              </p:val>
                                            </p:tav>
                                            <p:tav tm="100000">
                                              <p:val>
                                                <p:strVal val="#ppt_w"/>
                                              </p:val>
                                            </p:tav>
                                          </p:tavLst>
                                        </p:anim>
                                        <p:anim calcmode="lin" valueType="num">
                                          <p:cBhvr>
                                            <p:cTn id="42" dur="500" fill="hold"/>
                                            <p:tgtEl>
                                              <p:spTgt spid="20"/>
                                            </p:tgtEl>
                                            <p:attrNameLst>
                                              <p:attrName>ppt_h</p:attrName>
                                            </p:attrNameLst>
                                          </p:cBhvr>
                                          <p:tavLst>
                                            <p:tav tm="0">
                                              <p:val>
                                                <p:fltVal val="0"/>
                                              </p:val>
                                            </p:tav>
                                            <p:tav tm="100000">
                                              <p:val>
                                                <p:strVal val="#ppt_h"/>
                                              </p:val>
                                            </p:tav>
                                          </p:tavLst>
                                        </p:anim>
                                        <p:animEffect transition="in" filter="fade">
                                          <p:cBhvr>
                                            <p:cTn id="43" dur="500"/>
                                            <p:tgtEl>
                                              <p:spTgt spid="20"/>
                                            </p:tgtEl>
                                          </p:cBhvr>
                                        </p:animEffect>
                                      </p:childTnLst>
                                    </p:cTn>
                                  </p:par>
                                  <p:par>
                                    <p:cTn id="44" presetID="6" presetClass="emph" presetSubtype="0" autoRev="1" fill="hold" nodeType="withEffect">
                                      <p:stCondLst>
                                        <p:cond delay="850"/>
                                      </p:stCondLst>
                                      <p:childTnLst>
                                        <p:animScale>
                                          <p:cBhvr>
                                            <p:cTn id="45" dur="250" fill="hold"/>
                                            <p:tgtEl>
                                              <p:spTgt spid="20"/>
                                            </p:tgtEl>
                                          </p:cBhvr>
                                          <p:by x="110000" y="110000"/>
                                        </p:animScale>
                                      </p:childTnLst>
                                    </p:cTn>
                                  </p:par>
                                  <p:par>
                                    <p:cTn id="46" presetID="10" presetClass="entr" presetSubtype="0" fill="hold" grpId="0" nodeType="withEffect">
                                      <p:stCondLst>
                                        <p:cond delay="95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105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115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2" presetClass="entr" presetSubtype="3" decel="10000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750" fill="hold"/>
                                            <p:tgtEl>
                                              <p:spTgt spid="26"/>
                                            </p:tgtEl>
                                            <p:attrNameLst>
                                              <p:attrName>ppt_x</p:attrName>
                                            </p:attrNameLst>
                                          </p:cBhvr>
                                          <p:tavLst>
                                            <p:tav tm="0">
                                              <p:val>
                                                <p:strVal val="1+#ppt_w/2"/>
                                              </p:val>
                                            </p:tav>
                                            <p:tav tm="100000">
                                              <p:val>
                                                <p:strVal val="#ppt_x"/>
                                              </p:val>
                                            </p:tav>
                                          </p:tavLst>
                                        </p:anim>
                                        <p:anim calcmode="lin" valueType="num">
                                          <p:cBhvr additive="base">
                                            <p:cTn id="58" dur="750" fill="hold"/>
                                            <p:tgtEl>
                                              <p:spTgt spid="2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6" grpId="0" animBg="1"/>
          <p:bldP spid="2" grpId="0"/>
          <p:bldP spid="5" grpId="0"/>
          <p:bldP spid="7" grpId="0"/>
          <p:bldP spid="13" grpId="0"/>
          <p:bldP spid="19" grpId="0"/>
          <p:bldP spid="25"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p:cNvGrpSpPr/>
          <p:nvPr/>
        </p:nvGrpSpPr>
        <p:grpSpPr>
          <a:xfrm>
            <a:off x="1482265" y="1648097"/>
            <a:ext cx="3909150" cy="4140488"/>
            <a:chOff x="950284" y="2059774"/>
            <a:chExt cx="3788406" cy="4012600"/>
          </a:xfrm>
        </p:grpSpPr>
        <p:sp>
          <p:nvSpPr>
            <p:cNvPr id="6" name="Freeform 5"/>
            <p:cNvSpPr>
              <a:spLocks/>
            </p:cNvSpPr>
            <p:nvPr/>
          </p:nvSpPr>
          <p:spPr bwMode="auto">
            <a:xfrm>
              <a:off x="1863217" y="5309576"/>
              <a:ext cx="843589" cy="762798"/>
            </a:xfrm>
            <a:custGeom>
              <a:avLst/>
              <a:gdLst>
                <a:gd name="T0" fmla="*/ 1253 w 1253"/>
                <a:gd name="T1" fmla="*/ 1133 h 1133"/>
                <a:gd name="T2" fmla="*/ 0 w 1253"/>
                <a:gd name="T3" fmla="*/ 1133 h 1133"/>
                <a:gd name="T4" fmla="*/ 151 w 1253"/>
                <a:gd name="T5" fmla="*/ 0 h 1133"/>
                <a:gd name="T6" fmla="*/ 1102 w 1253"/>
                <a:gd name="T7" fmla="*/ 0 h 1133"/>
                <a:gd name="T8" fmla="*/ 1253 w 1253"/>
                <a:gd name="T9" fmla="*/ 1133 h 1133"/>
              </a:gdLst>
              <a:ahLst/>
              <a:cxnLst>
                <a:cxn ang="0">
                  <a:pos x="T0" y="T1"/>
                </a:cxn>
                <a:cxn ang="0">
                  <a:pos x="T2" y="T3"/>
                </a:cxn>
                <a:cxn ang="0">
                  <a:pos x="T4" y="T5"/>
                </a:cxn>
                <a:cxn ang="0">
                  <a:pos x="T6" y="T7"/>
                </a:cxn>
                <a:cxn ang="0">
                  <a:pos x="T8" y="T9"/>
                </a:cxn>
              </a:cxnLst>
              <a:rect l="0" t="0" r="r" b="b"/>
              <a:pathLst>
                <a:path w="1253" h="1133">
                  <a:moveTo>
                    <a:pt x="1253" y="1133"/>
                  </a:moveTo>
                  <a:lnTo>
                    <a:pt x="0" y="1133"/>
                  </a:lnTo>
                  <a:lnTo>
                    <a:pt x="151" y="0"/>
                  </a:lnTo>
                  <a:lnTo>
                    <a:pt x="1102" y="0"/>
                  </a:lnTo>
                  <a:lnTo>
                    <a:pt x="1253" y="1133"/>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Freeform 6"/>
            <p:cNvSpPr>
              <a:spLocks/>
            </p:cNvSpPr>
            <p:nvPr/>
          </p:nvSpPr>
          <p:spPr bwMode="auto">
            <a:xfrm>
              <a:off x="1894860" y="5309576"/>
              <a:ext cx="778283" cy="517733"/>
            </a:xfrm>
            <a:custGeom>
              <a:avLst/>
              <a:gdLst>
                <a:gd name="T0" fmla="*/ 1156 w 1156"/>
                <a:gd name="T1" fmla="*/ 769 h 769"/>
                <a:gd name="T2" fmla="*/ 1055 w 1156"/>
                <a:gd name="T3" fmla="*/ 0 h 769"/>
                <a:gd name="T4" fmla="*/ 104 w 1156"/>
                <a:gd name="T5" fmla="*/ 0 h 769"/>
                <a:gd name="T6" fmla="*/ 0 w 1156"/>
                <a:gd name="T7" fmla="*/ 769 h 769"/>
                <a:gd name="T8" fmla="*/ 1156 w 1156"/>
                <a:gd name="T9" fmla="*/ 769 h 769"/>
              </a:gdLst>
              <a:ahLst/>
              <a:cxnLst>
                <a:cxn ang="0">
                  <a:pos x="T0" y="T1"/>
                </a:cxn>
                <a:cxn ang="0">
                  <a:pos x="T2" y="T3"/>
                </a:cxn>
                <a:cxn ang="0">
                  <a:pos x="T4" y="T5"/>
                </a:cxn>
                <a:cxn ang="0">
                  <a:pos x="T6" y="T7"/>
                </a:cxn>
                <a:cxn ang="0">
                  <a:pos x="T8" y="T9"/>
                </a:cxn>
              </a:cxnLst>
              <a:rect l="0" t="0" r="r" b="b"/>
              <a:pathLst>
                <a:path w="1156" h="769">
                  <a:moveTo>
                    <a:pt x="1156" y="769"/>
                  </a:moveTo>
                  <a:lnTo>
                    <a:pt x="1055" y="0"/>
                  </a:lnTo>
                  <a:lnTo>
                    <a:pt x="104" y="0"/>
                  </a:lnTo>
                  <a:lnTo>
                    <a:pt x="0" y="769"/>
                  </a:lnTo>
                  <a:lnTo>
                    <a:pt x="1156" y="769"/>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7"/>
            <p:cNvSpPr>
              <a:spLocks/>
            </p:cNvSpPr>
            <p:nvPr/>
          </p:nvSpPr>
          <p:spPr bwMode="auto">
            <a:xfrm>
              <a:off x="950284" y="3625092"/>
              <a:ext cx="2668783" cy="1956479"/>
            </a:xfrm>
            <a:custGeom>
              <a:avLst/>
              <a:gdLst>
                <a:gd name="T0" fmla="*/ 1676 w 1676"/>
                <a:gd name="T1" fmla="*/ 1196 h 1229"/>
                <a:gd name="T2" fmla="*/ 1643 w 1676"/>
                <a:gd name="T3" fmla="*/ 1229 h 1229"/>
                <a:gd name="T4" fmla="*/ 33 w 1676"/>
                <a:gd name="T5" fmla="*/ 1229 h 1229"/>
                <a:gd name="T6" fmla="*/ 0 w 1676"/>
                <a:gd name="T7" fmla="*/ 1196 h 1229"/>
                <a:gd name="T8" fmla="*/ 0 w 1676"/>
                <a:gd name="T9" fmla="*/ 32 h 1229"/>
                <a:gd name="T10" fmla="*/ 33 w 1676"/>
                <a:gd name="T11" fmla="*/ 0 h 1229"/>
                <a:gd name="T12" fmla="*/ 1643 w 1676"/>
                <a:gd name="T13" fmla="*/ 0 h 1229"/>
                <a:gd name="T14" fmla="*/ 1676 w 1676"/>
                <a:gd name="T15" fmla="*/ 32 h 1229"/>
                <a:gd name="T16" fmla="*/ 1676 w 1676"/>
                <a:gd name="T17" fmla="*/ 1196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6" h="1229">
                  <a:moveTo>
                    <a:pt x="1676" y="1196"/>
                  </a:moveTo>
                  <a:cubicBezTo>
                    <a:pt x="1676" y="1214"/>
                    <a:pt x="1661" y="1229"/>
                    <a:pt x="1643" y="1229"/>
                  </a:cubicBezTo>
                  <a:cubicBezTo>
                    <a:pt x="33" y="1229"/>
                    <a:pt x="33" y="1229"/>
                    <a:pt x="33" y="1229"/>
                  </a:cubicBezTo>
                  <a:cubicBezTo>
                    <a:pt x="15" y="1229"/>
                    <a:pt x="0" y="1214"/>
                    <a:pt x="0" y="1196"/>
                  </a:cubicBezTo>
                  <a:cubicBezTo>
                    <a:pt x="0" y="32"/>
                    <a:pt x="0" y="32"/>
                    <a:pt x="0" y="32"/>
                  </a:cubicBezTo>
                  <a:cubicBezTo>
                    <a:pt x="0" y="15"/>
                    <a:pt x="15" y="0"/>
                    <a:pt x="33" y="0"/>
                  </a:cubicBezTo>
                  <a:cubicBezTo>
                    <a:pt x="1643" y="0"/>
                    <a:pt x="1643" y="0"/>
                    <a:pt x="1643" y="0"/>
                  </a:cubicBezTo>
                  <a:cubicBezTo>
                    <a:pt x="1661" y="0"/>
                    <a:pt x="1676" y="15"/>
                    <a:pt x="1676" y="32"/>
                  </a:cubicBezTo>
                  <a:lnTo>
                    <a:pt x="1676" y="119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Freeform 8"/>
            <p:cNvSpPr>
              <a:spLocks/>
            </p:cNvSpPr>
            <p:nvPr/>
          </p:nvSpPr>
          <p:spPr bwMode="auto">
            <a:xfrm>
              <a:off x="950284" y="5232825"/>
              <a:ext cx="2668783" cy="348746"/>
            </a:xfrm>
            <a:custGeom>
              <a:avLst/>
              <a:gdLst>
                <a:gd name="T0" fmla="*/ 0 w 1676"/>
                <a:gd name="T1" fmla="*/ 0 h 219"/>
                <a:gd name="T2" fmla="*/ 0 w 1676"/>
                <a:gd name="T3" fmla="*/ 186 h 219"/>
                <a:gd name="T4" fmla="*/ 33 w 1676"/>
                <a:gd name="T5" fmla="*/ 219 h 219"/>
                <a:gd name="T6" fmla="*/ 1643 w 1676"/>
                <a:gd name="T7" fmla="*/ 219 h 219"/>
                <a:gd name="T8" fmla="*/ 1676 w 1676"/>
                <a:gd name="T9" fmla="*/ 186 h 219"/>
                <a:gd name="T10" fmla="*/ 1676 w 1676"/>
                <a:gd name="T11" fmla="*/ 0 h 219"/>
                <a:gd name="T12" fmla="*/ 0 w 1676"/>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1676" h="219">
                  <a:moveTo>
                    <a:pt x="0" y="0"/>
                  </a:moveTo>
                  <a:cubicBezTo>
                    <a:pt x="0" y="186"/>
                    <a:pt x="0" y="186"/>
                    <a:pt x="0" y="186"/>
                  </a:cubicBezTo>
                  <a:cubicBezTo>
                    <a:pt x="0" y="204"/>
                    <a:pt x="15" y="219"/>
                    <a:pt x="33" y="219"/>
                  </a:cubicBezTo>
                  <a:cubicBezTo>
                    <a:pt x="1643" y="219"/>
                    <a:pt x="1643" y="219"/>
                    <a:pt x="1643" y="219"/>
                  </a:cubicBezTo>
                  <a:cubicBezTo>
                    <a:pt x="1661" y="219"/>
                    <a:pt x="1676" y="204"/>
                    <a:pt x="1676" y="186"/>
                  </a:cubicBezTo>
                  <a:cubicBezTo>
                    <a:pt x="1676" y="0"/>
                    <a:pt x="1676" y="0"/>
                    <a:pt x="1676" y="0"/>
                  </a:cubicBez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Rectangle 9"/>
            <p:cNvSpPr>
              <a:spLocks noChangeArrowheads="1"/>
            </p:cNvSpPr>
            <p:nvPr/>
          </p:nvSpPr>
          <p:spPr bwMode="auto">
            <a:xfrm>
              <a:off x="1074836" y="3722041"/>
              <a:ext cx="2420352" cy="1510784"/>
            </a:xfrm>
            <a:prstGeom prst="rect">
              <a:avLst/>
            </a:prstGeom>
            <a:solidFill>
              <a:schemeClr val="accent3"/>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Freeform 10"/>
            <p:cNvSpPr>
              <a:spLocks/>
            </p:cNvSpPr>
            <p:nvPr/>
          </p:nvSpPr>
          <p:spPr bwMode="auto">
            <a:xfrm>
              <a:off x="1709715" y="6025919"/>
              <a:ext cx="1149920" cy="46455"/>
            </a:xfrm>
            <a:custGeom>
              <a:avLst/>
              <a:gdLst>
                <a:gd name="T0" fmla="*/ 693 w 722"/>
                <a:gd name="T1" fmla="*/ 0 h 29"/>
                <a:gd name="T2" fmla="*/ 29 w 722"/>
                <a:gd name="T3" fmla="*/ 0 h 29"/>
                <a:gd name="T4" fmla="*/ 0 w 722"/>
                <a:gd name="T5" fmla="*/ 29 h 29"/>
                <a:gd name="T6" fmla="*/ 722 w 722"/>
                <a:gd name="T7" fmla="*/ 29 h 29"/>
                <a:gd name="T8" fmla="*/ 693 w 722"/>
                <a:gd name="T9" fmla="*/ 0 h 29"/>
              </a:gdLst>
              <a:ahLst/>
              <a:cxnLst>
                <a:cxn ang="0">
                  <a:pos x="T0" y="T1"/>
                </a:cxn>
                <a:cxn ang="0">
                  <a:pos x="T2" y="T3"/>
                </a:cxn>
                <a:cxn ang="0">
                  <a:pos x="T4" y="T5"/>
                </a:cxn>
                <a:cxn ang="0">
                  <a:pos x="T6" y="T7"/>
                </a:cxn>
                <a:cxn ang="0">
                  <a:pos x="T8" y="T9"/>
                </a:cxn>
              </a:cxnLst>
              <a:rect l="0" t="0" r="r" b="b"/>
              <a:pathLst>
                <a:path w="722" h="29">
                  <a:moveTo>
                    <a:pt x="693" y="0"/>
                  </a:moveTo>
                  <a:cubicBezTo>
                    <a:pt x="29" y="0"/>
                    <a:pt x="29" y="0"/>
                    <a:pt x="29" y="0"/>
                  </a:cubicBezTo>
                  <a:cubicBezTo>
                    <a:pt x="13" y="0"/>
                    <a:pt x="0" y="13"/>
                    <a:pt x="0" y="29"/>
                  </a:cubicBezTo>
                  <a:cubicBezTo>
                    <a:pt x="722" y="29"/>
                    <a:pt x="722" y="29"/>
                    <a:pt x="722" y="29"/>
                  </a:cubicBezTo>
                  <a:cubicBezTo>
                    <a:pt x="722" y="13"/>
                    <a:pt x="709" y="0"/>
                    <a:pt x="693" y="0"/>
                  </a:cubicBez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Freeform 11"/>
            <p:cNvSpPr>
              <a:spLocks noEditPoints="1"/>
            </p:cNvSpPr>
            <p:nvPr/>
          </p:nvSpPr>
          <p:spPr bwMode="auto">
            <a:xfrm>
              <a:off x="1017920" y="4095878"/>
              <a:ext cx="2542885" cy="1136454"/>
            </a:xfrm>
            <a:custGeom>
              <a:avLst/>
              <a:gdLst>
                <a:gd name="T0" fmla="*/ 1533 w 1597"/>
                <a:gd name="T1" fmla="*/ 472 h 714"/>
                <a:gd name="T2" fmla="*/ 1534 w 1597"/>
                <a:gd name="T3" fmla="*/ 459 h 714"/>
                <a:gd name="T4" fmla="*/ 1396 w 1597"/>
                <a:gd name="T5" fmla="*/ 328 h 714"/>
                <a:gd name="T6" fmla="*/ 1285 w 1597"/>
                <a:gd name="T7" fmla="*/ 381 h 714"/>
                <a:gd name="T8" fmla="*/ 1266 w 1597"/>
                <a:gd name="T9" fmla="*/ 376 h 714"/>
                <a:gd name="T10" fmla="*/ 1107 w 1597"/>
                <a:gd name="T11" fmla="*/ 238 h 714"/>
                <a:gd name="T12" fmla="*/ 1008 w 1597"/>
                <a:gd name="T13" fmla="*/ 271 h 714"/>
                <a:gd name="T14" fmla="*/ 896 w 1597"/>
                <a:gd name="T15" fmla="*/ 208 h 714"/>
                <a:gd name="T16" fmla="*/ 846 w 1597"/>
                <a:gd name="T17" fmla="*/ 218 h 714"/>
                <a:gd name="T18" fmla="*/ 707 w 1597"/>
                <a:gd name="T19" fmla="*/ 107 h 714"/>
                <a:gd name="T20" fmla="*/ 690 w 1597"/>
                <a:gd name="T21" fmla="*/ 108 h 714"/>
                <a:gd name="T22" fmla="*/ 575 w 1597"/>
                <a:gd name="T23" fmla="*/ 0 h 714"/>
                <a:gd name="T24" fmla="*/ 472 w 1597"/>
                <a:gd name="T25" fmla="*/ 61 h 714"/>
                <a:gd name="T26" fmla="*/ 460 w 1597"/>
                <a:gd name="T27" fmla="*/ 59 h 714"/>
                <a:gd name="T28" fmla="*/ 400 w 1597"/>
                <a:gd name="T29" fmla="*/ 116 h 714"/>
                <a:gd name="T30" fmla="*/ 402 w 1597"/>
                <a:gd name="T31" fmla="*/ 133 h 714"/>
                <a:gd name="T32" fmla="*/ 333 w 1597"/>
                <a:gd name="T33" fmla="*/ 210 h 714"/>
                <a:gd name="T34" fmla="*/ 311 w 1597"/>
                <a:gd name="T35" fmla="*/ 208 h 714"/>
                <a:gd name="T36" fmla="*/ 213 w 1597"/>
                <a:gd name="T37" fmla="*/ 286 h 714"/>
                <a:gd name="T38" fmla="*/ 109 w 1597"/>
                <a:gd name="T39" fmla="*/ 437 h 714"/>
                <a:gd name="T40" fmla="*/ 109 w 1597"/>
                <a:gd name="T41" fmla="*/ 451 h 714"/>
                <a:gd name="T42" fmla="*/ 0 w 1597"/>
                <a:gd name="T43" fmla="*/ 633 h 714"/>
                <a:gd name="T44" fmla="*/ 17 w 1597"/>
                <a:gd name="T45" fmla="*/ 714 h 714"/>
                <a:gd name="T46" fmla="*/ 1546 w 1597"/>
                <a:gd name="T47" fmla="*/ 714 h 714"/>
                <a:gd name="T48" fmla="*/ 1597 w 1597"/>
                <a:gd name="T49" fmla="*/ 598 h 714"/>
                <a:gd name="T50" fmla="*/ 1533 w 1597"/>
                <a:gd name="T51" fmla="*/ 472 h 714"/>
                <a:gd name="T52" fmla="*/ 581 w 1597"/>
                <a:gd name="T53" fmla="*/ 390 h 714"/>
                <a:gd name="T54" fmla="*/ 564 w 1597"/>
                <a:gd name="T55" fmla="*/ 356 h 714"/>
                <a:gd name="T56" fmla="*/ 595 w 1597"/>
                <a:gd name="T57" fmla="*/ 319 h 714"/>
                <a:gd name="T58" fmla="*/ 615 w 1597"/>
                <a:gd name="T59" fmla="*/ 340 h 714"/>
                <a:gd name="T60" fmla="*/ 609 w 1597"/>
                <a:gd name="T61" fmla="*/ 376 h 714"/>
                <a:gd name="T62" fmla="*/ 610 w 1597"/>
                <a:gd name="T63" fmla="*/ 382 h 714"/>
                <a:gd name="T64" fmla="*/ 581 w 1597"/>
                <a:gd name="T65" fmla="*/ 39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97" h="714">
                  <a:moveTo>
                    <a:pt x="1533" y="472"/>
                  </a:moveTo>
                  <a:cubicBezTo>
                    <a:pt x="1534" y="468"/>
                    <a:pt x="1534" y="463"/>
                    <a:pt x="1534" y="459"/>
                  </a:cubicBezTo>
                  <a:cubicBezTo>
                    <a:pt x="1534" y="386"/>
                    <a:pt x="1472" y="328"/>
                    <a:pt x="1396" y="328"/>
                  </a:cubicBezTo>
                  <a:cubicBezTo>
                    <a:pt x="1350" y="328"/>
                    <a:pt x="1310" y="349"/>
                    <a:pt x="1285" y="381"/>
                  </a:cubicBezTo>
                  <a:cubicBezTo>
                    <a:pt x="1279" y="379"/>
                    <a:pt x="1273" y="377"/>
                    <a:pt x="1266" y="376"/>
                  </a:cubicBezTo>
                  <a:cubicBezTo>
                    <a:pt x="1259" y="299"/>
                    <a:pt x="1190" y="238"/>
                    <a:pt x="1107" y="238"/>
                  </a:cubicBezTo>
                  <a:cubicBezTo>
                    <a:pt x="1069" y="238"/>
                    <a:pt x="1035" y="251"/>
                    <a:pt x="1008" y="271"/>
                  </a:cubicBezTo>
                  <a:cubicBezTo>
                    <a:pt x="986" y="233"/>
                    <a:pt x="945" y="208"/>
                    <a:pt x="896" y="208"/>
                  </a:cubicBezTo>
                  <a:cubicBezTo>
                    <a:pt x="878" y="208"/>
                    <a:pt x="861" y="211"/>
                    <a:pt x="846" y="218"/>
                  </a:cubicBezTo>
                  <a:cubicBezTo>
                    <a:pt x="835" y="155"/>
                    <a:pt x="777" y="107"/>
                    <a:pt x="707" y="107"/>
                  </a:cubicBezTo>
                  <a:cubicBezTo>
                    <a:pt x="702" y="107"/>
                    <a:pt x="696" y="107"/>
                    <a:pt x="690" y="108"/>
                  </a:cubicBezTo>
                  <a:cubicBezTo>
                    <a:pt x="690" y="48"/>
                    <a:pt x="638" y="0"/>
                    <a:pt x="575" y="0"/>
                  </a:cubicBezTo>
                  <a:cubicBezTo>
                    <a:pt x="530" y="0"/>
                    <a:pt x="491" y="25"/>
                    <a:pt x="472" y="61"/>
                  </a:cubicBezTo>
                  <a:cubicBezTo>
                    <a:pt x="468" y="60"/>
                    <a:pt x="464" y="59"/>
                    <a:pt x="460" y="59"/>
                  </a:cubicBezTo>
                  <a:cubicBezTo>
                    <a:pt x="427" y="59"/>
                    <a:pt x="400" y="85"/>
                    <a:pt x="400" y="116"/>
                  </a:cubicBezTo>
                  <a:cubicBezTo>
                    <a:pt x="400" y="122"/>
                    <a:pt x="401" y="127"/>
                    <a:pt x="402" y="133"/>
                  </a:cubicBezTo>
                  <a:cubicBezTo>
                    <a:pt x="370" y="149"/>
                    <a:pt x="345" y="177"/>
                    <a:pt x="333" y="210"/>
                  </a:cubicBezTo>
                  <a:cubicBezTo>
                    <a:pt x="326" y="209"/>
                    <a:pt x="319" y="208"/>
                    <a:pt x="311" y="208"/>
                  </a:cubicBezTo>
                  <a:cubicBezTo>
                    <a:pt x="262" y="208"/>
                    <a:pt x="221" y="242"/>
                    <a:pt x="213" y="286"/>
                  </a:cubicBezTo>
                  <a:cubicBezTo>
                    <a:pt x="151" y="312"/>
                    <a:pt x="109" y="370"/>
                    <a:pt x="109" y="437"/>
                  </a:cubicBezTo>
                  <a:cubicBezTo>
                    <a:pt x="109" y="442"/>
                    <a:pt x="109" y="446"/>
                    <a:pt x="109" y="451"/>
                  </a:cubicBezTo>
                  <a:cubicBezTo>
                    <a:pt x="44" y="488"/>
                    <a:pt x="0" y="555"/>
                    <a:pt x="0" y="633"/>
                  </a:cubicBezTo>
                  <a:cubicBezTo>
                    <a:pt x="0" y="661"/>
                    <a:pt x="6" y="689"/>
                    <a:pt x="17" y="714"/>
                  </a:cubicBezTo>
                  <a:cubicBezTo>
                    <a:pt x="1546" y="714"/>
                    <a:pt x="1546" y="714"/>
                    <a:pt x="1546" y="714"/>
                  </a:cubicBezTo>
                  <a:cubicBezTo>
                    <a:pt x="1578" y="684"/>
                    <a:pt x="1597" y="644"/>
                    <a:pt x="1597" y="598"/>
                  </a:cubicBezTo>
                  <a:cubicBezTo>
                    <a:pt x="1597" y="547"/>
                    <a:pt x="1572" y="502"/>
                    <a:pt x="1533" y="472"/>
                  </a:cubicBezTo>
                  <a:close/>
                  <a:moveTo>
                    <a:pt x="581" y="390"/>
                  </a:moveTo>
                  <a:cubicBezTo>
                    <a:pt x="578" y="377"/>
                    <a:pt x="572" y="365"/>
                    <a:pt x="564" y="356"/>
                  </a:cubicBezTo>
                  <a:cubicBezTo>
                    <a:pt x="576" y="345"/>
                    <a:pt x="587" y="333"/>
                    <a:pt x="595" y="319"/>
                  </a:cubicBezTo>
                  <a:cubicBezTo>
                    <a:pt x="601" y="327"/>
                    <a:pt x="608" y="334"/>
                    <a:pt x="615" y="340"/>
                  </a:cubicBezTo>
                  <a:cubicBezTo>
                    <a:pt x="611" y="351"/>
                    <a:pt x="609" y="363"/>
                    <a:pt x="609" y="376"/>
                  </a:cubicBezTo>
                  <a:cubicBezTo>
                    <a:pt x="609" y="378"/>
                    <a:pt x="610" y="380"/>
                    <a:pt x="610" y="382"/>
                  </a:cubicBezTo>
                  <a:cubicBezTo>
                    <a:pt x="600" y="384"/>
                    <a:pt x="590" y="386"/>
                    <a:pt x="581" y="390"/>
                  </a:cubicBez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Freeform 12"/>
            <p:cNvSpPr>
              <a:spLocks/>
            </p:cNvSpPr>
            <p:nvPr/>
          </p:nvSpPr>
          <p:spPr bwMode="auto">
            <a:xfrm>
              <a:off x="1810030" y="3099280"/>
              <a:ext cx="1890500" cy="1993508"/>
            </a:xfrm>
            <a:custGeom>
              <a:avLst/>
              <a:gdLst>
                <a:gd name="T0" fmla="*/ 1060 w 1187"/>
                <a:gd name="T1" fmla="*/ 0 h 1252"/>
                <a:gd name="T2" fmla="*/ 832 w 1187"/>
                <a:gd name="T3" fmla="*/ 228 h 1252"/>
                <a:gd name="T4" fmla="*/ 729 w 1187"/>
                <a:gd name="T5" fmla="*/ 312 h 1252"/>
                <a:gd name="T6" fmla="*/ 512 w 1187"/>
                <a:gd name="T7" fmla="*/ 432 h 1252"/>
                <a:gd name="T8" fmla="*/ 342 w 1187"/>
                <a:gd name="T9" fmla="*/ 509 h 1252"/>
                <a:gd name="T10" fmla="*/ 222 w 1187"/>
                <a:gd name="T11" fmla="*/ 568 h 1252"/>
                <a:gd name="T12" fmla="*/ 141 w 1187"/>
                <a:gd name="T13" fmla="*/ 619 h 1252"/>
                <a:gd name="T14" fmla="*/ 88 w 1187"/>
                <a:gd name="T15" fmla="*/ 664 h 1252"/>
                <a:gd name="T16" fmla="*/ 53 w 1187"/>
                <a:gd name="T17" fmla="*/ 704 h 1252"/>
                <a:gd name="T18" fmla="*/ 14 w 1187"/>
                <a:gd name="T19" fmla="*/ 777 h 1252"/>
                <a:gd name="T20" fmla="*/ 0 w 1187"/>
                <a:gd name="T21" fmla="*/ 862 h 1252"/>
                <a:gd name="T22" fmla="*/ 15 w 1187"/>
                <a:gd name="T23" fmla="*/ 954 h 1252"/>
                <a:gd name="T24" fmla="*/ 84 w 1187"/>
                <a:gd name="T25" fmla="*/ 1095 h 1252"/>
                <a:gd name="T26" fmla="*/ 210 w 1187"/>
                <a:gd name="T27" fmla="*/ 1252 h 1252"/>
                <a:gd name="T28" fmla="*/ 342 w 1187"/>
                <a:gd name="T29" fmla="*/ 1129 h 1252"/>
                <a:gd name="T30" fmla="*/ 263 w 1187"/>
                <a:gd name="T31" fmla="*/ 1036 h 1252"/>
                <a:gd name="T32" fmla="*/ 197 w 1187"/>
                <a:gd name="T33" fmla="*/ 929 h 1252"/>
                <a:gd name="T34" fmla="*/ 184 w 1187"/>
                <a:gd name="T35" fmla="*/ 890 h 1252"/>
                <a:gd name="T36" fmla="*/ 180 w 1187"/>
                <a:gd name="T37" fmla="*/ 862 h 1252"/>
                <a:gd name="T38" fmla="*/ 183 w 1187"/>
                <a:gd name="T39" fmla="*/ 841 h 1252"/>
                <a:gd name="T40" fmla="*/ 191 w 1187"/>
                <a:gd name="T41" fmla="*/ 822 h 1252"/>
                <a:gd name="T42" fmla="*/ 204 w 1187"/>
                <a:gd name="T43" fmla="*/ 803 h 1252"/>
                <a:gd name="T44" fmla="*/ 249 w 1187"/>
                <a:gd name="T45" fmla="*/ 763 h 1252"/>
                <a:gd name="T46" fmla="*/ 309 w 1187"/>
                <a:gd name="T47" fmla="*/ 726 h 1252"/>
                <a:gd name="T48" fmla="*/ 451 w 1187"/>
                <a:gd name="T49" fmla="*/ 657 h 1252"/>
                <a:gd name="T50" fmla="*/ 707 w 1187"/>
                <a:gd name="T51" fmla="*/ 535 h 1252"/>
                <a:gd name="T52" fmla="*/ 838 w 1187"/>
                <a:gd name="T53" fmla="*/ 456 h 1252"/>
                <a:gd name="T54" fmla="*/ 959 w 1187"/>
                <a:gd name="T55" fmla="*/ 355 h 1252"/>
                <a:gd name="T56" fmla="*/ 1152 w 1187"/>
                <a:gd name="T57" fmla="*/ 162 h 1252"/>
                <a:gd name="T58" fmla="*/ 1181 w 1187"/>
                <a:gd name="T59" fmla="*/ 133 h 1252"/>
                <a:gd name="T60" fmla="*/ 1187 w 1187"/>
                <a:gd name="T61" fmla="*/ 127 h 1252"/>
                <a:gd name="T62" fmla="*/ 1060 w 1187"/>
                <a:gd name="T63" fmla="*/ 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7" h="1252">
                  <a:moveTo>
                    <a:pt x="1060" y="0"/>
                  </a:moveTo>
                  <a:cubicBezTo>
                    <a:pt x="1060" y="0"/>
                    <a:pt x="1043" y="16"/>
                    <a:pt x="832" y="228"/>
                  </a:cubicBezTo>
                  <a:cubicBezTo>
                    <a:pt x="801" y="258"/>
                    <a:pt x="766" y="286"/>
                    <a:pt x="729" y="312"/>
                  </a:cubicBezTo>
                  <a:cubicBezTo>
                    <a:pt x="663" y="358"/>
                    <a:pt x="588" y="396"/>
                    <a:pt x="512" y="432"/>
                  </a:cubicBezTo>
                  <a:cubicBezTo>
                    <a:pt x="455" y="459"/>
                    <a:pt x="397" y="484"/>
                    <a:pt x="342" y="509"/>
                  </a:cubicBezTo>
                  <a:cubicBezTo>
                    <a:pt x="300" y="528"/>
                    <a:pt x="260" y="547"/>
                    <a:pt x="222" y="568"/>
                  </a:cubicBezTo>
                  <a:cubicBezTo>
                    <a:pt x="194" y="584"/>
                    <a:pt x="167" y="600"/>
                    <a:pt x="141" y="619"/>
                  </a:cubicBezTo>
                  <a:cubicBezTo>
                    <a:pt x="122" y="633"/>
                    <a:pt x="104" y="648"/>
                    <a:pt x="88" y="664"/>
                  </a:cubicBezTo>
                  <a:cubicBezTo>
                    <a:pt x="75" y="677"/>
                    <a:pt x="63" y="690"/>
                    <a:pt x="53" y="704"/>
                  </a:cubicBezTo>
                  <a:cubicBezTo>
                    <a:pt x="37" y="726"/>
                    <a:pt x="24" y="751"/>
                    <a:pt x="14" y="777"/>
                  </a:cubicBezTo>
                  <a:cubicBezTo>
                    <a:pt x="5" y="804"/>
                    <a:pt x="0" y="833"/>
                    <a:pt x="0" y="862"/>
                  </a:cubicBezTo>
                  <a:cubicBezTo>
                    <a:pt x="0" y="893"/>
                    <a:pt x="5" y="923"/>
                    <a:pt x="15" y="954"/>
                  </a:cubicBezTo>
                  <a:cubicBezTo>
                    <a:pt x="29" y="1000"/>
                    <a:pt x="52" y="1046"/>
                    <a:pt x="84" y="1095"/>
                  </a:cubicBezTo>
                  <a:cubicBezTo>
                    <a:pt x="116" y="1144"/>
                    <a:pt x="158" y="1196"/>
                    <a:pt x="210" y="1252"/>
                  </a:cubicBezTo>
                  <a:cubicBezTo>
                    <a:pt x="342" y="1129"/>
                    <a:pt x="342" y="1129"/>
                    <a:pt x="342" y="1129"/>
                  </a:cubicBezTo>
                  <a:cubicBezTo>
                    <a:pt x="310" y="1096"/>
                    <a:pt x="284" y="1065"/>
                    <a:pt x="263" y="1036"/>
                  </a:cubicBezTo>
                  <a:cubicBezTo>
                    <a:pt x="231" y="994"/>
                    <a:pt x="209" y="958"/>
                    <a:pt x="197" y="929"/>
                  </a:cubicBezTo>
                  <a:cubicBezTo>
                    <a:pt x="191" y="914"/>
                    <a:pt x="186" y="901"/>
                    <a:pt x="184" y="890"/>
                  </a:cubicBezTo>
                  <a:cubicBezTo>
                    <a:pt x="181" y="879"/>
                    <a:pt x="180" y="870"/>
                    <a:pt x="180" y="862"/>
                  </a:cubicBezTo>
                  <a:cubicBezTo>
                    <a:pt x="180" y="854"/>
                    <a:pt x="181" y="847"/>
                    <a:pt x="183" y="841"/>
                  </a:cubicBezTo>
                  <a:cubicBezTo>
                    <a:pt x="185" y="834"/>
                    <a:pt x="187" y="829"/>
                    <a:pt x="191" y="822"/>
                  </a:cubicBezTo>
                  <a:cubicBezTo>
                    <a:pt x="194" y="816"/>
                    <a:pt x="198" y="810"/>
                    <a:pt x="204" y="803"/>
                  </a:cubicBezTo>
                  <a:cubicBezTo>
                    <a:pt x="214" y="791"/>
                    <a:pt x="229" y="777"/>
                    <a:pt x="249" y="763"/>
                  </a:cubicBezTo>
                  <a:cubicBezTo>
                    <a:pt x="266" y="751"/>
                    <a:pt x="286" y="738"/>
                    <a:pt x="309" y="726"/>
                  </a:cubicBezTo>
                  <a:cubicBezTo>
                    <a:pt x="349" y="703"/>
                    <a:pt x="398" y="681"/>
                    <a:pt x="451" y="657"/>
                  </a:cubicBezTo>
                  <a:cubicBezTo>
                    <a:pt x="530" y="621"/>
                    <a:pt x="619" y="583"/>
                    <a:pt x="707" y="535"/>
                  </a:cubicBezTo>
                  <a:cubicBezTo>
                    <a:pt x="752" y="512"/>
                    <a:pt x="796" y="485"/>
                    <a:pt x="838" y="456"/>
                  </a:cubicBezTo>
                  <a:cubicBezTo>
                    <a:pt x="880" y="426"/>
                    <a:pt x="921" y="393"/>
                    <a:pt x="959" y="355"/>
                  </a:cubicBezTo>
                  <a:cubicBezTo>
                    <a:pt x="1065" y="249"/>
                    <a:pt x="1122" y="192"/>
                    <a:pt x="1152" y="162"/>
                  </a:cubicBezTo>
                  <a:cubicBezTo>
                    <a:pt x="1168" y="146"/>
                    <a:pt x="1176" y="138"/>
                    <a:pt x="1181" y="133"/>
                  </a:cubicBezTo>
                  <a:cubicBezTo>
                    <a:pt x="1186" y="128"/>
                    <a:pt x="1187" y="127"/>
                    <a:pt x="1187" y="127"/>
                  </a:cubicBezTo>
                  <a:lnTo>
                    <a:pt x="1060" y="0"/>
                  </a:ln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Freeform 13"/>
            <p:cNvSpPr>
              <a:spLocks/>
            </p:cNvSpPr>
            <p:nvPr/>
          </p:nvSpPr>
          <p:spPr bwMode="auto">
            <a:xfrm>
              <a:off x="1194002" y="4629588"/>
              <a:ext cx="1920124" cy="603237"/>
            </a:xfrm>
            <a:custGeom>
              <a:avLst/>
              <a:gdLst>
                <a:gd name="T0" fmla="*/ 38 w 1206"/>
                <a:gd name="T1" fmla="*/ 379 h 379"/>
                <a:gd name="T2" fmla="*/ 0 w 1206"/>
                <a:gd name="T3" fmla="*/ 287 h 379"/>
                <a:gd name="T4" fmla="*/ 48 w 1206"/>
                <a:gd name="T5" fmla="*/ 186 h 379"/>
                <a:gd name="T6" fmla="*/ 48 w 1206"/>
                <a:gd name="T7" fmla="*/ 176 h 379"/>
                <a:gd name="T8" fmla="*/ 152 w 1206"/>
                <a:gd name="T9" fmla="*/ 71 h 379"/>
                <a:gd name="T10" fmla="*/ 236 w 1206"/>
                <a:gd name="T11" fmla="*/ 114 h 379"/>
                <a:gd name="T12" fmla="*/ 250 w 1206"/>
                <a:gd name="T13" fmla="*/ 110 h 379"/>
                <a:gd name="T14" fmla="*/ 370 w 1206"/>
                <a:gd name="T15" fmla="*/ 0 h 379"/>
                <a:gd name="T16" fmla="*/ 487 w 1206"/>
                <a:gd name="T17" fmla="*/ 91 h 379"/>
                <a:gd name="T18" fmla="*/ 501 w 1206"/>
                <a:gd name="T19" fmla="*/ 89 h 379"/>
                <a:gd name="T20" fmla="*/ 552 w 1206"/>
                <a:gd name="T21" fmla="*/ 110 h 379"/>
                <a:gd name="T22" fmla="*/ 552 w 1206"/>
                <a:gd name="T23" fmla="*/ 110 h 379"/>
                <a:gd name="T24" fmla="*/ 649 w 1206"/>
                <a:gd name="T25" fmla="*/ 13 h 379"/>
                <a:gd name="T26" fmla="*/ 746 w 1206"/>
                <a:gd name="T27" fmla="*/ 110 h 379"/>
                <a:gd name="T28" fmla="*/ 746 w 1206"/>
                <a:gd name="T29" fmla="*/ 115 h 379"/>
                <a:gd name="T30" fmla="*/ 767 w 1206"/>
                <a:gd name="T31" fmla="*/ 121 h 379"/>
                <a:gd name="T32" fmla="*/ 827 w 1206"/>
                <a:gd name="T33" fmla="*/ 71 h 379"/>
                <a:gd name="T34" fmla="*/ 877 w 1206"/>
                <a:gd name="T35" fmla="*/ 98 h 379"/>
                <a:gd name="T36" fmla="*/ 993 w 1206"/>
                <a:gd name="T37" fmla="*/ 27 h 379"/>
                <a:gd name="T38" fmla="*/ 1124 w 1206"/>
                <a:gd name="T39" fmla="*/ 158 h 379"/>
                <a:gd name="T40" fmla="*/ 1123 w 1206"/>
                <a:gd name="T41" fmla="*/ 170 h 379"/>
                <a:gd name="T42" fmla="*/ 1206 w 1206"/>
                <a:gd name="T43" fmla="*/ 314 h 379"/>
                <a:gd name="T44" fmla="*/ 1193 w 1206"/>
                <a:gd name="T45" fmla="*/ 379 h 379"/>
                <a:gd name="T46" fmla="*/ 38 w 1206"/>
                <a:gd name="T47" fmla="*/ 37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06" h="379">
                  <a:moveTo>
                    <a:pt x="38" y="379"/>
                  </a:moveTo>
                  <a:cubicBezTo>
                    <a:pt x="15" y="355"/>
                    <a:pt x="0" y="323"/>
                    <a:pt x="0" y="287"/>
                  </a:cubicBezTo>
                  <a:cubicBezTo>
                    <a:pt x="0" y="246"/>
                    <a:pt x="19" y="210"/>
                    <a:pt x="48" y="186"/>
                  </a:cubicBezTo>
                  <a:cubicBezTo>
                    <a:pt x="48" y="183"/>
                    <a:pt x="48" y="179"/>
                    <a:pt x="48" y="176"/>
                  </a:cubicBezTo>
                  <a:cubicBezTo>
                    <a:pt x="48" y="118"/>
                    <a:pt x="94" y="71"/>
                    <a:pt x="152" y="71"/>
                  </a:cubicBezTo>
                  <a:cubicBezTo>
                    <a:pt x="186" y="71"/>
                    <a:pt x="217" y="88"/>
                    <a:pt x="236" y="114"/>
                  </a:cubicBezTo>
                  <a:cubicBezTo>
                    <a:pt x="240" y="112"/>
                    <a:pt x="245" y="111"/>
                    <a:pt x="250" y="110"/>
                  </a:cubicBezTo>
                  <a:cubicBezTo>
                    <a:pt x="256" y="49"/>
                    <a:pt x="307" y="0"/>
                    <a:pt x="370" y="0"/>
                  </a:cubicBezTo>
                  <a:cubicBezTo>
                    <a:pt x="427" y="0"/>
                    <a:pt x="474" y="39"/>
                    <a:pt x="487" y="91"/>
                  </a:cubicBezTo>
                  <a:cubicBezTo>
                    <a:pt x="492" y="90"/>
                    <a:pt x="496" y="89"/>
                    <a:pt x="501" y="89"/>
                  </a:cubicBezTo>
                  <a:cubicBezTo>
                    <a:pt x="521" y="89"/>
                    <a:pt x="539" y="97"/>
                    <a:pt x="552" y="110"/>
                  </a:cubicBezTo>
                  <a:cubicBezTo>
                    <a:pt x="552" y="110"/>
                    <a:pt x="552" y="110"/>
                    <a:pt x="552" y="110"/>
                  </a:cubicBezTo>
                  <a:cubicBezTo>
                    <a:pt x="552" y="56"/>
                    <a:pt x="596" y="13"/>
                    <a:pt x="649" y="13"/>
                  </a:cubicBezTo>
                  <a:cubicBezTo>
                    <a:pt x="703" y="13"/>
                    <a:pt x="746" y="56"/>
                    <a:pt x="746" y="110"/>
                  </a:cubicBezTo>
                  <a:cubicBezTo>
                    <a:pt x="746" y="111"/>
                    <a:pt x="746" y="113"/>
                    <a:pt x="746" y="115"/>
                  </a:cubicBezTo>
                  <a:cubicBezTo>
                    <a:pt x="753" y="116"/>
                    <a:pt x="760" y="118"/>
                    <a:pt x="767" y="121"/>
                  </a:cubicBezTo>
                  <a:cubicBezTo>
                    <a:pt x="773" y="93"/>
                    <a:pt x="797" y="71"/>
                    <a:pt x="827" y="71"/>
                  </a:cubicBezTo>
                  <a:cubicBezTo>
                    <a:pt x="848" y="71"/>
                    <a:pt x="866" y="82"/>
                    <a:pt x="877" y="98"/>
                  </a:cubicBezTo>
                  <a:cubicBezTo>
                    <a:pt x="899" y="56"/>
                    <a:pt x="943" y="27"/>
                    <a:pt x="993" y="27"/>
                  </a:cubicBezTo>
                  <a:cubicBezTo>
                    <a:pt x="1065" y="27"/>
                    <a:pt x="1124" y="86"/>
                    <a:pt x="1124" y="158"/>
                  </a:cubicBezTo>
                  <a:cubicBezTo>
                    <a:pt x="1124" y="162"/>
                    <a:pt x="1124" y="166"/>
                    <a:pt x="1123" y="170"/>
                  </a:cubicBezTo>
                  <a:cubicBezTo>
                    <a:pt x="1173" y="199"/>
                    <a:pt x="1206" y="253"/>
                    <a:pt x="1206" y="314"/>
                  </a:cubicBezTo>
                  <a:cubicBezTo>
                    <a:pt x="1206" y="337"/>
                    <a:pt x="1201" y="359"/>
                    <a:pt x="1193" y="379"/>
                  </a:cubicBezTo>
                  <a:lnTo>
                    <a:pt x="38" y="379"/>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Freeform 14"/>
            <p:cNvSpPr>
              <a:spLocks/>
            </p:cNvSpPr>
            <p:nvPr/>
          </p:nvSpPr>
          <p:spPr bwMode="auto">
            <a:xfrm>
              <a:off x="1845713" y="3123517"/>
              <a:ext cx="1829234" cy="1945707"/>
            </a:xfrm>
            <a:custGeom>
              <a:avLst/>
              <a:gdLst>
                <a:gd name="T0" fmla="*/ 1053 w 1149"/>
                <a:gd name="T1" fmla="*/ 0 h 1222"/>
                <a:gd name="T2" fmla="*/ 825 w 1149"/>
                <a:gd name="T3" fmla="*/ 228 h 1222"/>
                <a:gd name="T4" fmla="*/ 597 w 1149"/>
                <a:gd name="T5" fmla="*/ 389 h 1222"/>
                <a:gd name="T6" fmla="*/ 401 w 1149"/>
                <a:gd name="T7" fmla="*/ 481 h 1222"/>
                <a:gd name="T8" fmla="*/ 260 w 1149"/>
                <a:gd name="T9" fmla="*/ 547 h 1222"/>
                <a:gd name="T10" fmla="*/ 165 w 1149"/>
                <a:gd name="T11" fmla="*/ 600 h 1222"/>
                <a:gd name="T12" fmla="*/ 102 w 1149"/>
                <a:gd name="T13" fmla="*/ 645 h 1222"/>
                <a:gd name="T14" fmla="*/ 62 w 1149"/>
                <a:gd name="T15" fmla="*/ 686 h 1222"/>
                <a:gd name="T16" fmla="*/ 17 w 1149"/>
                <a:gd name="T17" fmla="*/ 759 h 1222"/>
                <a:gd name="T18" fmla="*/ 0 w 1149"/>
                <a:gd name="T19" fmla="*/ 847 h 1222"/>
                <a:gd name="T20" fmla="*/ 14 w 1149"/>
                <a:gd name="T21" fmla="*/ 933 h 1222"/>
                <a:gd name="T22" fmla="*/ 80 w 1149"/>
                <a:gd name="T23" fmla="*/ 1068 h 1222"/>
                <a:gd name="T24" fmla="*/ 204 w 1149"/>
                <a:gd name="T25" fmla="*/ 1222 h 1222"/>
                <a:gd name="T26" fmla="*/ 304 w 1149"/>
                <a:gd name="T27" fmla="*/ 1129 h 1222"/>
                <a:gd name="T28" fmla="*/ 223 w 1149"/>
                <a:gd name="T29" fmla="*/ 1035 h 1222"/>
                <a:gd name="T30" fmla="*/ 155 w 1149"/>
                <a:gd name="T31" fmla="*/ 922 h 1222"/>
                <a:gd name="T32" fmla="*/ 140 w 1149"/>
                <a:gd name="T33" fmla="*/ 880 h 1222"/>
                <a:gd name="T34" fmla="*/ 136 w 1149"/>
                <a:gd name="T35" fmla="*/ 847 h 1222"/>
                <a:gd name="T36" fmla="*/ 140 w 1149"/>
                <a:gd name="T37" fmla="*/ 820 h 1222"/>
                <a:gd name="T38" fmla="*/ 150 w 1149"/>
                <a:gd name="T39" fmla="*/ 797 h 1222"/>
                <a:gd name="T40" fmla="*/ 165 w 1149"/>
                <a:gd name="T41" fmla="*/ 774 h 1222"/>
                <a:gd name="T42" fmla="*/ 214 w 1149"/>
                <a:gd name="T43" fmla="*/ 731 h 1222"/>
                <a:gd name="T44" fmla="*/ 276 w 1149"/>
                <a:gd name="T45" fmla="*/ 691 h 1222"/>
                <a:gd name="T46" fmla="*/ 420 w 1149"/>
                <a:gd name="T47" fmla="*/ 622 h 1222"/>
                <a:gd name="T48" fmla="*/ 675 w 1149"/>
                <a:gd name="T49" fmla="*/ 501 h 1222"/>
                <a:gd name="T50" fmla="*/ 922 w 1149"/>
                <a:gd name="T51" fmla="*/ 324 h 1222"/>
                <a:gd name="T52" fmla="*/ 1115 w 1149"/>
                <a:gd name="T53" fmla="*/ 131 h 1222"/>
                <a:gd name="T54" fmla="*/ 1144 w 1149"/>
                <a:gd name="T55" fmla="*/ 102 h 1222"/>
                <a:gd name="T56" fmla="*/ 1149 w 1149"/>
                <a:gd name="T57" fmla="*/ 96 h 1222"/>
                <a:gd name="T58" fmla="*/ 1053 w 1149"/>
                <a:gd name="T59" fmla="*/ 0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49" h="1222">
                  <a:moveTo>
                    <a:pt x="1053" y="0"/>
                  </a:moveTo>
                  <a:cubicBezTo>
                    <a:pt x="1053" y="0"/>
                    <a:pt x="1037" y="17"/>
                    <a:pt x="825" y="228"/>
                  </a:cubicBezTo>
                  <a:cubicBezTo>
                    <a:pt x="762" y="292"/>
                    <a:pt x="682" y="344"/>
                    <a:pt x="597" y="389"/>
                  </a:cubicBezTo>
                  <a:cubicBezTo>
                    <a:pt x="533" y="423"/>
                    <a:pt x="466" y="453"/>
                    <a:pt x="401" y="481"/>
                  </a:cubicBezTo>
                  <a:cubicBezTo>
                    <a:pt x="352" y="503"/>
                    <a:pt x="305" y="524"/>
                    <a:pt x="260" y="547"/>
                  </a:cubicBezTo>
                  <a:cubicBezTo>
                    <a:pt x="226" y="563"/>
                    <a:pt x="194" y="581"/>
                    <a:pt x="165" y="600"/>
                  </a:cubicBezTo>
                  <a:cubicBezTo>
                    <a:pt x="142" y="614"/>
                    <a:pt x="121" y="629"/>
                    <a:pt x="102" y="645"/>
                  </a:cubicBezTo>
                  <a:cubicBezTo>
                    <a:pt x="88" y="658"/>
                    <a:pt x="74" y="671"/>
                    <a:pt x="62" y="686"/>
                  </a:cubicBezTo>
                  <a:cubicBezTo>
                    <a:pt x="44" y="707"/>
                    <a:pt x="28" y="732"/>
                    <a:pt x="17" y="759"/>
                  </a:cubicBezTo>
                  <a:cubicBezTo>
                    <a:pt x="6" y="786"/>
                    <a:pt x="0" y="816"/>
                    <a:pt x="0" y="847"/>
                  </a:cubicBezTo>
                  <a:cubicBezTo>
                    <a:pt x="0" y="875"/>
                    <a:pt x="5" y="904"/>
                    <a:pt x="14" y="933"/>
                  </a:cubicBezTo>
                  <a:cubicBezTo>
                    <a:pt x="27" y="976"/>
                    <a:pt x="49" y="1021"/>
                    <a:pt x="80" y="1068"/>
                  </a:cubicBezTo>
                  <a:cubicBezTo>
                    <a:pt x="112" y="1116"/>
                    <a:pt x="153" y="1166"/>
                    <a:pt x="204" y="1222"/>
                  </a:cubicBezTo>
                  <a:cubicBezTo>
                    <a:pt x="304" y="1129"/>
                    <a:pt x="304" y="1129"/>
                    <a:pt x="304" y="1129"/>
                  </a:cubicBezTo>
                  <a:cubicBezTo>
                    <a:pt x="272" y="1095"/>
                    <a:pt x="245" y="1064"/>
                    <a:pt x="223" y="1035"/>
                  </a:cubicBezTo>
                  <a:cubicBezTo>
                    <a:pt x="190" y="991"/>
                    <a:pt x="168" y="954"/>
                    <a:pt x="155" y="922"/>
                  </a:cubicBezTo>
                  <a:cubicBezTo>
                    <a:pt x="148" y="907"/>
                    <a:pt x="143" y="893"/>
                    <a:pt x="140" y="880"/>
                  </a:cubicBezTo>
                  <a:cubicBezTo>
                    <a:pt x="138" y="868"/>
                    <a:pt x="136" y="857"/>
                    <a:pt x="136" y="847"/>
                  </a:cubicBezTo>
                  <a:cubicBezTo>
                    <a:pt x="136" y="837"/>
                    <a:pt x="138" y="828"/>
                    <a:pt x="140" y="820"/>
                  </a:cubicBezTo>
                  <a:cubicBezTo>
                    <a:pt x="142" y="812"/>
                    <a:pt x="145" y="804"/>
                    <a:pt x="150" y="797"/>
                  </a:cubicBezTo>
                  <a:cubicBezTo>
                    <a:pt x="154" y="789"/>
                    <a:pt x="159" y="782"/>
                    <a:pt x="165" y="774"/>
                  </a:cubicBezTo>
                  <a:cubicBezTo>
                    <a:pt x="177" y="760"/>
                    <a:pt x="193" y="745"/>
                    <a:pt x="214" y="731"/>
                  </a:cubicBezTo>
                  <a:cubicBezTo>
                    <a:pt x="232" y="717"/>
                    <a:pt x="253" y="704"/>
                    <a:pt x="276" y="691"/>
                  </a:cubicBezTo>
                  <a:cubicBezTo>
                    <a:pt x="318" y="669"/>
                    <a:pt x="367" y="646"/>
                    <a:pt x="420" y="622"/>
                  </a:cubicBezTo>
                  <a:cubicBezTo>
                    <a:pt x="499" y="586"/>
                    <a:pt x="588" y="548"/>
                    <a:pt x="675" y="501"/>
                  </a:cubicBezTo>
                  <a:cubicBezTo>
                    <a:pt x="762" y="454"/>
                    <a:pt x="848" y="398"/>
                    <a:pt x="922" y="324"/>
                  </a:cubicBezTo>
                  <a:cubicBezTo>
                    <a:pt x="1027" y="219"/>
                    <a:pt x="1084" y="162"/>
                    <a:pt x="1115" y="131"/>
                  </a:cubicBezTo>
                  <a:cubicBezTo>
                    <a:pt x="1130" y="116"/>
                    <a:pt x="1139" y="107"/>
                    <a:pt x="1144" y="102"/>
                  </a:cubicBezTo>
                  <a:cubicBezTo>
                    <a:pt x="1148" y="97"/>
                    <a:pt x="1149" y="96"/>
                    <a:pt x="1149" y="96"/>
                  </a:cubicBezTo>
                  <a:lnTo>
                    <a:pt x="1053" y="0"/>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Freeform 15"/>
            <p:cNvSpPr>
              <a:spLocks/>
            </p:cNvSpPr>
            <p:nvPr/>
          </p:nvSpPr>
          <p:spPr bwMode="auto">
            <a:xfrm>
              <a:off x="1892841" y="3156506"/>
              <a:ext cx="1748444" cy="1879055"/>
            </a:xfrm>
            <a:custGeom>
              <a:avLst/>
              <a:gdLst>
                <a:gd name="T0" fmla="*/ 1045 w 1098"/>
                <a:gd name="T1" fmla="*/ 0 h 1180"/>
                <a:gd name="T2" fmla="*/ 817 w 1098"/>
                <a:gd name="T3" fmla="*/ 228 h 1180"/>
                <a:gd name="T4" fmla="*/ 581 w 1098"/>
                <a:gd name="T5" fmla="*/ 394 h 1180"/>
                <a:gd name="T6" fmla="*/ 383 w 1098"/>
                <a:gd name="T7" fmla="*/ 488 h 1180"/>
                <a:gd name="T8" fmla="*/ 243 w 1098"/>
                <a:gd name="T9" fmla="*/ 553 h 1180"/>
                <a:gd name="T10" fmla="*/ 151 w 1098"/>
                <a:gd name="T11" fmla="*/ 604 h 1180"/>
                <a:gd name="T12" fmla="*/ 44 w 1098"/>
                <a:gd name="T13" fmla="*/ 697 h 1180"/>
                <a:gd name="T14" fmla="*/ 12 w 1098"/>
                <a:gd name="T15" fmla="*/ 757 h 1180"/>
                <a:gd name="T16" fmla="*/ 0 w 1098"/>
                <a:gd name="T17" fmla="*/ 826 h 1180"/>
                <a:gd name="T18" fmla="*/ 12 w 1098"/>
                <a:gd name="T19" fmla="*/ 903 h 1180"/>
                <a:gd name="T20" fmla="*/ 75 w 1098"/>
                <a:gd name="T21" fmla="*/ 1031 h 1180"/>
                <a:gd name="T22" fmla="*/ 196 w 1098"/>
                <a:gd name="T23" fmla="*/ 1180 h 1180"/>
                <a:gd name="T24" fmla="*/ 252 w 1098"/>
                <a:gd name="T25" fmla="*/ 1129 h 1180"/>
                <a:gd name="T26" fmla="*/ 115 w 1098"/>
                <a:gd name="T27" fmla="*/ 949 h 1180"/>
                <a:gd name="T28" fmla="*/ 85 w 1098"/>
                <a:gd name="T29" fmla="*/ 881 h 1180"/>
                <a:gd name="T30" fmla="*/ 76 w 1098"/>
                <a:gd name="T31" fmla="*/ 826 h 1180"/>
                <a:gd name="T32" fmla="*/ 81 w 1098"/>
                <a:gd name="T33" fmla="*/ 791 h 1180"/>
                <a:gd name="T34" fmla="*/ 113 w 1098"/>
                <a:gd name="T35" fmla="*/ 732 h 1180"/>
                <a:gd name="T36" fmla="*/ 168 w 1098"/>
                <a:gd name="T37" fmla="*/ 684 h 1180"/>
                <a:gd name="T38" fmla="*/ 314 w 1098"/>
                <a:gd name="T39" fmla="*/ 603 h 1180"/>
                <a:gd name="T40" fmla="*/ 595 w 1098"/>
                <a:gd name="T41" fmla="*/ 472 h 1180"/>
                <a:gd name="T42" fmla="*/ 870 w 1098"/>
                <a:gd name="T43" fmla="*/ 282 h 1180"/>
                <a:gd name="T44" fmla="*/ 1098 w 1098"/>
                <a:gd name="T45" fmla="*/ 54 h 1180"/>
                <a:gd name="T46" fmla="*/ 1045 w 1098"/>
                <a:gd name="T47" fmla="*/ 0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98" h="1180">
                  <a:moveTo>
                    <a:pt x="1045" y="0"/>
                  </a:moveTo>
                  <a:cubicBezTo>
                    <a:pt x="1045" y="0"/>
                    <a:pt x="1028" y="17"/>
                    <a:pt x="817" y="228"/>
                  </a:cubicBezTo>
                  <a:cubicBezTo>
                    <a:pt x="750" y="295"/>
                    <a:pt x="667" y="348"/>
                    <a:pt x="581" y="394"/>
                  </a:cubicBezTo>
                  <a:cubicBezTo>
                    <a:pt x="516" y="429"/>
                    <a:pt x="448" y="459"/>
                    <a:pt x="383" y="488"/>
                  </a:cubicBezTo>
                  <a:cubicBezTo>
                    <a:pt x="334" y="510"/>
                    <a:pt x="287" y="531"/>
                    <a:pt x="243" y="553"/>
                  </a:cubicBezTo>
                  <a:cubicBezTo>
                    <a:pt x="210" y="569"/>
                    <a:pt x="179" y="586"/>
                    <a:pt x="151" y="604"/>
                  </a:cubicBezTo>
                  <a:cubicBezTo>
                    <a:pt x="108" y="631"/>
                    <a:pt x="71" y="661"/>
                    <a:pt x="44" y="697"/>
                  </a:cubicBezTo>
                  <a:cubicBezTo>
                    <a:pt x="31" y="716"/>
                    <a:pt x="20" y="736"/>
                    <a:pt x="12" y="757"/>
                  </a:cubicBezTo>
                  <a:cubicBezTo>
                    <a:pt x="4" y="779"/>
                    <a:pt x="0" y="802"/>
                    <a:pt x="0" y="826"/>
                  </a:cubicBezTo>
                  <a:cubicBezTo>
                    <a:pt x="0" y="851"/>
                    <a:pt x="4" y="876"/>
                    <a:pt x="12" y="903"/>
                  </a:cubicBezTo>
                  <a:cubicBezTo>
                    <a:pt x="24" y="943"/>
                    <a:pt x="45" y="985"/>
                    <a:pt x="75" y="1031"/>
                  </a:cubicBezTo>
                  <a:cubicBezTo>
                    <a:pt x="106" y="1076"/>
                    <a:pt x="145" y="1126"/>
                    <a:pt x="196" y="1180"/>
                  </a:cubicBezTo>
                  <a:cubicBezTo>
                    <a:pt x="252" y="1129"/>
                    <a:pt x="252" y="1129"/>
                    <a:pt x="252" y="1129"/>
                  </a:cubicBezTo>
                  <a:cubicBezTo>
                    <a:pt x="187" y="1059"/>
                    <a:pt x="143" y="999"/>
                    <a:pt x="115" y="949"/>
                  </a:cubicBezTo>
                  <a:cubicBezTo>
                    <a:pt x="101" y="924"/>
                    <a:pt x="91" y="901"/>
                    <a:pt x="85" y="881"/>
                  </a:cubicBezTo>
                  <a:cubicBezTo>
                    <a:pt x="79" y="861"/>
                    <a:pt x="76" y="843"/>
                    <a:pt x="76" y="826"/>
                  </a:cubicBezTo>
                  <a:cubicBezTo>
                    <a:pt x="76" y="814"/>
                    <a:pt x="78" y="802"/>
                    <a:pt x="81" y="791"/>
                  </a:cubicBezTo>
                  <a:cubicBezTo>
                    <a:pt x="87" y="770"/>
                    <a:pt x="97" y="751"/>
                    <a:pt x="113" y="732"/>
                  </a:cubicBezTo>
                  <a:cubicBezTo>
                    <a:pt x="128" y="716"/>
                    <a:pt x="146" y="700"/>
                    <a:pt x="168" y="684"/>
                  </a:cubicBezTo>
                  <a:cubicBezTo>
                    <a:pt x="207" y="656"/>
                    <a:pt x="257" y="630"/>
                    <a:pt x="314" y="603"/>
                  </a:cubicBezTo>
                  <a:cubicBezTo>
                    <a:pt x="398" y="563"/>
                    <a:pt x="497" y="522"/>
                    <a:pt x="595" y="472"/>
                  </a:cubicBezTo>
                  <a:cubicBezTo>
                    <a:pt x="693" y="422"/>
                    <a:pt x="790" y="362"/>
                    <a:pt x="870" y="282"/>
                  </a:cubicBezTo>
                  <a:cubicBezTo>
                    <a:pt x="1082" y="71"/>
                    <a:pt x="1098" y="54"/>
                    <a:pt x="1098" y="54"/>
                  </a:cubicBezTo>
                  <a:lnTo>
                    <a:pt x="1045" y="0"/>
                  </a:ln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Freeform 16"/>
            <p:cNvSpPr>
              <a:spLocks/>
            </p:cNvSpPr>
            <p:nvPr/>
          </p:nvSpPr>
          <p:spPr bwMode="auto">
            <a:xfrm>
              <a:off x="3235311" y="3198248"/>
              <a:ext cx="366251" cy="364231"/>
            </a:xfrm>
            <a:custGeom>
              <a:avLst/>
              <a:gdLst>
                <a:gd name="T0" fmla="*/ 230 w 230"/>
                <a:gd name="T1" fmla="*/ 126 h 229"/>
                <a:gd name="T2" fmla="*/ 177 w 230"/>
                <a:gd name="T3" fmla="*/ 53 h 229"/>
                <a:gd name="T4" fmla="*/ 104 w 230"/>
                <a:gd name="T5" fmla="*/ 0 h 229"/>
                <a:gd name="T6" fmla="*/ 0 w 230"/>
                <a:gd name="T7" fmla="*/ 229 h 229"/>
                <a:gd name="T8" fmla="*/ 230 w 230"/>
                <a:gd name="T9" fmla="*/ 126 h 229"/>
              </a:gdLst>
              <a:ahLst/>
              <a:cxnLst>
                <a:cxn ang="0">
                  <a:pos x="T0" y="T1"/>
                </a:cxn>
                <a:cxn ang="0">
                  <a:pos x="T2" y="T3"/>
                </a:cxn>
                <a:cxn ang="0">
                  <a:pos x="T4" y="T5"/>
                </a:cxn>
                <a:cxn ang="0">
                  <a:pos x="T6" y="T7"/>
                </a:cxn>
                <a:cxn ang="0">
                  <a:pos x="T8" y="T9"/>
                </a:cxn>
              </a:cxnLst>
              <a:rect l="0" t="0" r="r" b="b"/>
              <a:pathLst>
                <a:path w="230" h="229">
                  <a:moveTo>
                    <a:pt x="230" y="126"/>
                  </a:moveTo>
                  <a:cubicBezTo>
                    <a:pt x="177" y="53"/>
                    <a:pt x="177" y="53"/>
                    <a:pt x="177" y="53"/>
                  </a:cubicBezTo>
                  <a:cubicBezTo>
                    <a:pt x="104" y="0"/>
                    <a:pt x="104" y="0"/>
                    <a:pt x="104" y="0"/>
                  </a:cubicBezTo>
                  <a:cubicBezTo>
                    <a:pt x="104" y="0"/>
                    <a:pt x="0" y="96"/>
                    <a:pt x="0" y="229"/>
                  </a:cubicBezTo>
                  <a:cubicBezTo>
                    <a:pt x="134" y="229"/>
                    <a:pt x="230" y="126"/>
                    <a:pt x="230" y="126"/>
                  </a:cubicBezTo>
                  <a:close/>
                </a:path>
              </a:pathLst>
            </a:custGeom>
            <a:solidFill>
              <a:srgbClr val="F692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Freeform 17"/>
            <p:cNvSpPr>
              <a:spLocks/>
            </p:cNvSpPr>
            <p:nvPr/>
          </p:nvSpPr>
          <p:spPr bwMode="auto">
            <a:xfrm>
              <a:off x="3314755" y="3221812"/>
              <a:ext cx="263243" cy="261223"/>
            </a:xfrm>
            <a:custGeom>
              <a:avLst/>
              <a:gdLst>
                <a:gd name="T0" fmla="*/ 165 w 165"/>
                <a:gd name="T1" fmla="*/ 90 h 164"/>
                <a:gd name="T2" fmla="*/ 127 w 165"/>
                <a:gd name="T3" fmla="*/ 38 h 164"/>
                <a:gd name="T4" fmla="*/ 75 w 165"/>
                <a:gd name="T5" fmla="*/ 0 h 164"/>
                <a:gd name="T6" fmla="*/ 0 w 165"/>
                <a:gd name="T7" fmla="*/ 164 h 164"/>
                <a:gd name="T8" fmla="*/ 165 w 165"/>
                <a:gd name="T9" fmla="*/ 90 h 164"/>
              </a:gdLst>
              <a:ahLst/>
              <a:cxnLst>
                <a:cxn ang="0">
                  <a:pos x="T0" y="T1"/>
                </a:cxn>
                <a:cxn ang="0">
                  <a:pos x="T2" y="T3"/>
                </a:cxn>
                <a:cxn ang="0">
                  <a:pos x="T4" y="T5"/>
                </a:cxn>
                <a:cxn ang="0">
                  <a:pos x="T6" y="T7"/>
                </a:cxn>
                <a:cxn ang="0">
                  <a:pos x="T8" y="T9"/>
                </a:cxn>
              </a:cxnLst>
              <a:rect l="0" t="0" r="r" b="b"/>
              <a:pathLst>
                <a:path w="165" h="164">
                  <a:moveTo>
                    <a:pt x="165" y="90"/>
                  </a:moveTo>
                  <a:cubicBezTo>
                    <a:pt x="127" y="38"/>
                    <a:pt x="127" y="38"/>
                    <a:pt x="127" y="38"/>
                  </a:cubicBezTo>
                  <a:cubicBezTo>
                    <a:pt x="75" y="0"/>
                    <a:pt x="75" y="0"/>
                    <a:pt x="75" y="0"/>
                  </a:cubicBezTo>
                  <a:cubicBezTo>
                    <a:pt x="75" y="0"/>
                    <a:pt x="0" y="69"/>
                    <a:pt x="0" y="164"/>
                  </a:cubicBezTo>
                  <a:cubicBezTo>
                    <a:pt x="96" y="164"/>
                    <a:pt x="165" y="90"/>
                    <a:pt x="165" y="90"/>
                  </a:cubicBezTo>
                  <a:close/>
                </a:path>
              </a:pathLst>
            </a:custGeom>
            <a:solidFill>
              <a:schemeClr val="accent3"/>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Freeform 18"/>
            <p:cNvSpPr>
              <a:spLocks/>
            </p:cNvSpPr>
            <p:nvPr/>
          </p:nvSpPr>
          <p:spPr bwMode="auto">
            <a:xfrm>
              <a:off x="3380061" y="3241337"/>
              <a:ext cx="178413" cy="178413"/>
            </a:xfrm>
            <a:custGeom>
              <a:avLst/>
              <a:gdLst>
                <a:gd name="T0" fmla="*/ 112 w 112"/>
                <a:gd name="T1" fmla="*/ 61 h 112"/>
                <a:gd name="T2" fmla="*/ 86 w 112"/>
                <a:gd name="T3" fmla="*/ 26 h 112"/>
                <a:gd name="T4" fmla="*/ 50 w 112"/>
                <a:gd name="T5" fmla="*/ 0 h 112"/>
                <a:gd name="T6" fmla="*/ 0 w 112"/>
                <a:gd name="T7" fmla="*/ 112 h 112"/>
                <a:gd name="T8" fmla="*/ 112 w 112"/>
                <a:gd name="T9" fmla="*/ 61 h 112"/>
              </a:gdLst>
              <a:ahLst/>
              <a:cxnLst>
                <a:cxn ang="0">
                  <a:pos x="T0" y="T1"/>
                </a:cxn>
                <a:cxn ang="0">
                  <a:pos x="T2" y="T3"/>
                </a:cxn>
                <a:cxn ang="0">
                  <a:pos x="T4" y="T5"/>
                </a:cxn>
                <a:cxn ang="0">
                  <a:pos x="T6" y="T7"/>
                </a:cxn>
                <a:cxn ang="0">
                  <a:pos x="T8" y="T9"/>
                </a:cxn>
              </a:cxnLst>
              <a:rect l="0" t="0" r="r" b="b"/>
              <a:pathLst>
                <a:path w="112" h="112">
                  <a:moveTo>
                    <a:pt x="112" y="61"/>
                  </a:moveTo>
                  <a:cubicBezTo>
                    <a:pt x="86" y="26"/>
                    <a:pt x="86" y="26"/>
                    <a:pt x="86" y="26"/>
                  </a:cubicBezTo>
                  <a:cubicBezTo>
                    <a:pt x="50" y="0"/>
                    <a:pt x="50" y="0"/>
                    <a:pt x="50" y="0"/>
                  </a:cubicBezTo>
                  <a:cubicBezTo>
                    <a:pt x="50" y="0"/>
                    <a:pt x="0" y="47"/>
                    <a:pt x="0" y="112"/>
                  </a:cubicBezTo>
                  <a:cubicBezTo>
                    <a:pt x="65" y="112"/>
                    <a:pt x="112" y="61"/>
                    <a:pt x="112" y="61"/>
                  </a:cubicBezTo>
                  <a:close/>
                </a:path>
              </a:pathLst>
            </a:custGeom>
            <a:solidFill>
              <a:srgbClr val="FBED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Freeform 19"/>
            <p:cNvSpPr>
              <a:spLocks/>
            </p:cNvSpPr>
            <p:nvPr/>
          </p:nvSpPr>
          <p:spPr bwMode="auto">
            <a:xfrm>
              <a:off x="3170006" y="2741108"/>
              <a:ext cx="509654" cy="514367"/>
            </a:xfrm>
            <a:custGeom>
              <a:avLst/>
              <a:gdLst>
                <a:gd name="T0" fmla="*/ 320 w 320"/>
                <a:gd name="T1" fmla="*/ 24 h 323"/>
                <a:gd name="T2" fmla="*/ 201 w 320"/>
                <a:gd name="T3" fmla="*/ 67 h 323"/>
                <a:gd name="T4" fmla="*/ 0 w 320"/>
                <a:gd name="T5" fmla="*/ 268 h 323"/>
                <a:gd name="T6" fmla="*/ 180 w 320"/>
                <a:gd name="T7" fmla="*/ 255 h 323"/>
                <a:gd name="T8" fmla="*/ 320 w 320"/>
                <a:gd name="T9" fmla="*/ 24 h 323"/>
              </a:gdLst>
              <a:ahLst/>
              <a:cxnLst>
                <a:cxn ang="0">
                  <a:pos x="T0" y="T1"/>
                </a:cxn>
                <a:cxn ang="0">
                  <a:pos x="T2" y="T3"/>
                </a:cxn>
                <a:cxn ang="0">
                  <a:pos x="T4" y="T5"/>
                </a:cxn>
                <a:cxn ang="0">
                  <a:pos x="T6" y="T7"/>
                </a:cxn>
                <a:cxn ang="0">
                  <a:pos x="T8" y="T9"/>
                </a:cxn>
              </a:cxnLst>
              <a:rect l="0" t="0" r="r" b="b"/>
              <a:pathLst>
                <a:path w="320" h="323">
                  <a:moveTo>
                    <a:pt x="320" y="24"/>
                  </a:moveTo>
                  <a:cubicBezTo>
                    <a:pt x="320" y="24"/>
                    <a:pt x="269" y="0"/>
                    <a:pt x="201" y="67"/>
                  </a:cubicBezTo>
                  <a:cubicBezTo>
                    <a:pt x="134" y="134"/>
                    <a:pt x="0" y="268"/>
                    <a:pt x="0" y="268"/>
                  </a:cubicBezTo>
                  <a:cubicBezTo>
                    <a:pt x="0" y="268"/>
                    <a:pt x="112" y="187"/>
                    <a:pt x="180" y="255"/>
                  </a:cubicBezTo>
                  <a:cubicBezTo>
                    <a:pt x="248" y="323"/>
                    <a:pt x="320" y="24"/>
                    <a:pt x="320" y="24"/>
                  </a:cubicBezTo>
                  <a:close/>
                </a:path>
              </a:pathLst>
            </a:custGeom>
            <a:solidFill>
              <a:schemeClr val="accent1">
                <a:lumMod val="75000"/>
              </a:schemeClr>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Freeform 20"/>
            <p:cNvSpPr>
              <a:spLocks/>
            </p:cNvSpPr>
            <p:nvPr/>
          </p:nvSpPr>
          <p:spPr bwMode="auto">
            <a:xfrm>
              <a:off x="3544335" y="3118804"/>
              <a:ext cx="514367" cy="508981"/>
            </a:xfrm>
            <a:custGeom>
              <a:avLst/>
              <a:gdLst>
                <a:gd name="T0" fmla="*/ 298 w 323"/>
                <a:gd name="T1" fmla="*/ 0 h 320"/>
                <a:gd name="T2" fmla="*/ 256 w 323"/>
                <a:gd name="T3" fmla="*/ 119 h 320"/>
                <a:gd name="T4" fmla="*/ 55 w 323"/>
                <a:gd name="T5" fmla="*/ 320 h 320"/>
                <a:gd name="T6" fmla="*/ 68 w 323"/>
                <a:gd name="T7" fmla="*/ 141 h 320"/>
                <a:gd name="T8" fmla="*/ 298 w 323"/>
                <a:gd name="T9" fmla="*/ 0 h 320"/>
              </a:gdLst>
              <a:ahLst/>
              <a:cxnLst>
                <a:cxn ang="0">
                  <a:pos x="T0" y="T1"/>
                </a:cxn>
                <a:cxn ang="0">
                  <a:pos x="T2" y="T3"/>
                </a:cxn>
                <a:cxn ang="0">
                  <a:pos x="T4" y="T5"/>
                </a:cxn>
                <a:cxn ang="0">
                  <a:pos x="T6" y="T7"/>
                </a:cxn>
                <a:cxn ang="0">
                  <a:pos x="T8" y="T9"/>
                </a:cxn>
              </a:cxnLst>
              <a:rect l="0" t="0" r="r" b="b"/>
              <a:pathLst>
                <a:path w="323" h="320">
                  <a:moveTo>
                    <a:pt x="298" y="0"/>
                  </a:moveTo>
                  <a:cubicBezTo>
                    <a:pt x="298" y="0"/>
                    <a:pt x="323" y="52"/>
                    <a:pt x="256" y="119"/>
                  </a:cubicBezTo>
                  <a:cubicBezTo>
                    <a:pt x="189" y="186"/>
                    <a:pt x="55" y="320"/>
                    <a:pt x="55" y="320"/>
                  </a:cubicBezTo>
                  <a:cubicBezTo>
                    <a:pt x="55" y="320"/>
                    <a:pt x="136" y="209"/>
                    <a:pt x="68" y="141"/>
                  </a:cubicBezTo>
                  <a:cubicBezTo>
                    <a:pt x="0" y="73"/>
                    <a:pt x="298" y="0"/>
                    <a:pt x="298" y="0"/>
                  </a:cubicBezTo>
                  <a:close/>
                </a:path>
              </a:pathLst>
            </a:custGeom>
            <a:solidFill>
              <a:schemeClr val="accent1">
                <a:lumMod val="75000"/>
              </a:schemeClr>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Freeform 21"/>
            <p:cNvSpPr>
              <a:spLocks/>
            </p:cNvSpPr>
            <p:nvPr/>
          </p:nvSpPr>
          <p:spPr bwMode="auto">
            <a:xfrm>
              <a:off x="3400932" y="3091201"/>
              <a:ext cx="305658" cy="307678"/>
            </a:xfrm>
            <a:custGeom>
              <a:avLst/>
              <a:gdLst>
                <a:gd name="T0" fmla="*/ 298 w 454"/>
                <a:gd name="T1" fmla="*/ 457 h 457"/>
                <a:gd name="T2" fmla="*/ 0 w 454"/>
                <a:gd name="T3" fmla="*/ 159 h 457"/>
                <a:gd name="T4" fmla="*/ 156 w 454"/>
                <a:gd name="T5" fmla="*/ 0 h 457"/>
                <a:gd name="T6" fmla="*/ 454 w 454"/>
                <a:gd name="T7" fmla="*/ 298 h 457"/>
                <a:gd name="T8" fmla="*/ 298 w 454"/>
                <a:gd name="T9" fmla="*/ 457 h 457"/>
              </a:gdLst>
              <a:ahLst/>
              <a:cxnLst>
                <a:cxn ang="0">
                  <a:pos x="T0" y="T1"/>
                </a:cxn>
                <a:cxn ang="0">
                  <a:pos x="T2" y="T3"/>
                </a:cxn>
                <a:cxn ang="0">
                  <a:pos x="T4" y="T5"/>
                </a:cxn>
                <a:cxn ang="0">
                  <a:pos x="T6" y="T7"/>
                </a:cxn>
                <a:cxn ang="0">
                  <a:pos x="T8" y="T9"/>
                </a:cxn>
              </a:cxnLst>
              <a:rect l="0" t="0" r="r" b="b"/>
              <a:pathLst>
                <a:path w="454" h="457">
                  <a:moveTo>
                    <a:pt x="298" y="457"/>
                  </a:moveTo>
                  <a:lnTo>
                    <a:pt x="0" y="159"/>
                  </a:lnTo>
                  <a:lnTo>
                    <a:pt x="156" y="0"/>
                  </a:lnTo>
                  <a:lnTo>
                    <a:pt x="454" y="298"/>
                  </a:lnTo>
                  <a:lnTo>
                    <a:pt x="298" y="457"/>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Freeform 22"/>
            <p:cNvSpPr>
              <a:spLocks/>
            </p:cNvSpPr>
            <p:nvPr/>
          </p:nvSpPr>
          <p:spPr bwMode="auto">
            <a:xfrm>
              <a:off x="3400932" y="3091201"/>
              <a:ext cx="111760" cy="111760"/>
            </a:xfrm>
            <a:custGeom>
              <a:avLst/>
              <a:gdLst>
                <a:gd name="T0" fmla="*/ 10 w 166"/>
                <a:gd name="T1" fmla="*/ 166 h 166"/>
                <a:gd name="T2" fmla="*/ 0 w 166"/>
                <a:gd name="T3" fmla="*/ 159 h 166"/>
                <a:gd name="T4" fmla="*/ 156 w 166"/>
                <a:gd name="T5" fmla="*/ 0 h 166"/>
                <a:gd name="T6" fmla="*/ 166 w 166"/>
                <a:gd name="T7" fmla="*/ 10 h 166"/>
                <a:gd name="T8" fmla="*/ 10 w 166"/>
                <a:gd name="T9" fmla="*/ 166 h 166"/>
              </a:gdLst>
              <a:ahLst/>
              <a:cxnLst>
                <a:cxn ang="0">
                  <a:pos x="T0" y="T1"/>
                </a:cxn>
                <a:cxn ang="0">
                  <a:pos x="T2" y="T3"/>
                </a:cxn>
                <a:cxn ang="0">
                  <a:pos x="T4" y="T5"/>
                </a:cxn>
                <a:cxn ang="0">
                  <a:pos x="T6" y="T7"/>
                </a:cxn>
                <a:cxn ang="0">
                  <a:pos x="T8" y="T9"/>
                </a:cxn>
              </a:cxnLst>
              <a:rect l="0" t="0" r="r" b="b"/>
              <a:pathLst>
                <a:path w="166" h="166">
                  <a:moveTo>
                    <a:pt x="10" y="166"/>
                  </a:moveTo>
                  <a:lnTo>
                    <a:pt x="0" y="159"/>
                  </a:lnTo>
                  <a:lnTo>
                    <a:pt x="156" y="0"/>
                  </a:lnTo>
                  <a:lnTo>
                    <a:pt x="166" y="10"/>
                  </a:lnTo>
                  <a:lnTo>
                    <a:pt x="10"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Freeform 23"/>
            <p:cNvSpPr>
              <a:spLocks/>
            </p:cNvSpPr>
            <p:nvPr/>
          </p:nvSpPr>
          <p:spPr bwMode="auto">
            <a:xfrm>
              <a:off x="3417090" y="3107359"/>
              <a:ext cx="109741" cy="111760"/>
            </a:xfrm>
            <a:custGeom>
              <a:avLst/>
              <a:gdLst>
                <a:gd name="T0" fmla="*/ 7 w 163"/>
                <a:gd name="T1" fmla="*/ 166 h 166"/>
                <a:gd name="T2" fmla="*/ 0 w 163"/>
                <a:gd name="T3" fmla="*/ 156 h 166"/>
                <a:gd name="T4" fmla="*/ 156 w 163"/>
                <a:gd name="T5" fmla="*/ 0 h 166"/>
                <a:gd name="T6" fmla="*/ 163 w 163"/>
                <a:gd name="T7" fmla="*/ 7 h 166"/>
                <a:gd name="T8" fmla="*/ 7 w 163"/>
                <a:gd name="T9" fmla="*/ 166 h 166"/>
              </a:gdLst>
              <a:ahLst/>
              <a:cxnLst>
                <a:cxn ang="0">
                  <a:pos x="T0" y="T1"/>
                </a:cxn>
                <a:cxn ang="0">
                  <a:pos x="T2" y="T3"/>
                </a:cxn>
                <a:cxn ang="0">
                  <a:pos x="T4" y="T5"/>
                </a:cxn>
                <a:cxn ang="0">
                  <a:pos x="T6" y="T7"/>
                </a:cxn>
                <a:cxn ang="0">
                  <a:pos x="T8" y="T9"/>
                </a:cxn>
              </a:cxnLst>
              <a:rect l="0" t="0" r="r" b="b"/>
              <a:pathLst>
                <a:path w="163" h="166">
                  <a:moveTo>
                    <a:pt x="7" y="166"/>
                  </a:moveTo>
                  <a:lnTo>
                    <a:pt x="0" y="156"/>
                  </a:lnTo>
                  <a:lnTo>
                    <a:pt x="156" y="0"/>
                  </a:lnTo>
                  <a:lnTo>
                    <a:pt x="163"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Freeform 24"/>
            <p:cNvSpPr>
              <a:spLocks/>
            </p:cNvSpPr>
            <p:nvPr/>
          </p:nvSpPr>
          <p:spPr bwMode="auto">
            <a:xfrm>
              <a:off x="3431229" y="3121497"/>
              <a:ext cx="111760" cy="111760"/>
            </a:xfrm>
            <a:custGeom>
              <a:avLst/>
              <a:gdLst>
                <a:gd name="T0" fmla="*/ 7 w 166"/>
                <a:gd name="T1" fmla="*/ 166 h 166"/>
                <a:gd name="T2" fmla="*/ 0 w 166"/>
                <a:gd name="T3" fmla="*/ 159 h 166"/>
                <a:gd name="T4" fmla="*/ 156 w 166"/>
                <a:gd name="T5" fmla="*/ 0 h 166"/>
                <a:gd name="T6" fmla="*/ 166 w 166"/>
                <a:gd name="T7" fmla="*/ 10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9"/>
                  </a:lnTo>
                  <a:lnTo>
                    <a:pt x="156" y="0"/>
                  </a:lnTo>
                  <a:lnTo>
                    <a:pt x="166" y="10"/>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Freeform 25"/>
            <p:cNvSpPr>
              <a:spLocks/>
            </p:cNvSpPr>
            <p:nvPr/>
          </p:nvSpPr>
          <p:spPr bwMode="auto">
            <a:xfrm>
              <a:off x="3445367" y="3137655"/>
              <a:ext cx="111760" cy="109741"/>
            </a:xfrm>
            <a:custGeom>
              <a:avLst/>
              <a:gdLst>
                <a:gd name="T0" fmla="*/ 10 w 166"/>
                <a:gd name="T1" fmla="*/ 163 h 163"/>
                <a:gd name="T2" fmla="*/ 0 w 166"/>
                <a:gd name="T3" fmla="*/ 156 h 163"/>
                <a:gd name="T4" fmla="*/ 159 w 166"/>
                <a:gd name="T5" fmla="*/ 0 h 163"/>
                <a:gd name="T6" fmla="*/ 166 w 166"/>
                <a:gd name="T7" fmla="*/ 7 h 163"/>
                <a:gd name="T8" fmla="*/ 10 w 166"/>
                <a:gd name="T9" fmla="*/ 163 h 163"/>
              </a:gdLst>
              <a:ahLst/>
              <a:cxnLst>
                <a:cxn ang="0">
                  <a:pos x="T0" y="T1"/>
                </a:cxn>
                <a:cxn ang="0">
                  <a:pos x="T2" y="T3"/>
                </a:cxn>
                <a:cxn ang="0">
                  <a:pos x="T4" y="T5"/>
                </a:cxn>
                <a:cxn ang="0">
                  <a:pos x="T6" y="T7"/>
                </a:cxn>
                <a:cxn ang="0">
                  <a:pos x="T8" y="T9"/>
                </a:cxn>
              </a:cxnLst>
              <a:rect l="0" t="0" r="r" b="b"/>
              <a:pathLst>
                <a:path w="166" h="163">
                  <a:moveTo>
                    <a:pt x="10" y="163"/>
                  </a:moveTo>
                  <a:lnTo>
                    <a:pt x="0" y="156"/>
                  </a:lnTo>
                  <a:lnTo>
                    <a:pt x="159" y="0"/>
                  </a:lnTo>
                  <a:lnTo>
                    <a:pt x="166" y="7"/>
                  </a:lnTo>
                  <a:lnTo>
                    <a:pt x="10" y="163"/>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7" name="Freeform 26"/>
            <p:cNvSpPr>
              <a:spLocks/>
            </p:cNvSpPr>
            <p:nvPr/>
          </p:nvSpPr>
          <p:spPr bwMode="auto">
            <a:xfrm>
              <a:off x="3461525" y="3151794"/>
              <a:ext cx="111760" cy="111760"/>
            </a:xfrm>
            <a:custGeom>
              <a:avLst/>
              <a:gdLst>
                <a:gd name="T0" fmla="*/ 7 w 166"/>
                <a:gd name="T1" fmla="*/ 166 h 166"/>
                <a:gd name="T2" fmla="*/ 0 w 166"/>
                <a:gd name="T3" fmla="*/ 156 h 166"/>
                <a:gd name="T4" fmla="*/ 156 w 166"/>
                <a:gd name="T5" fmla="*/ 0 h 166"/>
                <a:gd name="T6" fmla="*/ 166 w 166"/>
                <a:gd name="T7" fmla="*/ 7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6"/>
                  </a:lnTo>
                  <a:lnTo>
                    <a:pt x="156" y="0"/>
                  </a:lnTo>
                  <a:lnTo>
                    <a:pt x="166"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Freeform 27"/>
            <p:cNvSpPr>
              <a:spLocks/>
            </p:cNvSpPr>
            <p:nvPr/>
          </p:nvSpPr>
          <p:spPr bwMode="auto">
            <a:xfrm>
              <a:off x="3475663" y="3165932"/>
              <a:ext cx="111760" cy="111760"/>
            </a:xfrm>
            <a:custGeom>
              <a:avLst/>
              <a:gdLst>
                <a:gd name="T0" fmla="*/ 10 w 166"/>
                <a:gd name="T1" fmla="*/ 166 h 166"/>
                <a:gd name="T2" fmla="*/ 0 w 166"/>
                <a:gd name="T3" fmla="*/ 159 h 166"/>
                <a:gd name="T4" fmla="*/ 159 w 166"/>
                <a:gd name="T5" fmla="*/ 0 h 166"/>
                <a:gd name="T6" fmla="*/ 166 w 166"/>
                <a:gd name="T7" fmla="*/ 10 h 166"/>
                <a:gd name="T8" fmla="*/ 10 w 166"/>
                <a:gd name="T9" fmla="*/ 166 h 166"/>
              </a:gdLst>
              <a:ahLst/>
              <a:cxnLst>
                <a:cxn ang="0">
                  <a:pos x="T0" y="T1"/>
                </a:cxn>
                <a:cxn ang="0">
                  <a:pos x="T2" y="T3"/>
                </a:cxn>
                <a:cxn ang="0">
                  <a:pos x="T4" y="T5"/>
                </a:cxn>
                <a:cxn ang="0">
                  <a:pos x="T6" y="T7"/>
                </a:cxn>
                <a:cxn ang="0">
                  <a:pos x="T8" y="T9"/>
                </a:cxn>
              </a:cxnLst>
              <a:rect l="0" t="0" r="r" b="b"/>
              <a:pathLst>
                <a:path w="166" h="166">
                  <a:moveTo>
                    <a:pt x="10" y="166"/>
                  </a:moveTo>
                  <a:lnTo>
                    <a:pt x="0" y="159"/>
                  </a:lnTo>
                  <a:lnTo>
                    <a:pt x="159" y="0"/>
                  </a:lnTo>
                  <a:lnTo>
                    <a:pt x="166" y="10"/>
                  </a:lnTo>
                  <a:lnTo>
                    <a:pt x="10"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9" name="Freeform 28"/>
            <p:cNvSpPr>
              <a:spLocks/>
            </p:cNvSpPr>
            <p:nvPr/>
          </p:nvSpPr>
          <p:spPr bwMode="auto">
            <a:xfrm>
              <a:off x="3491822" y="3182090"/>
              <a:ext cx="109741" cy="111760"/>
            </a:xfrm>
            <a:custGeom>
              <a:avLst/>
              <a:gdLst>
                <a:gd name="T0" fmla="*/ 7 w 163"/>
                <a:gd name="T1" fmla="*/ 166 h 166"/>
                <a:gd name="T2" fmla="*/ 0 w 163"/>
                <a:gd name="T3" fmla="*/ 156 h 166"/>
                <a:gd name="T4" fmla="*/ 156 w 163"/>
                <a:gd name="T5" fmla="*/ 0 h 166"/>
                <a:gd name="T6" fmla="*/ 163 w 163"/>
                <a:gd name="T7" fmla="*/ 7 h 166"/>
                <a:gd name="T8" fmla="*/ 7 w 163"/>
                <a:gd name="T9" fmla="*/ 166 h 166"/>
              </a:gdLst>
              <a:ahLst/>
              <a:cxnLst>
                <a:cxn ang="0">
                  <a:pos x="T0" y="T1"/>
                </a:cxn>
                <a:cxn ang="0">
                  <a:pos x="T2" y="T3"/>
                </a:cxn>
                <a:cxn ang="0">
                  <a:pos x="T4" y="T5"/>
                </a:cxn>
                <a:cxn ang="0">
                  <a:pos x="T6" y="T7"/>
                </a:cxn>
                <a:cxn ang="0">
                  <a:pos x="T8" y="T9"/>
                </a:cxn>
              </a:cxnLst>
              <a:rect l="0" t="0" r="r" b="b"/>
              <a:pathLst>
                <a:path w="163" h="166">
                  <a:moveTo>
                    <a:pt x="7" y="166"/>
                  </a:moveTo>
                  <a:lnTo>
                    <a:pt x="0" y="156"/>
                  </a:lnTo>
                  <a:lnTo>
                    <a:pt x="156" y="0"/>
                  </a:lnTo>
                  <a:lnTo>
                    <a:pt x="163"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0" name="Freeform 29"/>
            <p:cNvSpPr>
              <a:spLocks/>
            </p:cNvSpPr>
            <p:nvPr/>
          </p:nvSpPr>
          <p:spPr bwMode="auto">
            <a:xfrm>
              <a:off x="3505960" y="3196228"/>
              <a:ext cx="111760" cy="111760"/>
            </a:xfrm>
            <a:custGeom>
              <a:avLst/>
              <a:gdLst>
                <a:gd name="T0" fmla="*/ 7 w 166"/>
                <a:gd name="T1" fmla="*/ 166 h 166"/>
                <a:gd name="T2" fmla="*/ 0 w 166"/>
                <a:gd name="T3" fmla="*/ 159 h 166"/>
                <a:gd name="T4" fmla="*/ 156 w 166"/>
                <a:gd name="T5" fmla="*/ 0 h 166"/>
                <a:gd name="T6" fmla="*/ 166 w 166"/>
                <a:gd name="T7" fmla="*/ 10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9"/>
                  </a:lnTo>
                  <a:lnTo>
                    <a:pt x="156" y="0"/>
                  </a:lnTo>
                  <a:lnTo>
                    <a:pt x="166" y="10"/>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1" name="Freeform 30"/>
            <p:cNvSpPr>
              <a:spLocks/>
            </p:cNvSpPr>
            <p:nvPr/>
          </p:nvSpPr>
          <p:spPr bwMode="auto">
            <a:xfrm>
              <a:off x="3520098" y="3212387"/>
              <a:ext cx="111760" cy="109741"/>
            </a:xfrm>
            <a:custGeom>
              <a:avLst/>
              <a:gdLst>
                <a:gd name="T0" fmla="*/ 10 w 166"/>
                <a:gd name="T1" fmla="*/ 163 h 163"/>
                <a:gd name="T2" fmla="*/ 0 w 166"/>
                <a:gd name="T3" fmla="*/ 156 h 163"/>
                <a:gd name="T4" fmla="*/ 159 w 166"/>
                <a:gd name="T5" fmla="*/ 0 h 163"/>
                <a:gd name="T6" fmla="*/ 166 w 166"/>
                <a:gd name="T7" fmla="*/ 7 h 163"/>
                <a:gd name="T8" fmla="*/ 10 w 166"/>
                <a:gd name="T9" fmla="*/ 163 h 163"/>
              </a:gdLst>
              <a:ahLst/>
              <a:cxnLst>
                <a:cxn ang="0">
                  <a:pos x="T0" y="T1"/>
                </a:cxn>
                <a:cxn ang="0">
                  <a:pos x="T2" y="T3"/>
                </a:cxn>
                <a:cxn ang="0">
                  <a:pos x="T4" y="T5"/>
                </a:cxn>
                <a:cxn ang="0">
                  <a:pos x="T6" y="T7"/>
                </a:cxn>
                <a:cxn ang="0">
                  <a:pos x="T8" y="T9"/>
                </a:cxn>
              </a:cxnLst>
              <a:rect l="0" t="0" r="r" b="b"/>
              <a:pathLst>
                <a:path w="166" h="163">
                  <a:moveTo>
                    <a:pt x="10" y="163"/>
                  </a:moveTo>
                  <a:lnTo>
                    <a:pt x="0" y="156"/>
                  </a:lnTo>
                  <a:lnTo>
                    <a:pt x="159" y="0"/>
                  </a:lnTo>
                  <a:lnTo>
                    <a:pt x="166" y="7"/>
                  </a:lnTo>
                  <a:lnTo>
                    <a:pt x="10" y="163"/>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2" name="Freeform 31"/>
            <p:cNvSpPr>
              <a:spLocks/>
            </p:cNvSpPr>
            <p:nvPr/>
          </p:nvSpPr>
          <p:spPr bwMode="auto">
            <a:xfrm>
              <a:off x="3536256" y="3226525"/>
              <a:ext cx="111760" cy="111760"/>
            </a:xfrm>
            <a:custGeom>
              <a:avLst/>
              <a:gdLst>
                <a:gd name="T0" fmla="*/ 7 w 166"/>
                <a:gd name="T1" fmla="*/ 166 h 166"/>
                <a:gd name="T2" fmla="*/ 0 w 166"/>
                <a:gd name="T3" fmla="*/ 159 h 166"/>
                <a:gd name="T4" fmla="*/ 156 w 166"/>
                <a:gd name="T5" fmla="*/ 0 h 166"/>
                <a:gd name="T6" fmla="*/ 166 w 166"/>
                <a:gd name="T7" fmla="*/ 10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9"/>
                  </a:lnTo>
                  <a:lnTo>
                    <a:pt x="156" y="0"/>
                  </a:lnTo>
                  <a:lnTo>
                    <a:pt x="166" y="10"/>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3" name="Freeform 32"/>
            <p:cNvSpPr>
              <a:spLocks/>
            </p:cNvSpPr>
            <p:nvPr/>
          </p:nvSpPr>
          <p:spPr bwMode="auto">
            <a:xfrm>
              <a:off x="3550395" y="3242683"/>
              <a:ext cx="111760" cy="109741"/>
            </a:xfrm>
            <a:custGeom>
              <a:avLst/>
              <a:gdLst>
                <a:gd name="T0" fmla="*/ 10 w 166"/>
                <a:gd name="T1" fmla="*/ 163 h 163"/>
                <a:gd name="T2" fmla="*/ 0 w 166"/>
                <a:gd name="T3" fmla="*/ 156 h 163"/>
                <a:gd name="T4" fmla="*/ 159 w 166"/>
                <a:gd name="T5" fmla="*/ 0 h 163"/>
                <a:gd name="T6" fmla="*/ 166 w 166"/>
                <a:gd name="T7" fmla="*/ 7 h 163"/>
                <a:gd name="T8" fmla="*/ 10 w 166"/>
                <a:gd name="T9" fmla="*/ 163 h 163"/>
              </a:gdLst>
              <a:ahLst/>
              <a:cxnLst>
                <a:cxn ang="0">
                  <a:pos x="T0" y="T1"/>
                </a:cxn>
                <a:cxn ang="0">
                  <a:pos x="T2" y="T3"/>
                </a:cxn>
                <a:cxn ang="0">
                  <a:pos x="T4" y="T5"/>
                </a:cxn>
                <a:cxn ang="0">
                  <a:pos x="T6" y="T7"/>
                </a:cxn>
                <a:cxn ang="0">
                  <a:pos x="T8" y="T9"/>
                </a:cxn>
              </a:cxnLst>
              <a:rect l="0" t="0" r="r" b="b"/>
              <a:pathLst>
                <a:path w="166" h="163">
                  <a:moveTo>
                    <a:pt x="10" y="163"/>
                  </a:moveTo>
                  <a:lnTo>
                    <a:pt x="0" y="156"/>
                  </a:lnTo>
                  <a:lnTo>
                    <a:pt x="159" y="0"/>
                  </a:lnTo>
                  <a:lnTo>
                    <a:pt x="166" y="7"/>
                  </a:lnTo>
                  <a:lnTo>
                    <a:pt x="10" y="163"/>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Freeform 33"/>
            <p:cNvSpPr>
              <a:spLocks/>
            </p:cNvSpPr>
            <p:nvPr/>
          </p:nvSpPr>
          <p:spPr bwMode="auto">
            <a:xfrm>
              <a:off x="3566553" y="3256821"/>
              <a:ext cx="111760" cy="111760"/>
            </a:xfrm>
            <a:custGeom>
              <a:avLst/>
              <a:gdLst>
                <a:gd name="T0" fmla="*/ 7 w 166"/>
                <a:gd name="T1" fmla="*/ 166 h 166"/>
                <a:gd name="T2" fmla="*/ 0 w 166"/>
                <a:gd name="T3" fmla="*/ 156 h 166"/>
                <a:gd name="T4" fmla="*/ 156 w 166"/>
                <a:gd name="T5" fmla="*/ 0 h 166"/>
                <a:gd name="T6" fmla="*/ 166 w 166"/>
                <a:gd name="T7" fmla="*/ 7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6"/>
                  </a:lnTo>
                  <a:lnTo>
                    <a:pt x="156" y="0"/>
                  </a:lnTo>
                  <a:lnTo>
                    <a:pt x="166"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Freeform 34"/>
            <p:cNvSpPr>
              <a:spLocks/>
            </p:cNvSpPr>
            <p:nvPr/>
          </p:nvSpPr>
          <p:spPr bwMode="auto">
            <a:xfrm>
              <a:off x="3580691" y="3271633"/>
              <a:ext cx="111760" cy="111087"/>
            </a:xfrm>
            <a:custGeom>
              <a:avLst/>
              <a:gdLst>
                <a:gd name="T0" fmla="*/ 10 w 166"/>
                <a:gd name="T1" fmla="*/ 165 h 165"/>
                <a:gd name="T2" fmla="*/ 0 w 166"/>
                <a:gd name="T3" fmla="*/ 158 h 165"/>
                <a:gd name="T4" fmla="*/ 159 w 166"/>
                <a:gd name="T5" fmla="*/ 0 h 165"/>
                <a:gd name="T6" fmla="*/ 166 w 166"/>
                <a:gd name="T7" fmla="*/ 9 h 165"/>
                <a:gd name="T8" fmla="*/ 10 w 166"/>
                <a:gd name="T9" fmla="*/ 165 h 165"/>
              </a:gdLst>
              <a:ahLst/>
              <a:cxnLst>
                <a:cxn ang="0">
                  <a:pos x="T0" y="T1"/>
                </a:cxn>
                <a:cxn ang="0">
                  <a:pos x="T2" y="T3"/>
                </a:cxn>
                <a:cxn ang="0">
                  <a:pos x="T4" y="T5"/>
                </a:cxn>
                <a:cxn ang="0">
                  <a:pos x="T6" y="T7"/>
                </a:cxn>
                <a:cxn ang="0">
                  <a:pos x="T8" y="T9"/>
                </a:cxn>
              </a:cxnLst>
              <a:rect l="0" t="0" r="r" b="b"/>
              <a:pathLst>
                <a:path w="166" h="165">
                  <a:moveTo>
                    <a:pt x="10" y="165"/>
                  </a:moveTo>
                  <a:lnTo>
                    <a:pt x="0" y="158"/>
                  </a:lnTo>
                  <a:lnTo>
                    <a:pt x="159" y="0"/>
                  </a:lnTo>
                  <a:lnTo>
                    <a:pt x="166" y="9"/>
                  </a:lnTo>
                  <a:lnTo>
                    <a:pt x="10" y="165"/>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Freeform 35"/>
            <p:cNvSpPr>
              <a:spLocks/>
            </p:cNvSpPr>
            <p:nvPr/>
          </p:nvSpPr>
          <p:spPr bwMode="auto">
            <a:xfrm>
              <a:off x="3596849" y="3287118"/>
              <a:ext cx="109741" cy="111760"/>
            </a:xfrm>
            <a:custGeom>
              <a:avLst/>
              <a:gdLst>
                <a:gd name="T0" fmla="*/ 7 w 163"/>
                <a:gd name="T1" fmla="*/ 166 h 166"/>
                <a:gd name="T2" fmla="*/ 0 w 163"/>
                <a:gd name="T3" fmla="*/ 156 h 166"/>
                <a:gd name="T4" fmla="*/ 156 w 163"/>
                <a:gd name="T5" fmla="*/ 0 h 166"/>
                <a:gd name="T6" fmla="*/ 163 w 163"/>
                <a:gd name="T7" fmla="*/ 7 h 166"/>
                <a:gd name="T8" fmla="*/ 7 w 163"/>
                <a:gd name="T9" fmla="*/ 166 h 166"/>
              </a:gdLst>
              <a:ahLst/>
              <a:cxnLst>
                <a:cxn ang="0">
                  <a:pos x="T0" y="T1"/>
                </a:cxn>
                <a:cxn ang="0">
                  <a:pos x="T2" y="T3"/>
                </a:cxn>
                <a:cxn ang="0">
                  <a:pos x="T4" y="T5"/>
                </a:cxn>
                <a:cxn ang="0">
                  <a:pos x="T6" y="T7"/>
                </a:cxn>
                <a:cxn ang="0">
                  <a:pos x="T8" y="T9"/>
                </a:cxn>
              </a:cxnLst>
              <a:rect l="0" t="0" r="r" b="b"/>
              <a:pathLst>
                <a:path w="163" h="166">
                  <a:moveTo>
                    <a:pt x="7" y="166"/>
                  </a:moveTo>
                  <a:lnTo>
                    <a:pt x="0" y="156"/>
                  </a:lnTo>
                  <a:lnTo>
                    <a:pt x="156" y="0"/>
                  </a:lnTo>
                  <a:lnTo>
                    <a:pt x="163"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7" name="Freeform 36"/>
            <p:cNvSpPr>
              <a:spLocks/>
            </p:cNvSpPr>
            <p:nvPr/>
          </p:nvSpPr>
          <p:spPr bwMode="auto">
            <a:xfrm>
              <a:off x="3426516" y="2059774"/>
              <a:ext cx="1312174" cy="1313521"/>
            </a:xfrm>
            <a:custGeom>
              <a:avLst/>
              <a:gdLst>
                <a:gd name="T0" fmla="*/ 141 w 824"/>
                <a:gd name="T1" fmla="*/ 825 h 825"/>
                <a:gd name="T2" fmla="*/ 482 w 824"/>
                <a:gd name="T3" fmla="*/ 564 h 825"/>
                <a:gd name="T4" fmla="*/ 763 w 824"/>
                <a:gd name="T5" fmla="*/ 61 h 825"/>
                <a:gd name="T6" fmla="*/ 261 w 824"/>
                <a:gd name="T7" fmla="*/ 343 h 825"/>
                <a:gd name="T8" fmla="*/ 0 w 824"/>
                <a:gd name="T9" fmla="*/ 683 h 825"/>
                <a:gd name="T10" fmla="*/ 141 w 824"/>
                <a:gd name="T11" fmla="*/ 825 h 825"/>
              </a:gdLst>
              <a:ahLst/>
              <a:cxnLst>
                <a:cxn ang="0">
                  <a:pos x="T0" y="T1"/>
                </a:cxn>
                <a:cxn ang="0">
                  <a:pos x="T2" y="T3"/>
                </a:cxn>
                <a:cxn ang="0">
                  <a:pos x="T4" y="T5"/>
                </a:cxn>
                <a:cxn ang="0">
                  <a:pos x="T6" y="T7"/>
                </a:cxn>
                <a:cxn ang="0">
                  <a:pos x="T8" y="T9"/>
                </a:cxn>
                <a:cxn ang="0">
                  <a:pos x="T10" y="T11"/>
                </a:cxn>
              </a:cxnLst>
              <a:rect l="0" t="0" r="r" b="b"/>
              <a:pathLst>
                <a:path w="824" h="825">
                  <a:moveTo>
                    <a:pt x="141" y="825"/>
                  </a:moveTo>
                  <a:cubicBezTo>
                    <a:pt x="237" y="778"/>
                    <a:pt x="361" y="685"/>
                    <a:pt x="482" y="564"/>
                  </a:cubicBezTo>
                  <a:cubicBezTo>
                    <a:pt x="698" y="348"/>
                    <a:pt x="824" y="123"/>
                    <a:pt x="763" y="61"/>
                  </a:cubicBezTo>
                  <a:cubicBezTo>
                    <a:pt x="702" y="0"/>
                    <a:pt x="477" y="126"/>
                    <a:pt x="261" y="343"/>
                  </a:cubicBezTo>
                  <a:cubicBezTo>
                    <a:pt x="140" y="464"/>
                    <a:pt x="47" y="587"/>
                    <a:pt x="0" y="683"/>
                  </a:cubicBezTo>
                  <a:cubicBezTo>
                    <a:pt x="141" y="825"/>
                    <a:pt x="141" y="825"/>
                    <a:pt x="141" y="825"/>
                  </a:cubicBezTo>
                </a:path>
              </a:pathLst>
            </a:custGeom>
            <a:solidFill>
              <a:schemeClr val="tx2">
                <a:lumMod val="20000"/>
                <a:lumOff val="80000"/>
              </a:schemeClr>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8" name="Freeform 37"/>
            <p:cNvSpPr>
              <a:spLocks/>
            </p:cNvSpPr>
            <p:nvPr/>
          </p:nvSpPr>
          <p:spPr bwMode="auto">
            <a:xfrm>
              <a:off x="3549048" y="2779484"/>
              <a:ext cx="469932" cy="471279"/>
            </a:xfrm>
            <a:custGeom>
              <a:avLst/>
              <a:gdLst>
                <a:gd name="T0" fmla="*/ 205 w 295"/>
                <a:gd name="T1" fmla="*/ 285 h 296"/>
                <a:gd name="T2" fmla="*/ 295 w 295"/>
                <a:gd name="T3" fmla="*/ 213 h 296"/>
                <a:gd name="T4" fmla="*/ 176 w 295"/>
                <a:gd name="T5" fmla="*/ 120 h 296"/>
                <a:gd name="T6" fmla="*/ 82 w 295"/>
                <a:gd name="T7" fmla="*/ 0 h 296"/>
                <a:gd name="T8" fmla="*/ 11 w 295"/>
                <a:gd name="T9" fmla="*/ 90 h 296"/>
                <a:gd name="T10" fmla="*/ 95 w 295"/>
                <a:gd name="T11" fmla="*/ 201 h 296"/>
                <a:gd name="T12" fmla="*/ 205 w 295"/>
                <a:gd name="T13" fmla="*/ 285 h 296"/>
              </a:gdLst>
              <a:ahLst/>
              <a:cxnLst>
                <a:cxn ang="0">
                  <a:pos x="T0" y="T1"/>
                </a:cxn>
                <a:cxn ang="0">
                  <a:pos x="T2" y="T3"/>
                </a:cxn>
                <a:cxn ang="0">
                  <a:pos x="T4" y="T5"/>
                </a:cxn>
                <a:cxn ang="0">
                  <a:pos x="T6" y="T7"/>
                </a:cxn>
                <a:cxn ang="0">
                  <a:pos x="T8" y="T9"/>
                </a:cxn>
                <a:cxn ang="0">
                  <a:pos x="T10" y="T11"/>
                </a:cxn>
                <a:cxn ang="0">
                  <a:pos x="T12" y="T13"/>
                </a:cxn>
              </a:cxnLst>
              <a:rect l="0" t="0" r="r" b="b"/>
              <a:pathLst>
                <a:path w="295" h="296">
                  <a:moveTo>
                    <a:pt x="205" y="285"/>
                  </a:moveTo>
                  <a:cubicBezTo>
                    <a:pt x="235" y="263"/>
                    <a:pt x="265" y="240"/>
                    <a:pt x="295" y="213"/>
                  </a:cubicBezTo>
                  <a:cubicBezTo>
                    <a:pt x="295" y="213"/>
                    <a:pt x="281" y="225"/>
                    <a:pt x="176" y="120"/>
                  </a:cubicBezTo>
                  <a:cubicBezTo>
                    <a:pt x="71" y="15"/>
                    <a:pt x="82" y="0"/>
                    <a:pt x="82" y="0"/>
                  </a:cubicBezTo>
                  <a:cubicBezTo>
                    <a:pt x="56" y="31"/>
                    <a:pt x="32" y="61"/>
                    <a:pt x="11" y="90"/>
                  </a:cubicBezTo>
                  <a:cubicBezTo>
                    <a:pt x="11" y="90"/>
                    <a:pt x="0" y="105"/>
                    <a:pt x="95" y="201"/>
                  </a:cubicBezTo>
                  <a:cubicBezTo>
                    <a:pt x="190" y="296"/>
                    <a:pt x="205" y="285"/>
                    <a:pt x="205" y="285"/>
                  </a:cubicBezTo>
                  <a:close/>
                </a:path>
              </a:pathLst>
            </a:custGeom>
            <a:solidFill>
              <a:schemeClr val="accent2"/>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Freeform 38"/>
            <p:cNvSpPr>
              <a:spLocks/>
            </p:cNvSpPr>
            <p:nvPr/>
          </p:nvSpPr>
          <p:spPr bwMode="auto">
            <a:xfrm>
              <a:off x="4179888" y="2092763"/>
              <a:ext cx="526485" cy="527159"/>
            </a:xfrm>
            <a:custGeom>
              <a:avLst/>
              <a:gdLst>
                <a:gd name="T0" fmla="*/ 191 w 331"/>
                <a:gd name="T1" fmla="*/ 331 h 331"/>
                <a:gd name="T2" fmla="*/ 290 w 331"/>
                <a:gd name="T3" fmla="*/ 40 h 331"/>
                <a:gd name="T4" fmla="*/ 0 w 331"/>
                <a:gd name="T5" fmla="*/ 140 h 331"/>
                <a:gd name="T6" fmla="*/ 75 w 331"/>
                <a:gd name="T7" fmla="*/ 256 h 331"/>
                <a:gd name="T8" fmla="*/ 191 w 331"/>
                <a:gd name="T9" fmla="*/ 331 h 331"/>
              </a:gdLst>
              <a:ahLst/>
              <a:cxnLst>
                <a:cxn ang="0">
                  <a:pos x="T0" y="T1"/>
                </a:cxn>
                <a:cxn ang="0">
                  <a:pos x="T2" y="T3"/>
                </a:cxn>
                <a:cxn ang="0">
                  <a:pos x="T4" y="T5"/>
                </a:cxn>
                <a:cxn ang="0">
                  <a:pos x="T6" y="T7"/>
                </a:cxn>
                <a:cxn ang="0">
                  <a:pos x="T8" y="T9"/>
                </a:cxn>
              </a:cxnLst>
              <a:rect l="0" t="0" r="r" b="b"/>
              <a:pathLst>
                <a:path w="331" h="331">
                  <a:moveTo>
                    <a:pt x="191" y="331"/>
                  </a:moveTo>
                  <a:cubicBezTo>
                    <a:pt x="288" y="195"/>
                    <a:pt x="331" y="81"/>
                    <a:pt x="290" y="40"/>
                  </a:cubicBezTo>
                  <a:cubicBezTo>
                    <a:pt x="249" y="0"/>
                    <a:pt x="135" y="42"/>
                    <a:pt x="0" y="140"/>
                  </a:cubicBezTo>
                  <a:cubicBezTo>
                    <a:pt x="0" y="140"/>
                    <a:pt x="20" y="202"/>
                    <a:pt x="75" y="256"/>
                  </a:cubicBezTo>
                  <a:cubicBezTo>
                    <a:pt x="129" y="310"/>
                    <a:pt x="191" y="331"/>
                    <a:pt x="191" y="331"/>
                  </a:cubicBezTo>
                  <a:close/>
                </a:path>
              </a:pathLst>
            </a:custGeom>
            <a:solidFill>
              <a:schemeClr val="accent4"/>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0" name="Freeform 39"/>
            <p:cNvSpPr>
              <a:spLocks/>
            </p:cNvSpPr>
            <p:nvPr/>
          </p:nvSpPr>
          <p:spPr bwMode="auto">
            <a:xfrm>
              <a:off x="4009555" y="2486618"/>
              <a:ext cx="302292" cy="303638"/>
            </a:xfrm>
            <a:custGeom>
              <a:avLst/>
              <a:gdLst>
                <a:gd name="T0" fmla="*/ 156 w 190"/>
                <a:gd name="T1" fmla="*/ 157 h 191"/>
                <a:gd name="T2" fmla="*/ 34 w 190"/>
                <a:gd name="T3" fmla="*/ 157 h 191"/>
                <a:gd name="T4" fmla="*/ 34 w 190"/>
                <a:gd name="T5" fmla="*/ 34 h 191"/>
                <a:gd name="T6" fmla="*/ 156 w 190"/>
                <a:gd name="T7" fmla="*/ 34 h 191"/>
                <a:gd name="T8" fmla="*/ 156 w 190"/>
                <a:gd name="T9" fmla="*/ 157 h 191"/>
              </a:gdLst>
              <a:ahLst/>
              <a:cxnLst>
                <a:cxn ang="0">
                  <a:pos x="T0" y="T1"/>
                </a:cxn>
                <a:cxn ang="0">
                  <a:pos x="T2" y="T3"/>
                </a:cxn>
                <a:cxn ang="0">
                  <a:pos x="T4" y="T5"/>
                </a:cxn>
                <a:cxn ang="0">
                  <a:pos x="T6" y="T7"/>
                </a:cxn>
                <a:cxn ang="0">
                  <a:pos x="T8" y="T9"/>
                </a:cxn>
              </a:cxnLst>
              <a:rect l="0" t="0" r="r" b="b"/>
              <a:pathLst>
                <a:path w="190" h="191">
                  <a:moveTo>
                    <a:pt x="156" y="157"/>
                  </a:moveTo>
                  <a:cubicBezTo>
                    <a:pt x="122" y="191"/>
                    <a:pt x="68" y="191"/>
                    <a:pt x="34" y="157"/>
                  </a:cubicBezTo>
                  <a:cubicBezTo>
                    <a:pt x="0" y="123"/>
                    <a:pt x="0" y="68"/>
                    <a:pt x="34" y="34"/>
                  </a:cubicBezTo>
                  <a:cubicBezTo>
                    <a:pt x="68" y="0"/>
                    <a:pt x="122" y="0"/>
                    <a:pt x="156" y="34"/>
                  </a:cubicBezTo>
                  <a:cubicBezTo>
                    <a:pt x="190" y="68"/>
                    <a:pt x="190" y="123"/>
                    <a:pt x="156" y="157"/>
                  </a:cubicBezTo>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1" name="Freeform 40"/>
            <p:cNvSpPr>
              <a:spLocks/>
            </p:cNvSpPr>
            <p:nvPr/>
          </p:nvSpPr>
          <p:spPr bwMode="auto">
            <a:xfrm>
              <a:off x="4036485" y="2513548"/>
              <a:ext cx="248431" cy="249778"/>
            </a:xfrm>
            <a:custGeom>
              <a:avLst/>
              <a:gdLst>
                <a:gd name="T0" fmla="*/ 107 w 156"/>
                <a:gd name="T1" fmla="*/ 141 h 157"/>
                <a:gd name="T2" fmla="*/ 16 w 156"/>
                <a:gd name="T3" fmla="*/ 108 h 157"/>
                <a:gd name="T4" fmla="*/ 49 w 156"/>
                <a:gd name="T5" fmla="*/ 17 h 157"/>
                <a:gd name="T6" fmla="*/ 140 w 156"/>
                <a:gd name="T7" fmla="*/ 50 h 157"/>
                <a:gd name="T8" fmla="*/ 107 w 156"/>
                <a:gd name="T9" fmla="*/ 141 h 157"/>
              </a:gdLst>
              <a:ahLst/>
              <a:cxnLst>
                <a:cxn ang="0">
                  <a:pos x="T0" y="T1"/>
                </a:cxn>
                <a:cxn ang="0">
                  <a:pos x="T2" y="T3"/>
                </a:cxn>
                <a:cxn ang="0">
                  <a:pos x="T4" y="T5"/>
                </a:cxn>
                <a:cxn ang="0">
                  <a:pos x="T6" y="T7"/>
                </a:cxn>
                <a:cxn ang="0">
                  <a:pos x="T8" y="T9"/>
                </a:cxn>
              </a:cxnLst>
              <a:rect l="0" t="0" r="r" b="b"/>
              <a:pathLst>
                <a:path w="156" h="157">
                  <a:moveTo>
                    <a:pt x="107" y="141"/>
                  </a:moveTo>
                  <a:cubicBezTo>
                    <a:pt x="73" y="157"/>
                    <a:pt x="32" y="142"/>
                    <a:pt x="16" y="108"/>
                  </a:cubicBezTo>
                  <a:cubicBezTo>
                    <a:pt x="0" y="73"/>
                    <a:pt x="15" y="33"/>
                    <a:pt x="49" y="17"/>
                  </a:cubicBezTo>
                  <a:cubicBezTo>
                    <a:pt x="83" y="0"/>
                    <a:pt x="124" y="15"/>
                    <a:pt x="140" y="50"/>
                  </a:cubicBezTo>
                  <a:cubicBezTo>
                    <a:pt x="156" y="84"/>
                    <a:pt x="141" y="125"/>
                    <a:pt x="107" y="141"/>
                  </a:cubicBezTo>
                </a:path>
              </a:pathLst>
            </a:custGeom>
            <a:solidFill>
              <a:schemeClr val="bg2"/>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Freeform 44"/>
            <p:cNvSpPr>
              <a:spLocks/>
            </p:cNvSpPr>
            <p:nvPr/>
          </p:nvSpPr>
          <p:spPr bwMode="auto">
            <a:xfrm>
              <a:off x="4238461" y="2540478"/>
              <a:ext cx="18851" cy="18851"/>
            </a:xfrm>
            <a:custGeom>
              <a:avLst/>
              <a:gdLst>
                <a:gd name="T0" fmla="*/ 10 w 12"/>
                <a:gd name="T1" fmla="*/ 10 h 12"/>
                <a:gd name="T2" fmla="*/ 2 w 12"/>
                <a:gd name="T3" fmla="*/ 10 h 12"/>
                <a:gd name="T4" fmla="*/ 2 w 12"/>
                <a:gd name="T5" fmla="*/ 3 h 12"/>
                <a:gd name="T6" fmla="*/ 10 w 12"/>
                <a:gd name="T7" fmla="*/ 3 h 12"/>
                <a:gd name="T8" fmla="*/ 10 w 12"/>
                <a:gd name="T9" fmla="*/ 10 h 12"/>
              </a:gdLst>
              <a:ahLst/>
              <a:cxnLst>
                <a:cxn ang="0">
                  <a:pos x="T0" y="T1"/>
                </a:cxn>
                <a:cxn ang="0">
                  <a:pos x="T2" y="T3"/>
                </a:cxn>
                <a:cxn ang="0">
                  <a:pos x="T4" y="T5"/>
                </a:cxn>
                <a:cxn ang="0">
                  <a:pos x="T6" y="T7"/>
                </a:cxn>
                <a:cxn ang="0">
                  <a:pos x="T8" y="T9"/>
                </a:cxn>
              </a:cxnLst>
              <a:rect l="0" t="0" r="r" b="b"/>
              <a:pathLst>
                <a:path w="12" h="12">
                  <a:moveTo>
                    <a:pt x="10" y="10"/>
                  </a:moveTo>
                  <a:cubicBezTo>
                    <a:pt x="8" y="12"/>
                    <a:pt x="4" y="12"/>
                    <a:pt x="2" y="10"/>
                  </a:cubicBezTo>
                  <a:cubicBezTo>
                    <a:pt x="0" y="8"/>
                    <a:pt x="0" y="5"/>
                    <a:pt x="2" y="3"/>
                  </a:cubicBezTo>
                  <a:cubicBezTo>
                    <a:pt x="4" y="0"/>
                    <a:pt x="8" y="0"/>
                    <a:pt x="10" y="3"/>
                  </a:cubicBezTo>
                  <a:cubicBezTo>
                    <a:pt x="12" y="5"/>
                    <a:pt x="12" y="8"/>
                    <a:pt x="10" y="10"/>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3" name="Freeform 45"/>
            <p:cNvSpPr>
              <a:spLocks/>
            </p:cNvSpPr>
            <p:nvPr/>
          </p:nvSpPr>
          <p:spPr bwMode="auto">
            <a:xfrm>
              <a:off x="4182581" y="2508835"/>
              <a:ext cx="19524" cy="18851"/>
            </a:xfrm>
            <a:custGeom>
              <a:avLst/>
              <a:gdLst>
                <a:gd name="T0" fmla="*/ 12 w 12"/>
                <a:gd name="T1" fmla="*/ 8 h 12"/>
                <a:gd name="T2" fmla="*/ 5 w 12"/>
                <a:gd name="T3" fmla="*/ 12 h 12"/>
                <a:gd name="T4" fmla="*/ 1 w 12"/>
                <a:gd name="T5" fmla="*/ 5 h 12"/>
                <a:gd name="T6" fmla="*/ 8 w 12"/>
                <a:gd name="T7" fmla="*/ 1 h 12"/>
                <a:gd name="T8" fmla="*/ 12 w 12"/>
                <a:gd name="T9" fmla="*/ 8 h 12"/>
              </a:gdLst>
              <a:ahLst/>
              <a:cxnLst>
                <a:cxn ang="0">
                  <a:pos x="T0" y="T1"/>
                </a:cxn>
                <a:cxn ang="0">
                  <a:pos x="T2" y="T3"/>
                </a:cxn>
                <a:cxn ang="0">
                  <a:pos x="T4" y="T5"/>
                </a:cxn>
                <a:cxn ang="0">
                  <a:pos x="T6" y="T7"/>
                </a:cxn>
                <a:cxn ang="0">
                  <a:pos x="T8" y="T9"/>
                </a:cxn>
              </a:cxnLst>
              <a:rect l="0" t="0" r="r" b="b"/>
              <a:pathLst>
                <a:path w="12" h="12">
                  <a:moveTo>
                    <a:pt x="12" y="8"/>
                  </a:moveTo>
                  <a:cubicBezTo>
                    <a:pt x="11" y="11"/>
                    <a:pt x="8" y="12"/>
                    <a:pt x="5" y="12"/>
                  </a:cubicBezTo>
                  <a:cubicBezTo>
                    <a:pt x="2" y="11"/>
                    <a:pt x="0" y="8"/>
                    <a:pt x="1" y="5"/>
                  </a:cubicBezTo>
                  <a:cubicBezTo>
                    <a:pt x="2" y="2"/>
                    <a:pt x="5" y="0"/>
                    <a:pt x="8" y="1"/>
                  </a:cubicBezTo>
                  <a:cubicBezTo>
                    <a:pt x="11" y="2"/>
                    <a:pt x="12" y="5"/>
                    <a:pt x="12" y="8"/>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4" name="Freeform 46"/>
            <p:cNvSpPr>
              <a:spLocks/>
            </p:cNvSpPr>
            <p:nvPr/>
          </p:nvSpPr>
          <p:spPr bwMode="auto">
            <a:xfrm>
              <a:off x="4119295" y="2508835"/>
              <a:ext cx="18851" cy="18851"/>
            </a:xfrm>
            <a:custGeom>
              <a:avLst/>
              <a:gdLst>
                <a:gd name="T0" fmla="*/ 11 w 12"/>
                <a:gd name="T1" fmla="*/ 5 h 12"/>
                <a:gd name="T2" fmla="*/ 7 w 12"/>
                <a:gd name="T3" fmla="*/ 12 h 12"/>
                <a:gd name="T4" fmla="*/ 0 w 12"/>
                <a:gd name="T5" fmla="*/ 8 h 12"/>
                <a:gd name="T6" fmla="*/ 4 w 12"/>
                <a:gd name="T7" fmla="*/ 1 h 12"/>
                <a:gd name="T8" fmla="*/ 11 w 12"/>
                <a:gd name="T9" fmla="*/ 5 h 12"/>
              </a:gdLst>
              <a:ahLst/>
              <a:cxnLst>
                <a:cxn ang="0">
                  <a:pos x="T0" y="T1"/>
                </a:cxn>
                <a:cxn ang="0">
                  <a:pos x="T2" y="T3"/>
                </a:cxn>
                <a:cxn ang="0">
                  <a:pos x="T4" y="T5"/>
                </a:cxn>
                <a:cxn ang="0">
                  <a:pos x="T6" y="T7"/>
                </a:cxn>
                <a:cxn ang="0">
                  <a:pos x="T8" y="T9"/>
                </a:cxn>
              </a:cxnLst>
              <a:rect l="0" t="0" r="r" b="b"/>
              <a:pathLst>
                <a:path w="12" h="12">
                  <a:moveTo>
                    <a:pt x="11" y="5"/>
                  </a:moveTo>
                  <a:cubicBezTo>
                    <a:pt x="12" y="8"/>
                    <a:pt x="10" y="11"/>
                    <a:pt x="7" y="12"/>
                  </a:cubicBezTo>
                  <a:cubicBezTo>
                    <a:pt x="4" y="12"/>
                    <a:pt x="1" y="11"/>
                    <a:pt x="0" y="8"/>
                  </a:cubicBezTo>
                  <a:cubicBezTo>
                    <a:pt x="0" y="5"/>
                    <a:pt x="1" y="2"/>
                    <a:pt x="4" y="1"/>
                  </a:cubicBezTo>
                  <a:cubicBezTo>
                    <a:pt x="7" y="0"/>
                    <a:pt x="10" y="2"/>
                    <a:pt x="11" y="5"/>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5" name="Freeform 47"/>
            <p:cNvSpPr>
              <a:spLocks/>
            </p:cNvSpPr>
            <p:nvPr/>
          </p:nvSpPr>
          <p:spPr bwMode="auto">
            <a:xfrm>
              <a:off x="4063415" y="2540478"/>
              <a:ext cx="18851" cy="18851"/>
            </a:xfrm>
            <a:custGeom>
              <a:avLst/>
              <a:gdLst>
                <a:gd name="T0" fmla="*/ 10 w 12"/>
                <a:gd name="T1" fmla="*/ 3 h 12"/>
                <a:gd name="T2" fmla="*/ 10 w 12"/>
                <a:gd name="T3" fmla="*/ 10 h 12"/>
                <a:gd name="T4" fmla="*/ 2 w 12"/>
                <a:gd name="T5" fmla="*/ 10 h 12"/>
                <a:gd name="T6" fmla="*/ 2 w 12"/>
                <a:gd name="T7" fmla="*/ 3 h 12"/>
                <a:gd name="T8" fmla="*/ 10 w 12"/>
                <a:gd name="T9" fmla="*/ 3 h 12"/>
              </a:gdLst>
              <a:ahLst/>
              <a:cxnLst>
                <a:cxn ang="0">
                  <a:pos x="T0" y="T1"/>
                </a:cxn>
                <a:cxn ang="0">
                  <a:pos x="T2" y="T3"/>
                </a:cxn>
                <a:cxn ang="0">
                  <a:pos x="T4" y="T5"/>
                </a:cxn>
                <a:cxn ang="0">
                  <a:pos x="T6" y="T7"/>
                </a:cxn>
                <a:cxn ang="0">
                  <a:pos x="T8" y="T9"/>
                </a:cxn>
              </a:cxnLst>
              <a:rect l="0" t="0" r="r" b="b"/>
              <a:pathLst>
                <a:path w="12" h="12">
                  <a:moveTo>
                    <a:pt x="10" y="3"/>
                  </a:moveTo>
                  <a:cubicBezTo>
                    <a:pt x="12" y="5"/>
                    <a:pt x="12" y="8"/>
                    <a:pt x="10" y="10"/>
                  </a:cubicBezTo>
                  <a:cubicBezTo>
                    <a:pt x="8" y="12"/>
                    <a:pt x="4" y="12"/>
                    <a:pt x="2" y="10"/>
                  </a:cubicBezTo>
                  <a:cubicBezTo>
                    <a:pt x="0" y="8"/>
                    <a:pt x="0" y="5"/>
                    <a:pt x="2" y="3"/>
                  </a:cubicBezTo>
                  <a:cubicBezTo>
                    <a:pt x="4" y="0"/>
                    <a:pt x="8" y="0"/>
                    <a:pt x="10" y="3"/>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Freeform 48"/>
            <p:cNvSpPr>
              <a:spLocks/>
            </p:cNvSpPr>
            <p:nvPr/>
          </p:nvSpPr>
          <p:spPr bwMode="auto">
            <a:xfrm>
              <a:off x="4029752" y="2596358"/>
              <a:ext cx="20871" cy="20198"/>
            </a:xfrm>
            <a:custGeom>
              <a:avLst/>
              <a:gdLst>
                <a:gd name="T0" fmla="*/ 8 w 13"/>
                <a:gd name="T1" fmla="*/ 1 h 13"/>
                <a:gd name="T2" fmla="*/ 12 w 13"/>
                <a:gd name="T3" fmla="*/ 8 h 13"/>
                <a:gd name="T4" fmla="*/ 5 w 13"/>
                <a:gd name="T5" fmla="*/ 12 h 13"/>
                <a:gd name="T6" fmla="*/ 1 w 13"/>
                <a:gd name="T7" fmla="*/ 5 h 13"/>
                <a:gd name="T8" fmla="*/ 8 w 13"/>
                <a:gd name="T9" fmla="*/ 1 h 13"/>
              </a:gdLst>
              <a:ahLst/>
              <a:cxnLst>
                <a:cxn ang="0">
                  <a:pos x="T0" y="T1"/>
                </a:cxn>
                <a:cxn ang="0">
                  <a:pos x="T2" y="T3"/>
                </a:cxn>
                <a:cxn ang="0">
                  <a:pos x="T4" y="T5"/>
                </a:cxn>
                <a:cxn ang="0">
                  <a:pos x="T6" y="T7"/>
                </a:cxn>
                <a:cxn ang="0">
                  <a:pos x="T8" y="T9"/>
                </a:cxn>
              </a:cxnLst>
              <a:rect l="0" t="0" r="r" b="b"/>
              <a:pathLst>
                <a:path w="13" h="13">
                  <a:moveTo>
                    <a:pt x="8" y="1"/>
                  </a:moveTo>
                  <a:cubicBezTo>
                    <a:pt x="11" y="2"/>
                    <a:pt x="13" y="5"/>
                    <a:pt x="12" y="8"/>
                  </a:cubicBezTo>
                  <a:cubicBezTo>
                    <a:pt x="11" y="11"/>
                    <a:pt x="8" y="13"/>
                    <a:pt x="5" y="12"/>
                  </a:cubicBezTo>
                  <a:cubicBezTo>
                    <a:pt x="2" y="11"/>
                    <a:pt x="0" y="8"/>
                    <a:pt x="1" y="5"/>
                  </a:cubicBezTo>
                  <a:cubicBezTo>
                    <a:pt x="2" y="2"/>
                    <a:pt x="5" y="0"/>
                    <a:pt x="8" y="1"/>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7" name="Freeform 49"/>
            <p:cNvSpPr>
              <a:spLocks/>
            </p:cNvSpPr>
            <p:nvPr/>
          </p:nvSpPr>
          <p:spPr bwMode="auto">
            <a:xfrm>
              <a:off x="4029752" y="2661664"/>
              <a:ext cx="20871" cy="18851"/>
            </a:xfrm>
            <a:custGeom>
              <a:avLst/>
              <a:gdLst>
                <a:gd name="T0" fmla="*/ 5 w 13"/>
                <a:gd name="T1" fmla="*/ 1 h 12"/>
                <a:gd name="T2" fmla="*/ 12 w 13"/>
                <a:gd name="T3" fmla="*/ 4 h 12"/>
                <a:gd name="T4" fmla="*/ 8 w 13"/>
                <a:gd name="T5" fmla="*/ 11 h 12"/>
                <a:gd name="T6" fmla="*/ 1 w 13"/>
                <a:gd name="T7" fmla="*/ 7 h 12"/>
                <a:gd name="T8" fmla="*/ 5 w 13"/>
                <a:gd name="T9" fmla="*/ 1 h 12"/>
              </a:gdLst>
              <a:ahLst/>
              <a:cxnLst>
                <a:cxn ang="0">
                  <a:pos x="T0" y="T1"/>
                </a:cxn>
                <a:cxn ang="0">
                  <a:pos x="T2" y="T3"/>
                </a:cxn>
                <a:cxn ang="0">
                  <a:pos x="T4" y="T5"/>
                </a:cxn>
                <a:cxn ang="0">
                  <a:pos x="T6" y="T7"/>
                </a:cxn>
                <a:cxn ang="0">
                  <a:pos x="T8" y="T9"/>
                </a:cxn>
              </a:cxnLst>
              <a:rect l="0" t="0" r="r" b="b"/>
              <a:pathLst>
                <a:path w="13" h="12">
                  <a:moveTo>
                    <a:pt x="5" y="1"/>
                  </a:moveTo>
                  <a:cubicBezTo>
                    <a:pt x="8" y="0"/>
                    <a:pt x="11" y="2"/>
                    <a:pt x="12" y="4"/>
                  </a:cubicBezTo>
                  <a:cubicBezTo>
                    <a:pt x="13" y="7"/>
                    <a:pt x="11" y="10"/>
                    <a:pt x="8" y="11"/>
                  </a:cubicBezTo>
                  <a:cubicBezTo>
                    <a:pt x="5" y="12"/>
                    <a:pt x="2" y="10"/>
                    <a:pt x="1" y="7"/>
                  </a:cubicBezTo>
                  <a:cubicBezTo>
                    <a:pt x="0" y="4"/>
                    <a:pt x="2" y="1"/>
                    <a:pt x="5" y="1"/>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8" name="Freeform 50"/>
            <p:cNvSpPr>
              <a:spLocks/>
            </p:cNvSpPr>
            <p:nvPr/>
          </p:nvSpPr>
          <p:spPr bwMode="auto">
            <a:xfrm>
              <a:off x="4063415" y="2716871"/>
              <a:ext cx="18851" cy="19524"/>
            </a:xfrm>
            <a:custGeom>
              <a:avLst/>
              <a:gdLst>
                <a:gd name="T0" fmla="*/ 2 w 12"/>
                <a:gd name="T1" fmla="*/ 2 h 12"/>
                <a:gd name="T2" fmla="*/ 10 w 12"/>
                <a:gd name="T3" fmla="*/ 2 h 12"/>
                <a:gd name="T4" fmla="*/ 10 w 12"/>
                <a:gd name="T5" fmla="*/ 10 h 12"/>
                <a:gd name="T6" fmla="*/ 2 w 12"/>
                <a:gd name="T7" fmla="*/ 10 h 12"/>
                <a:gd name="T8" fmla="*/ 2 w 12"/>
                <a:gd name="T9" fmla="*/ 2 h 12"/>
              </a:gdLst>
              <a:ahLst/>
              <a:cxnLst>
                <a:cxn ang="0">
                  <a:pos x="T0" y="T1"/>
                </a:cxn>
                <a:cxn ang="0">
                  <a:pos x="T2" y="T3"/>
                </a:cxn>
                <a:cxn ang="0">
                  <a:pos x="T4" y="T5"/>
                </a:cxn>
                <a:cxn ang="0">
                  <a:pos x="T6" y="T7"/>
                </a:cxn>
                <a:cxn ang="0">
                  <a:pos x="T8" y="T9"/>
                </a:cxn>
              </a:cxnLst>
              <a:rect l="0" t="0" r="r" b="b"/>
              <a:pathLst>
                <a:path w="12" h="12">
                  <a:moveTo>
                    <a:pt x="2" y="2"/>
                  </a:moveTo>
                  <a:cubicBezTo>
                    <a:pt x="4" y="0"/>
                    <a:pt x="8" y="0"/>
                    <a:pt x="10" y="2"/>
                  </a:cubicBezTo>
                  <a:cubicBezTo>
                    <a:pt x="12" y="4"/>
                    <a:pt x="12" y="8"/>
                    <a:pt x="10" y="10"/>
                  </a:cubicBezTo>
                  <a:cubicBezTo>
                    <a:pt x="8" y="12"/>
                    <a:pt x="4" y="12"/>
                    <a:pt x="2" y="10"/>
                  </a:cubicBezTo>
                  <a:cubicBezTo>
                    <a:pt x="0" y="8"/>
                    <a:pt x="0" y="4"/>
                    <a:pt x="2" y="2"/>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9" name="Freeform 51"/>
            <p:cNvSpPr>
              <a:spLocks/>
            </p:cNvSpPr>
            <p:nvPr/>
          </p:nvSpPr>
          <p:spPr bwMode="auto">
            <a:xfrm>
              <a:off x="4119295" y="2749187"/>
              <a:ext cx="18851" cy="18851"/>
            </a:xfrm>
            <a:custGeom>
              <a:avLst/>
              <a:gdLst>
                <a:gd name="T0" fmla="*/ 0 w 12"/>
                <a:gd name="T1" fmla="*/ 5 h 12"/>
                <a:gd name="T2" fmla="*/ 7 w 12"/>
                <a:gd name="T3" fmla="*/ 1 h 12"/>
                <a:gd name="T4" fmla="*/ 11 w 12"/>
                <a:gd name="T5" fmla="*/ 8 h 12"/>
                <a:gd name="T6" fmla="*/ 4 w 12"/>
                <a:gd name="T7" fmla="*/ 11 h 12"/>
                <a:gd name="T8" fmla="*/ 0 w 12"/>
                <a:gd name="T9" fmla="*/ 5 h 12"/>
              </a:gdLst>
              <a:ahLst/>
              <a:cxnLst>
                <a:cxn ang="0">
                  <a:pos x="T0" y="T1"/>
                </a:cxn>
                <a:cxn ang="0">
                  <a:pos x="T2" y="T3"/>
                </a:cxn>
                <a:cxn ang="0">
                  <a:pos x="T4" y="T5"/>
                </a:cxn>
                <a:cxn ang="0">
                  <a:pos x="T6" y="T7"/>
                </a:cxn>
                <a:cxn ang="0">
                  <a:pos x="T8" y="T9"/>
                </a:cxn>
              </a:cxnLst>
              <a:rect l="0" t="0" r="r" b="b"/>
              <a:pathLst>
                <a:path w="12" h="12">
                  <a:moveTo>
                    <a:pt x="0" y="5"/>
                  </a:moveTo>
                  <a:cubicBezTo>
                    <a:pt x="1" y="2"/>
                    <a:pt x="4" y="0"/>
                    <a:pt x="7" y="1"/>
                  </a:cubicBezTo>
                  <a:cubicBezTo>
                    <a:pt x="10" y="2"/>
                    <a:pt x="12" y="5"/>
                    <a:pt x="11" y="8"/>
                  </a:cubicBezTo>
                  <a:cubicBezTo>
                    <a:pt x="10" y="10"/>
                    <a:pt x="7" y="12"/>
                    <a:pt x="4" y="11"/>
                  </a:cubicBezTo>
                  <a:cubicBezTo>
                    <a:pt x="1" y="11"/>
                    <a:pt x="0" y="8"/>
                    <a:pt x="0" y="5"/>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0" name="Freeform 52"/>
            <p:cNvSpPr>
              <a:spLocks/>
            </p:cNvSpPr>
            <p:nvPr/>
          </p:nvSpPr>
          <p:spPr bwMode="auto">
            <a:xfrm>
              <a:off x="4182581" y="2749187"/>
              <a:ext cx="19524" cy="18851"/>
            </a:xfrm>
            <a:custGeom>
              <a:avLst/>
              <a:gdLst>
                <a:gd name="T0" fmla="*/ 1 w 12"/>
                <a:gd name="T1" fmla="*/ 8 h 12"/>
                <a:gd name="T2" fmla="*/ 5 w 12"/>
                <a:gd name="T3" fmla="*/ 1 h 12"/>
                <a:gd name="T4" fmla="*/ 12 w 12"/>
                <a:gd name="T5" fmla="*/ 5 h 12"/>
                <a:gd name="T6" fmla="*/ 8 w 12"/>
                <a:gd name="T7" fmla="*/ 11 h 12"/>
                <a:gd name="T8" fmla="*/ 1 w 12"/>
                <a:gd name="T9" fmla="*/ 8 h 12"/>
              </a:gdLst>
              <a:ahLst/>
              <a:cxnLst>
                <a:cxn ang="0">
                  <a:pos x="T0" y="T1"/>
                </a:cxn>
                <a:cxn ang="0">
                  <a:pos x="T2" y="T3"/>
                </a:cxn>
                <a:cxn ang="0">
                  <a:pos x="T4" y="T5"/>
                </a:cxn>
                <a:cxn ang="0">
                  <a:pos x="T6" y="T7"/>
                </a:cxn>
                <a:cxn ang="0">
                  <a:pos x="T8" y="T9"/>
                </a:cxn>
              </a:cxnLst>
              <a:rect l="0" t="0" r="r" b="b"/>
              <a:pathLst>
                <a:path w="12" h="12">
                  <a:moveTo>
                    <a:pt x="1" y="8"/>
                  </a:moveTo>
                  <a:cubicBezTo>
                    <a:pt x="0" y="5"/>
                    <a:pt x="2" y="2"/>
                    <a:pt x="5" y="1"/>
                  </a:cubicBezTo>
                  <a:cubicBezTo>
                    <a:pt x="8" y="0"/>
                    <a:pt x="11" y="2"/>
                    <a:pt x="12" y="5"/>
                  </a:cubicBezTo>
                  <a:cubicBezTo>
                    <a:pt x="12" y="8"/>
                    <a:pt x="11" y="11"/>
                    <a:pt x="8" y="11"/>
                  </a:cubicBezTo>
                  <a:cubicBezTo>
                    <a:pt x="5" y="12"/>
                    <a:pt x="2" y="10"/>
                    <a:pt x="1" y="8"/>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1" name="Freeform 53"/>
            <p:cNvSpPr>
              <a:spLocks/>
            </p:cNvSpPr>
            <p:nvPr/>
          </p:nvSpPr>
          <p:spPr bwMode="auto">
            <a:xfrm>
              <a:off x="4238461" y="2716871"/>
              <a:ext cx="18851" cy="19524"/>
            </a:xfrm>
            <a:custGeom>
              <a:avLst/>
              <a:gdLst>
                <a:gd name="T0" fmla="*/ 2 w 12"/>
                <a:gd name="T1" fmla="*/ 10 h 12"/>
                <a:gd name="T2" fmla="*/ 2 w 12"/>
                <a:gd name="T3" fmla="*/ 2 h 12"/>
                <a:gd name="T4" fmla="*/ 10 w 12"/>
                <a:gd name="T5" fmla="*/ 2 h 12"/>
                <a:gd name="T6" fmla="*/ 10 w 12"/>
                <a:gd name="T7" fmla="*/ 10 h 12"/>
                <a:gd name="T8" fmla="*/ 2 w 12"/>
                <a:gd name="T9" fmla="*/ 10 h 12"/>
              </a:gdLst>
              <a:ahLst/>
              <a:cxnLst>
                <a:cxn ang="0">
                  <a:pos x="T0" y="T1"/>
                </a:cxn>
                <a:cxn ang="0">
                  <a:pos x="T2" y="T3"/>
                </a:cxn>
                <a:cxn ang="0">
                  <a:pos x="T4" y="T5"/>
                </a:cxn>
                <a:cxn ang="0">
                  <a:pos x="T6" y="T7"/>
                </a:cxn>
                <a:cxn ang="0">
                  <a:pos x="T8" y="T9"/>
                </a:cxn>
              </a:cxnLst>
              <a:rect l="0" t="0" r="r" b="b"/>
              <a:pathLst>
                <a:path w="12" h="12">
                  <a:moveTo>
                    <a:pt x="2" y="10"/>
                  </a:moveTo>
                  <a:cubicBezTo>
                    <a:pt x="0" y="8"/>
                    <a:pt x="0" y="4"/>
                    <a:pt x="2" y="2"/>
                  </a:cubicBezTo>
                  <a:cubicBezTo>
                    <a:pt x="4" y="0"/>
                    <a:pt x="8" y="0"/>
                    <a:pt x="10" y="2"/>
                  </a:cubicBezTo>
                  <a:cubicBezTo>
                    <a:pt x="12" y="4"/>
                    <a:pt x="12" y="8"/>
                    <a:pt x="10" y="10"/>
                  </a:cubicBezTo>
                  <a:cubicBezTo>
                    <a:pt x="8" y="12"/>
                    <a:pt x="4" y="12"/>
                    <a:pt x="2" y="10"/>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2" name="Freeform 54"/>
            <p:cNvSpPr>
              <a:spLocks/>
            </p:cNvSpPr>
            <p:nvPr/>
          </p:nvSpPr>
          <p:spPr bwMode="auto">
            <a:xfrm>
              <a:off x="4270104" y="2661664"/>
              <a:ext cx="20871" cy="18851"/>
            </a:xfrm>
            <a:custGeom>
              <a:avLst/>
              <a:gdLst>
                <a:gd name="T0" fmla="*/ 5 w 13"/>
                <a:gd name="T1" fmla="*/ 11 h 12"/>
                <a:gd name="T2" fmla="*/ 1 w 13"/>
                <a:gd name="T3" fmla="*/ 4 h 12"/>
                <a:gd name="T4" fmla="*/ 8 w 13"/>
                <a:gd name="T5" fmla="*/ 1 h 12"/>
                <a:gd name="T6" fmla="*/ 12 w 13"/>
                <a:gd name="T7" fmla="*/ 7 h 12"/>
                <a:gd name="T8" fmla="*/ 5 w 13"/>
                <a:gd name="T9" fmla="*/ 11 h 12"/>
              </a:gdLst>
              <a:ahLst/>
              <a:cxnLst>
                <a:cxn ang="0">
                  <a:pos x="T0" y="T1"/>
                </a:cxn>
                <a:cxn ang="0">
                  <a:pos x="T2" y="T3"/>
                </a:cxn>
                <a:cxn ang="0">
                  <a:pos x="T4" y="T5"/>
                </a:cxn>
                <a:cxn ang="0">
                  <a:pos x="T6" y="T7"/>
                </a:cxn>
                <a:cxn ang="0">
                  <a:pos x="T8" y="T9"/>
                </a:cxn>
              </a:cxnLst>
              <a:rect l="0" t="0" r="r" b="b"/>
              <a:pathLst>
                <a:path w="13" h="12">
                  <a:moveTo>
                    <a:pt x="5" y="11"/>
                  </a:moveTo>
                  <a:cubicBezTo>
                    <a:pt x="2" y="10"/>
                    <a:pt x="0" y="7"/>
                    <a:pt x="1" y="4"/>
                  </a:cubicBezTo>
                  <a:cubicBezTo>
                    <a:pt x="2" y="2"/>
                    <a:pt x="5" y="0"/>
                    <a:pt x="8" y="1"/>
                  </a:cubicBezTo>
                  <a:cubicBezTo>
                    <a:pt x="11" y="1"/>
                    <a:pt x="13" y="4"/>
                    <a:pt x="12" y="7"/>
                  </a:cubicBezTo>
                  <a:cubicBezTo>
                    <a:pt x="11" y="10"/>
                    <a:pt x="8" y="12"/>
                    <a:pt x="5" y="11"/>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3" name="Freeform 55"/>
            <p:cNvSpPr>
              <a:spLocks/>
            </p:cNvSpPr>
            <p:nvPr/>
          </p:nvSpPr>
          <p:spPr bwMode="auto">
            <a:xfrm>
              <a:off x="4270104" y="2596358"/>
              <a:ext cx="20871" cy="20198"/>
            </a:xfrm>
            <a:custGeom>
              <a:avLst/>
              <a:gdLst>
                <a:gd name="T0" fmla="*/ 8 w 13"/>
                <a:gd name="T1" fmla="*/ 12 h 13"/>
                <a:gd name="T2" fmla="*/ 1 w 13"/>
                <a:gd name="T3" fmla="*/ 8 h 13"/>
                <a:gd name="T4" fmla="*/ 5 w 13"/>
                <a:gd name="T5" fmla="*/ 1 h 13"/>
                <a:gd name="T6" fmla="*/ 12 w 13"/>
                <a:gd name="T7" fmla="*/ 5 h 13"/>
                <a:gd name="T8" fmla="*/ 8 w 13"/>
                <a:gd name="T9" fmla="*/ 12 h 13"/>
              </a:gdLst>
              <a:ahLst/>
              <a:cxnLst>
                <a:cxn ang="0">
                  <a:pos x="T0" y="T1"/>
                </a:cxn>
                <a:cxn ang="0">
                  <a:pos x="T2" y="T3"/>
                </a:cxn>
                <a:cxn ang="0">
                  <a:pos x="T4" y="T5"/>
                </a:cxn>
                <a:cxn ang="0">
                  <a:pos x="T6" y="T7"/>
                </a:cxn>
                <a:cxn ang="0">
                  <a:pos x="T8" y="T9"/>
                </a:cxn>
              </a:cxnLst>
              <a:rect l="0" t="0" r="r" b="b"/>
              <a:pathLst>
                <a:path w="13" h="13">
                  <a:moveTo>
                    <a:pt x="8" y="12"/>
                  </a:moveTo>
                  <a:cubicBezTo>
                    <a:pt x="5" y="13"/>
                    <a:pt x="2" y="11"/>
                    <a:pt x="1" y="8"/>
                  </a:cubicBezTo>
                  <a:cubicBezTo>
                    <a:pt x="0" y="5"/>
                    <a:pt x="2" y="2"/>
                    <a:pt x="5" y="1"/>
                  </a:cubicBezTo>
                  <a:cubicBezTo>
                    <a:pt x="8" y="0"/>
                    <a:pt x="11" y="2"/>
                    <a:pt x="12" y="5"/>
                  </a:cubicBezTo>
                  <a:cubicBezTo>
                    <a:pt x="13" y="8"/>
                    <a:pt x="11" y="11"/>
                    <a:pt x="8" y="12"/>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4" name="Freeform 56"/>
            <p:cNvSpPr>
              <a:spLocks/>
            </p:cNvSpPr>
            <p:nvPr/>
          </p:nvSpPr>
          <p:spPr bwMode="auto">
            <a:xfrm>
              <a:off x="3390160" y="2990886"/>
              <a:ext cx="418765" cy="418765"/>
            </a:xfrm>
            <a:custGeom>
              <a:avLst/>
              <a:gdLst>
                <a:gd name="T0" fmla="*/ 144 w 263"/>
                <a:gd name="T1" fmla="*/ 144 h 263"/>
                <a:gd name="T2" fmla="*/ 7 w 263"/>
                <a:gd name="T3" fmla="*/ 256 h 263"/>
                <a:gd name="T4" fmla="*/ 118 w 263"/>
                <a:gd name="T5" fmla="*/ 118 h 263"/>
                <a:gd name="T6" fmla="*/ 256 w 263"/>
                <a:gd name="T7" fmla="*/ 7 h 263"/>
                <a:gd name="T8" fmla="*/ 144 w 263"/>
                <a:gd name="T9" fmla="*/ 144 h 263"/>
              </a:gdLst>
              <a:ahLst/>
              <a:cxnLst>
                <a:cxn ang="0">
                  <a:pos x="T0" y="T1"/>
                </a:cxn>
                <a:cxn ang="0">
                  <a:pos x="T2" y="T3"/>
                </a:cxn>
                <a:cxn ang="0">
                  <a:pos x="T4" y="T5"/>
                </a:cxn>
                <a:cxn ang="0">
                  <a:pos x="T6" y="T7"/>
                </a:cxn>
                <a:cxn ang="0">
                  <a:pos x="T8" y="T9"/>
                </a:cxn>
              </a:cxnLst>
              <a:rect l="0" t="0" r="r" b="b"/>
              <a:pathLst>
                <a:path w="263" h="263">
                  <a:moveTo>
                    <a:pt x="144" y="144"/>
                  </a:moveTo>
                  <a:cubicBezTo>
                    <a:pt x="76" y="213"/>
                    <a:pt x="14" y="263"/>
                    <a:pt x="7" y="256"/>
                  </a:cubicBezTo>
                  <a:cubicBezTo>
                    <a:pt x="0" y="249"/>
                    <a:pt x="50" y="187"/>
                    <a:pt x="118" y="118"/>
                  </a:cubicBezTo>
                  <a:cubicBezTo>
                    <a:pt x="187" y="49"/>
                    <a:pt x="249" y="0"/>
                    <a:pt x="256" y="7"/>
                  </a:cubicBezTo>
                  <a:cubicBezTo>
                    <a:pt x="263" y="14"/>
                    <a:pt x="213" y="76"/>
                    <a:pt x="144" y="144"/>
                  </a:cubicBezTo>
                  <a:close/>
                </a:path>
              </a:pathLst>
            </a:custGeom>
            <a:solidFill>
              <a:schemeClr val="accent1">
                <a:lumMod val="75000"/>
              </a:schemeClr>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5" name="Freeform 57"/>
            <p:cNvSpPr>
              <a:spLocks/>
            </p:cNvSpPr>
            <p:nvPr/>
          </p:nvSpPr>
          <p:spPr bwMode="auto">
            <a:xfrm>
              <a:off x="1429641" y="4756834"/>
              <a:ext cx="1514151" cy="475991"/>
            </a:xfrm>
            <a:custGeom>
              <a:avLst/>
              <a:gdLst>
                <a:gd name="T0" fmla="*/ 921 w 951"/>
                <a:gd name="T1" fmla="*/ 299 h 299"/>
                <a:gd name="T2" fmla="*/ 951 w 951"/>
                <a:gd name="T3" fmla="*/ 226 h 299"/>
                <a:gd name="T4" fmla="*/ 913 w 951"/>
                <a:gd name="T5" fmla="*/ 147 h 299"/>
                <a:gd name="T6" fmla="*/ 913 w 951"/>
                <a:gd name="T7" fmla="*/ 139 h 299"/>
                <a:gd name="T8" fmla="*/ 831 w 951"/>
                <a:gd name="T9" fmla="*/ 56 h 299"/>
                <a:gd name="T10" fmla="*/ 765 w 951"/>
                <a:gd name="T11" fmla="*/ 90 h 299"/>
                <a:gd name="T12" fmla="*/ 754 w 951"/>
                <a:gd name="T13" fmla="*/ 87 h 299"/>
                <a:gd name="T14" fmla="*/ 659 w 951"/>
                <a:gd name="T15" fmla="*/ 0 h 299"/>
                <a:gd name="T16" fmla="*/ 566 w 951"/>
                <a:gd name="T17" fmla="*/ 71 h 299"/>
                <a:gd name="T18" fmla="*/ 556 w 951"/>
                <a:gd name="T19" fmla="*/ 71 h 299"/>
                <a:gd name="T20" fmla="*/ 515 w 951"/>
                <a:gd name="T21" fmla="*/ 87 h 299"/>
                <a:gd name="T22" fmla="*/ 515 w 951"/>
                <a:gd name="T23" fmla="*/ 86 h 299"/>
                <a:gd name="T24" fmla="*/ 439 w 951"/>
                <a:gd name="T25" fmla="*/ 10 h 299"/>
                <a:gd name="T26" fmla="*/ 363 w 951"/>
                <a:gd name="T27" fmla="*/ 86 h 299"/>
                <a:gd name="T28" fmla="*/ 363 w 951"/>
                <a:gd name="T29" fmla="*/ 90 h 299"/>
                <a:gd name="T30" fmla="*/ 346 w 951"/>
                <a:gd name="T31" fmla="*/ 95 h 299"/>
                <a:gd name="T32" fmla="*/ 299 w 951"/>
                <a:gd name="T33" fmla="*/ 56 h 299"/>
                <a:gd name="T34" fmla="*/ 259 w 951"/>
                <a:gd name="T35" fmla="*/ 77 h 299"/>
                <a:gd name="T36" fmla="*/ 167 w 951"/>
                <a:gd name="T37" fmla="*/ 22 h 299"/>
                <a:gd name="T38" fmla="*/ 64 w 951"/>
                <a:gd name="T39" fmla="*/ 125 h 299"/>
                <a:gd name="T40" fmla="*/ 65 w 951"/>
                <a:gd name="T41" fmla="*/ 134 h 299"/>
                <a:gd name="T42" fmla="*/ 0 w 951"/>
                <a:gd name="T43" fmla="*/ 248 h 299"/>
                <a:gd name="T44" fmla="*/ 10 w 951"/>
                <a:gd name="T45" fmla="*/ 299 h 299"/>
                <a:gd name="T46" fmla="*/ 921 w 951"/>
                <a:gd name="T47" fmla="*/ 29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51" h="299">
                  <a:moveTo>
                    <a:pt x="921" y="299"/>
                  </a:moveTo>
                  <a:cubicBezTo>
                    <a:pt x="939" y="280"/>
                    <a:pt x="951" y="255"/>
                    <a:pt x="951" y="226"/>
                  </a:cubicBezTo>
                  <a:cubicBezTo>
                    <a:pt x="951" y="194"/>
                    <a:pt x="936" y="166"/>
                    <a:pt x="913" y="147"/>
                  </a:cubicBezTo>
                  <a:cubicBezTo>
                    <a:pt x="913" y="144"/>
                    <a:pt x="913" y="141"/>
                    <a:pt x="913" y="139"/>
                  </a:cubicBezTo>
                  <a:cubicBezTo>
                    <a:pt x="913" y="93"/>
                    <a:pt x="876" y="56"/>
                    <a:pt x="831" y="56"/>
                  </a:cubicBezTo>
                  <a:cubicBezTo>
                    <a:pt x="804" y="56"/>
                    <a:pt x="780" y="69"/>
                    <a:pt x="765" y="90"/>
                  </a:cubicBezTo>
                  <a:cubicBezTo>
                    <a:pt x="761" y="88"/>
                    <a:pt x="758" y="87"/>
                    <a:pt x="754" y="87"/>
                  </a:cubicBezTo>
                  <a:cubicBezTo>
                    <a:pt x="749" y="38"/>
                    <a:pt x="708" y="0"/>
                    <a:pt x="659" y="0"/>
                  </a:cubicBezTo>
                  <a:cubicBezTo>
                    <a:pt x="614" y="0"/>
                    <a:pt x="577" y="31"/>
                    <a:pt x="566" y="71"/>
                  </a:cubicBezTo>
                  <a:cubicBezTo>
                    <a:pt x="563" y="71"/>
                    <a:pt x="559" y="71"/>
                    <a:pt x="556" y="71"/>
                  </a:cubicBezTo>
                  <a:cubicBezTo>
                    <a:pt x="540" y="71"/>
                    <a:pt x="526" y="77"/>
                    <a:pt x="515" y="87"/>
                  </a:cubicBezTo>
                  <a:cubicBezTo>
                    <a:pt x="515" y="86"/>
                    <a:pt x="515" y="86"/>
                    <a:pt x="515" y="86"/>
                  </a:cubicBezTo>
                  <a:cubicBezTo>
                    <a:pt x="515" y="44"/>
                    <a:pt x="481" y="10"/>
                    <a:pt x="439" y="10"/>
                  </a:cubicBezTo>
                  <a:cubicBezTo>
                    <a:pt x="397" y="10"/>
                    <a:pt x="363" y="44"/>
                    <a:pt x="363" y="86"/>
                  </a:cubicBezTo>
                  <a:cubicBezTo>
                    <a:pt x="363" y="88"/>
                    <a:pt x="363" y="89"/>
                    <a:pt x="363" y="90"/>
                  </a:cubicBezTo>
                  <a:cubicBezTo>
                    <a:pt x="357" y="91"/>
                    <a:pt x="351" y="93"/>
                    <a:pt x="346" y="95"/>
                  </a:cubicBezTo>
                  <a:cubicBezTo>
                    <a:pt x="341" y="73"/>
                    <a:pt x="322" y="56"/>
                    <a:pt x="299" y="56"/>
                  </a:cubicBezTo>
                  <a:cubicBezTo>
                    <a:pt x="282" y="56"/>
                    <a:pt x="268" y="65"/>
                    <a:pt x="259" y="77"/>
                  </a:cubicBezTo>
                  <a:cubicBezTo>
                    <a:pt x="242" y="44"/>
                    <a:pt x="207" y="22"/>
                    <a:pt x="167" y="22"/>
                  </a:cubicBezTo>
                  <a:cubicBezTo>
                    <a:pt x="110" y="22"/>
                    <a:pt x="64" y="68"/>
                    <a:pt x="64" y="125"/>
                  </a:cubicBezTo>
                  <a:cubicBezTo>
                    <a:pt x="64" y="128"/>
                    <a:pt x="64" y="131"/>
                    <a:pt x="65" y="134"/>
                  </a:cubicBezTo>
                  <a:cubicBezTo>
                    <a:pt x="26" y="157"/>
                    <a:pt x="0" y="199"/>
                    <a:pt x="0" y="248"/>
                  </a:cubicBezTo>
                  <a:cubicBezTo>
                    <a:pt x="0" y="266"/>
                    <a:pt x="3" y="283"/>
                    <a:pt x="10" y="299"/>
                  </a:cubicBezTo>
                  <a:lnTo>
                    <a:pt x="921" y="299"/>
                  </a:ln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72" name="TextBox 62"/>
          <p:cNvSpPr txBox="1"/>
          <p:nvPr/>
        </p:nvSpPr>
        <p:spPr>
          <a:xfrm>
            <a:off x="5589213" y="1589229"/>
            <a:ext cx="2698175" cy="587853"/>
          </a:xfrm>
          <a:prstGeom prst="rect">
            <a:avLst/>
          </a:prstGeom>
          <a:noFill/>
        </p:spPr>
        <p:txBody>
          <a:bodyPr wrap="none" rtlCol="0">
            <a:spAutoFit/>
          </a:bodyPr>
          <a:lstStyle/>
          <a:p>
            <a:pPr defTabSz="866943" fontAlgn="base">
              <a:lnSpc>
                <a:spcPct val="120000"/>
              </a:lnSpc>
              <a:spcBef>
                <a:spcPct val="0"/>
              </a:spcBef>
              <a:spcAft>
                <a:spcPct val="0"/>
              </a:spcAft>
            </a:pPr>
            <a:r>
              <a:rPr lang="zh-CN" altLang="en-US" sz="2800" dirty="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请替换文字内容</a:t>
            </a:r>
            <a:endParaRPr lang="en-US" altLang="zh-CN" sz="2800" dirty="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 name="Rectangle 64"/>
          <p:cNvSpPr/>
          <p:nvPr/>
        </p:nvSpPr>
        <p:spPr>
          <a:xfrm>
            <a:off x="5584544" y="2231976"/>
            <a:ext cx="4672418" cy="526298"/>
          </a:xfrm>
          <a:prstGeom prst="rect">
            <a:avLst/>
          </a:prstGeom>
        </p:spPr>
        <p:txBody>
          <a:bodyPr wrap="square">
            <a:spAutoFit/>
          </a:bodyPr>
          <a:lstStyle/>
          <a:p>
            <a:pPr defTabSz="866943" fontAlgn="base">
              <a:lnSpc>
                <a:spcPct val="120000"/>
              </a:lnSpc>
              <a:spcBef>
                <a:spcPct val="0"/>
              </a:spcBef>
              <a:spcAft>
                <a:spcPct val="0"/>
              </a:spcAft>
            </a:pPr>
            <a:r>
              <a:rPr lang="zh-CN" altLang="en-US" sz="1200" dirty="0" smtClean="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US" altLang="zh-CN" sz="1200" dirty="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 name="Freeform 22">
            <a:extLst>
              <a:ext uri="{FF2B5EF4-FFF2-40B4-BE49-F238E27FC236}">
                <a16:creationId xmlns:a16="http://schemas.microsoft.com/office/drawing/2014/main" xmlns="" id="{69E448B8-536E-433C-A325-91467CF815ED}"/>
              </a:ext>
            </a:extLst>
          </p:cNvPr>
          <p:cNvSpPr>
            <a:spLocks noEditPoints="1"/>
          </p:cNvSpPr>
          <p:nvPr/>
        </p:nvSpPr>
        <p:spPr bwMode="auto">
          <a:xfrm>
            <a:off x="9866797" y="3399014"/>
            <a:ext cx="536377" cy="569900"/>
          </a:xfrm>
          <a:custGeom>
            <a:avLst/>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chemeClr val="accent3"/>
          </a:solidFill>
          <a:ln>
            <a:noFill/>
          </a:ln>
        </p:spPr>
        <p:txBody>
          <a:bodyPr vert="horz" wrap="square" lIns="91430" tIns="45716" rIns="91430" bIns="457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6943" fontAlgn="base">
              <a:lnSpc>
                <a:spcPct val="120000"/>
              </a:lnSpc>
              <a:spcBef>
                <a:spcPct val="0"/>
              </a:spcBef>
              <a:spcAft>
                <a:spcPct val="0"/>
              </a:spcAft>
            </a:pPr>
            <a:endParaRPr lang="zh-CN" altLang="en-US" sz="90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 name="Freeform 23">
            <a:extLst>
              <a:ext uri="{FF2B5EF4-FFF2-40B4-BE49-F238E27FC236}">
                <a16:creationId xmlns:a16="http://schemas.microsoft.com/office/drawing/2014/main" xmlns="" id="{EA1DF275-27EB-46D3-8CAE-9EB2CDD1D3D9}"/>
              </a:ext>
            </a:extLst>
          </p:cNvPr>
          <p:cNvSpPr>
            <a:spLocks noEditPoints="1"/>
          </p:cNvSpPr>
          <p:nvPr/>
        </p:nvSpPr>
        <p:spPr bwMode="auto">
          <a:xfrm>
            <a:off x="6355851" y="3418571"/>
            <a:ext cx="656502" cy="530789"/>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accent2"/>
          </a:solidFill>
          <a:ln>
            <a:noFill/>
          </a:ln>
        </p:spPr>
        <p:txBody>
          <a:bodyPr vert="horz" wrap="square" lIns="91430" tIns="45716" rIns="91430" bIns="457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6943" fontAlgn="base">
              <a:lnSpc>
                <a:spcPct val="120000"/>
              </a:lnSpc>
              <a:spcBef>
                <a:spcPct val="0"/>
              </a:spcBef>
              <a:spcAft>
                <a:spcPct val="0"/>
              </a:spcAft>
            </a:pPr>
            <a:endParaRPr lang="zh-CN" altLang="en-US" sz="90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 name="TextBox 27">
            <a:extLst>
              <a:ext uri="{FF2B5EF4-FFF2-40B4-BE49-F238E27FC236}">
                <a16:creationId xmlns:a16="http://schemas.microsoft.com/office/drawing/2014/main" xmlns="" id="{260629BE-5A6B-462C-AAF9-607B9A3B539D}"/>
              </a:ext>
            </a:extLst>
          </p:cNvPr>
          <p:cNvSpPr txBox="1"/>
          <p:nvPr/>
        </p:nvSpPr>
        <p:spPr>
          <a:xfrm>
            <a:off x="5335016" y="4189613"/>
            <a:ext cx="2698175" cy="587853"/>
          </a:xfrm>
          <a:prstGeom prst="rect">
            <a:avLst/>
          </a:prstGeom>
          <a:noFill/>
        </p:spPr>
        <p:txBody>
          <a:bodyPr wrap="none" rtlCol="0">
            <a:spAutoFit/>
          </a:bodyPr>
          <a:lstStyle/>
          <a:p>
            <a:pPr algn="just" defTabSz="866943" fontAlgn="base">
              <a:lnSpc>
                <a:spcPct val="120000"/>
              </a:lnSpc>
              <a:spcBef>
                <a:spcPct val="0"/>
              </a:spcBef>
              <a:spcAft>
                <a:spcPct val="0"/>
              </a:spcAft>
            </a:pPr>
            <a:r>
              <a:rPr lang="zh-CN" altLang="en-US" sz="280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请替换文字内容</a:t>
            </a:r>
            <a:endParaRPr lang="en-GB" sz="2800" dirty="0">
              <a:solidFill>
                <a:schemeClr val="dk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9" name="Rectangle 28">
            <a:extLst>
              <a:ext uri="{FF2B5EF4-FFF2-40B4-BE49-F238E27FC236}">
                <a16:creationId xmlns:a16="http://schemas.microsoft.com/office/drawing/2014/main" xmlns="" id="{DDD7EE5D-0256-45FC-A772-95B5F9064C42}"/>
              </a:ext>
            </a:extLst>
          </p:cNvPr>
          <p:cNvSpPr/>
          <p:nvPr/>
        </p:nvSpPr>
        <p:spPr>
          <a:xfrm>
            <a:off x="5263898" y="4835954"/>
            <a:ext cx="2665645" cy="741998"/>
          </a:xfrm>
          <a:prstGeom prst="rect">
            <a:avLst/>
          </a:prstGeom>
        </p:spPr>
        <p:txBody>
          <a:bodyPr wrap="square">
            <a:spAutoFit/>
          </a:bodyPr>
          <a:lstStyle/>
          <a:p>
            <a:pPr algn="just" defTabSz="866943" fontAlgn="base">
              <a:lnSpc>
                <a:spcPct val="120000"/>
              </a:lnSpc>
              <a:spcBef>
                <a:spcPct val="0"/>
              </a:spcBef>
              <a:spcAft>
                <a:spcPct val="0"/>
              </a:spcAft>
            </a:pPr>
            <a:r>
              <a:rPr lang="zh-CN" altLang="en-US" sz="1200" dirty="0" smtClean="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GB" altLang="zh-CN" sz="1200" dirty="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 name="TextBox 31">
            <a:extLst>
              <a:ext uri="{FF2B5EF4-FFF2-40B4-BE49-F238E27FC236}">
                <a16:creationId xmlns:a16="http://schemas.microsoft.com/office/drawing/2014/main" xmlns="" id="{8B2A3E8C-7DD9-4CD5-ACD7-F88F43C81D16}"/>
              </a:ext>
            </a:extLst>
          </p:cNvPr>
          <p:cNvSpPr txBox="1"/>
          <p:nvPr/>
        </p:nvSpPr>
        <p:spPr>
          <a:xfrm>
            <a:off x="8791005" y="4189613"/>
            <a:ext cx="2698175" cy="587853"/>
          </a:xfrm>
          <a:prstGeom prst="rect">
            <a:avLst/>
          </a:prstGeom>
          <a:noFill/>
        </p:spPr>
        <p:txBody>
          <a:bodyPr wrap="none" rtlCol="0">
            <a:spAutoFit/>
          </a:bodyPr>
          <a:lstStyle/>
          <a:p>
            <a:pPr algn="just" defTabSz="866943" fontAlgn="base">
              <a:lnSpc>
                <a:spcPct val="120000"/>
              </a:lnSpc>
              <a:spcBef>
                <a:spcPct val="0"/>
              </a:spcBef>
              <a:spcAft>
                <a:spcPct val="0"/>
              </a:spcAft>
            </a:pPr>
            <a:r>
              <a:rPr lang="zh-CN" altLang="en-US" sz="280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请替换文字内容</a:t>
            </a:r>
            <a:endParaRPr lang="en-GB" sz="2800" dirty="0">
              <a:solidFill>
                <a:schemeClr val="dk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1" name="Rectangle 32">
            <a:extLst>
              <a:ext uri="{FF2B5EF4-FFF2-40B4-BE49-F238E27FC236}">
                <a16:creationId xmlns:a16="http://schemas.microsoft.com/office/drawing/2014/main" xmlns="" id="{C51A3F42-CCBE-4C94-80E7-F0FA499DA47C}"/>
              </a:ext>
            </a:extLst>
          </p:cNvPr>
          <p:cNvSpPr/>
          <p:nvPr/>
        </p:nvSpPr>
        <p:spPr>
          <a:xfrm>
            <a:off x="8719887" y="4835954"/>
            <a:ext cx="2665645" cy="741998"/>
          </a:xfrm>
          <a:prstGeom prst="rect">
            <a:avLst/>
          </a:prstGeom>
        </p:spPr>
        <p:txBody>
          <a:bodyPr wrap="square">
            <a:spAutoFit/>
          </a:bodyPr>
          <a:lstStyle/>
          <a:p>
            <a:pPr algn="just" defTabSz="866943" fontAlgn="base">
              <a:lnSpc>
                <a:spcPct val="120000"/>
              </a:lnSpc>
              <a:spcBef>
                <a:spcPct val="0"/>
              </a:spcBef>
              <a:spcAft>
                <a:spcPct val="0"/>
              </a:spcAft>
            </a:pPr>
            <a:r>
              <a:rPr lang="zh-CN" altLang="en-US" sz="1200" dirty="0" smtClean="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点击这里，输入合适的内容。点击这里，输入合适的内容。点击这里，输入合适的内容。</a:t>
            </a:r>
            <a:endParaRPr lang="en-GB" altLang="zh-CN" sz="1200" dirty="0">
              <a:solidFill>
                <a:schemeClr val="dk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396732037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1000"/>
                                        <p:tgtEl>
                                          <p:spTgt spid="68"/>
                                        </p:tgtEl>
                                      </p:cBhvr>
                                    </p:animEffect>
                                    <p:anim calcmode="lin" valueType="num">
                                      <p:cBhvr>
                                        <p:cTn id="8" dur="1000" fill="hold"/>
                                        <p:tgtEl>
                                          <p:spTgt spid="68"/>
                                        </p:tgtEl>
                                        <p:attrNameLst>
                                          <p:attrName>ppt_x</p:attrName>
                                        </p:attrNameLst>
                                      </p:cBhvr>
                                      <p:tavLst>
                                        <p:tav tm="0">
                                          <p:val>
                                            <p:strVal val="#ppt_x"/>
                                          </p:val>
                                        </p:tav>
                                        <p:tav tm="100000">
                                          <p:val>
                                            <p:strVal val="#ppt_x"/>
                                          </p:val>
                                        </p:tav>
                                      </p:tavLst>
                                    </p:anim>
                                    <p:anim calcmode="lin" valueType="num">
                                      <p:cBhvr>
                                        <p:cTn id="9" dur="1000" fill="hold"/>
                                        <p:tgtEl>
                                          <p:spTgt spid="6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72"/>
                                        </p:tgtEl>
                                        <p:attrNameLst>
                                          <p:attrName>style.visibility</p:attrName>
                                        </p:attrNameLst>
                                      </p:cBhvr>
                                      <p:to>
                                        <p:strVal val="visible"/>
                                      </p:to>
                                    </p:set>
                                    <p:anim calcmode="lin" valueType="num">
                                      <p:cBhvr>
                                        <p:cTn id="13" dur="500" fill="hold"/>
                                        <p:tgtEl>
                                          <p:spTgt spid="72"/>
                                        </p:tgtEl>
                                        <p:attrNameLst>
                                          <p:attrName>ppt_w</p:attrName>
                                        </p:attrNameLst>
                                      </p:cBhvr>
                                      <p:tavLst>
                                        <p:tav tm="0">
                                          <p:val>
                                            <p:fltVal val="0"/>
                                          </p:val>
                                        </p:tav>
                                        <p:tav tm="100000">
                                          <p:val>
                                            <p:strVal val="#ppt_w"/>
                                          </p:val>
                                        </p:tav>
                                      </p:tavLst>
                                    </p:anim>
                                    <p:anim calcmode="lin" valueType="num">
                                      <p:cBhvr>
                                        <p:cTn id="14" dur="500" fill="hold"/>
                                        <p:tgtEl>
                                          <p:spTgt spid="72"/>
                                        </p:tgtEl>
                                        <p:attrNameLst>
                                          <p:attrName>ppt_h</p:attrName>
                                        </p:attrNameLst>
                                      </p:cBhvr>
                                      <p:tavLst>
                                        <p:tav tm="0">
                                          <p:val>
                                            <p:fltVal val="0"/>
                                          </p:val>
                                        </p:tav>
                                        <p:tav tm="100000">
                                          <p:val>
                                            <p:strVal val="#ppt_h"/>
                                          </p:val>
                                        </p:tav>
                                      </p:tavLst>
                                    </p:anim>
                                    <p:animEffect transition="in" filter="fade">
                                      <p:cBhvr>
                                        <p:cTn id="15" dur="500"/>
                                        <p:tgtEl>
                                          <p:spTgt spid="7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wipe(left)">
                                      <p:cBhvr>
                                        <p:cTn id="19" dur="500"/>
                                        <p:tgtEl>
                                          <p:spTgt spid="73"/>
                                        </p:tgtEl>
                                      </p:cBhvr>
                                    </p:animEffect>
                                  </p:childTnLst>
                                </p:cTn>
                              </p:par>
                            </p:childTnLst>
                          </p:cTn>
                        </p:par>
                        <p:par>
                          <p:cTn id="20" fill="hold">
                            <p:stCondLst>
                              <p:cond delay="2000"/>
                            </p:stCondLst>
                            <p:childTnLst>
                              <p:par>
                                <p:cTn id="21" presetID="12" presetClass="entr" presetSubtype="4" fill="hold" grpId="0" nodeType="afterEffect">
                                  <p:stCondLst>
                                    <p:cond delay="0"/>
                                  </p:stCondLst>
                                  <p:childTnLst>
                                    <p:set>
                                      <p:cBhvr>
                                        <p:cTn id="22" dur="1" fill="hold">
                                          <p:stCondLst>
                                            <p:cond delay="0"/>
                                          </p:stCondLst>
                                        </p:cTn>
                                        <p:tgtEl>
                                          <p:spTgt spid="97"/>
                                        </p:tgtEl>
                                        <p:attrNameLst>
                                          <p:attrName>style.visibility</p:attrName>
                                        </p:attrNameLst>
                                      </p:cBhvr>
                                      <p:to>
                                        <p:strVal val="visible"/>
                                      </p:to>
                                    </p:set>
                                    <p:anim calcmode="lin" valueType="num">
                                      <p:cBhvr additive="base">
                                        <p:cTn id="23" dur="500"/>
                                        <p:tgtEl>
                                          <p:spTgt spid="97"/>
                                        </p:tgtEl>
                                        <p:attrNameLst>
                                          <p:attrName>ppt_y</p:attrName>
                                        </p:attrNameLst>
                                      </p:cBhvr>
                                      <p:tavLst>
                                        <p:tav tm="0">
                                          <p:val>
                                            <p:strVal val="#ppt_y+#ppt_h*1.125000"/>
                                          </p:val>
                                        </p:tav>
                                        <p:tav tm="100000">
                                          <p:val>
                                            <p:strVal val="#ppt_y"/>
                                          </p:val>
                                        </p:tav>
                                      </p:tavLst>
                                    </p:anim>
                                    <p:animEffect transition="in" filter="wipe(up)">
                                      <p:cBhvr>
                                        <p:cTn id="24" dur="500"/>
                                        <p:tgtEl>
                                          <p:spTgt spid="97"/>
                                        </p:tgtEl>
                                      </p:cBhvr>
                                    </p:animEffect>
                                  </p:childTnLst>
                                </p:cTn>
                              </p:par>
                            </p:childTnLst>
                          </p:cTn>
                        </p:par>
                        <p:par>
                          <p:cTn id="25" fill="hold">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96"/>
                                        </p:tgtEl>
                                        <p:attrNameLst>
                                          <p:attrName>style.visibility</p:attrName>
                                        </p:attrNameLst>
                                      </p:cBhvr>
                                      <p:to>
                                        <p:strVal val="visible"/>
                                      </p:to>
                                    </p:set>
                                    <p:anim calcmode="lin" valueType="num">
                                      <p:cBhvr additive="base">
                                        <p:cTn id="28" dur="500"/>
                                        <p:tgtEl>
                                          <p:spTgt spid="96"/>
                                        </p:tgtEl>
                                        <p:attrNameLst>
                                          <p:attrName>ppt_y</p:attrName>
                                        </p:attrNameLst>
                                      </p:cBhvr>
                                      <p:tavLst>
                                        <p:tav tm="0">
                                          <p:val>
                                            <p:strVal val="#ppt_y+#ppt_h*1.125000"/>
                                          </p:val>
                                        </p:tav>
                                        <p:tav tm="100000">
                                          <p:val>
                                            <p:strVal val="#ppt_y"/>
                                          </p:val>
                                        </p:tav>
                                      </p:tavLst>
                                    </p:anim>
                                    <p:animEffect transition="in" filter="wipe(up)">
                                      <p:cBhvr>
                                        <p:cTn id="29"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96" grpId="0" animBg="1"/>
      <p:bldP spid="9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EADFC7F7-2166-8542-86D6-18B50FE60DB0}"/>
              </a:ext>
            </a:extLst>
          </p:cNvPr>
          <p:cNvSpPr/>
          <p:nvPr/>
        </p:nvSpPr>
        <p:spPr>
          <a:xfrm>
            <a:off x="557784" y="1631664"/>
            <a:ext cx="6353556" cy="35691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Rectangle 5">
            <a:extLst>
              <a:ext uri="{FF2B5EF4-FFF2-40B4-BE49-F238E27FC236}">
                <a16:creationId xmlns:a16="http://schemas.microsoft.com/office/drawing/2014/main" xmlns="" id="{B10D78F8-4A7E-2F4F-B6DD-7D7362A2663C}"/>
              </a:ext>
            </a:extLst>
          </p:cNvPr>
          <p:cNvSpPr/>
          <p:nvPr/>
        </p:nvSpPr>
        <p:spPr>
          <a:xfrm flipH="1">
            <a:off x="1101090" y="4573862"/>
            <a:ext cx="2590800" cy="617348"/>
          </a:xfrm>
          <a:prstGeom prst="rect">
            <a:avLst/>
          </a:prstGeom>
        </p:spPr>
        <p:txBody>
          <a:bodyPr wrap="square">
            <a:spAutoFit/>
          </a:bodyPr>
          <a:lstStyle/>
          <a:p>
            <a:pPr algn="ctr">
              <a:lnSpc>
                <a:spcPct val="150000"/>
              </a:lnSpc>
              <a:tabLst>
                <a:tab pos="1320800" algn="l"/>
              </a:tabLst>
            </a:pPr>
            <a:r>
              <a:rPr lang="zh-CN" altLang="en-US" sz="1200" spc="300" dirty="0" smtClean="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a:t>
            </a:r>
            <a:endParaRPr lang="en-US" sz="1200" spc="3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Rectangle 6">
            <a:extLst>
              <a:ext uri="{FF2B5EF4-FFF2-40B4-BE49-F238E27FC236}">
                <a16:creationId xmlns:a16="http://schemas.microsoft.com/office/drawing/2014/main" xmlns="" id="{3747E9B3-10FE-7946-A153-0EA20DCB7526}"/>
              </a:ext>
            </a:extLst>
          </p:cNvPr>
          <p:cNvSpPr/>
          <p:nvPr/>
        </p:nvSpPr>
        <p:spPr>
          <a:xfrm flipH="1">
            <a:off x="3996690" y="1879670"/>
            <a:ext cx="2590800" cy="617348"/>
          </a:xfrm>
          <a:prstGeom prst="rect">
            <a:avLst/>
          </a:prstGeom>
        </p:spPr>
        <p:txBody>
          <a:bodyPr wrap="square">
            <a:spAutoFit/>
          </a:bodyPr>
          <a:lstStyle/>
          <a:p>
            <a:pPr algn="ctr">
              <a:lnSpc>
                <a:spcPct val="150000"/>
              </a:lnSpc>
            </a:pPr>
            <a:r>
              <a:rPr lang="zh-CN" altLang="en-US" sz="1200" spc="300" dirty="0" smtClean="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a:t>
            </a:r>
            <a:endParaRPr lang="en-US" sz="1200" spc="3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Picture Placeholder 1">
            <a:extLst>
              <a:ext uri="{FF2B5EF4-FFF2-40B4-BE49-F238E27FC236}">
                <a16:creationId xmlns:a16="http://schemas.microsoft.com/office/drawing/2014/main" xmlns="" id="{9246A3C1-C46A-7D42-8D97-4EA2A0E2B753}"/>
              </a:ext>
            </a:extLst>
          </p:cNvPr>
          <p:cNvSpPr txBox="1">
            <a:spLocks/>
          </p:cNvSpPr>
          <p:nvPr/>
        </p:nvSpPr>
        <p:spPr>
          <a:xfrm>
            <a:off x="1101090" y="723899"/>
            <a:ext cx="2590800" cy="3638551"/>
          </a:xfrm>
          <a:custGeom>
            <a:avLst/>
            <a:gdLst>
              <a:gd name="connsiteX0" fmla="*/ 0 w 2590800"/>
              <a:gd name="connsiteY0" fmla="*/ 0 h 3638551"/>
              <a:gd name="connsiteX1" fmla="*/ 2590800 w 2590800"/>
              <a:gd name="connsiteY1" fmla="*/ 0 h 3638551"/>
              <a:gd name="connsiteX2" fmla="*/ 2590800 w 2590800"/>
              <a:gd name="connsiteY2" fmla="*/ 3638551 h 3638551"/>
              <a:gd name="connsiteX3" fmla="*/ 0 w 2590800"/>
              <a:gd name="connsiteY3" fmla="*/ 3638551 h 3638551"/>
            </a:gdLst>
            <a:ahLst/>
            <a:cxnLst>
              <a:cxn ang="0">
                <a:pos x="connsiteX0" y="connsiteY0"/>
              </a:cxn>
              <a:cxn ang="0">
                <a:pos x="connsiteX1" y="connsiteY1"/>
              </a:cxn>
              <a:cxn ang="0">
                <a:pos x="connsiteX2" y="connsiteY2"/>
              </a:cxn>
              <a:cxn ang="0">
                <a:pos x="connsiteX3" y="connsiteY3"/>
              </a:cxn>
            </a:cxnLst>
            <a:rect l="l" t="t" r="r" b="b"/>
            <a:pathLst>
              <a:path w="2590800" h="3638551">
                <a:moveTo>
                  <a:pt x="0" y="0"/>
                </a:moveTo>
                <a:lnTo>
                  <a:pt x="2590800" y="0"/>
                </a:lnTo>
                <a:lnTo>
                  <a:pt x="2590800" y="3638551"/>
                </a:lnTo>
                <a:lnTo>
                  <a:pt x="0" y="3638551"/>
                </a:lnTo>
                <a:close/>
              </a:path>
            </a:pathLst>
          </a:custGeom>
          <a:blipFill>
            <a:blip r:embed="rId3"/>
            <a:stretch>
              <a:fillRect/>
            </a:stretch>
          </a:blipFill>
        </p:spPr>
        <p:txBody>
          <a:bodyPr/>
          <a:lstStyle/>
          <a:p>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Picture Placeholder 2">
            <a:extLst>
              <a:ext uri="{FF2B5EF4-FFF2-40B4-BE49-F238E27FC236}">
                <a16:creationId xmlns:a16="http://schemas.microsoft.com/office/drawing/2014/main" xmlns="" id="{173F8769-1203-B64B-9E8A-4891A80D04FA}"/>
              </a:ext>
            </a:extLst>
          </p:cNvPr>
          <p:cNvSpPr txBox="1">
            <a:spLocks/>
          </p:cNvSpPr>
          <p:nvPr/>
        </p:nvSpPr>
        <p:spPr>
          <a:xfrm>
            <a:off x="3996690" y="2543174"/>
            <a:ext cx="2590800" cy="3638551"/>
          </a:xfrm>
          <a:custGeom>
            <a:avLst/>
            <a:gdLst>
              <a:gd name="connsiteX0" fmla="*/ 0 w 2590800"/>
              <a:gd name="connsiteY0" fmla="*/ 0 h 3638551"/>
              <a:gd name="connsiteX1" fmla="*/ 2590800 w 2590800"/>
              <a:gd name="connsiteY1" fmla="*/ 0 h 3638551"/>
              <a:gd name="connsiteX2" fmla="*/ 2590800 w 2590800"/>
              <a:gd name="connsiteY2" fmla="*/ 3638551 h 3638551"/>
              <a:gd name="connsiteX3" fmla="*/ 0 w 2590800"/>
              <a:gd name="connsiteY3" fmla="*/ 3638551 h 3638551"/>
            </a:gdLst>
            <a:ahLst/>
            <a:cxnLst>
              <a:cxn ang="0">
                <a:pos x="connsiteX0" y="connsiteY0"/>
              </a:cxn>
              <a:cxn ang="0">
                <a:pos x="connsiteX1" y="connsiteY1"/>
              </a:cxn>
              <a:cxn ang="0">
                <a:pos x="connsiteX2" y="connsiteY2"/>
              </a:cxn>
              <a:cxn ang="0">
                <a:pos x="connsiteX3" y="connsiteY3"/>
              </a:cxn>
            </a:cxnLst>
            <a:rect l="l" t="t" r="r" b="b"/>
            <a:pathLst>
              <a:path w="2590800" h="3638551">
                <a:moveTo>
                  <a:pt x="0" y="0"/>
                </a:moveTo>
                <a:lnTo>
                  <a:pt x="2590800" y="0"/>
                </a:lnTo>
                <a:lnTo>
                  <a:pt x="2590800" y="3638551"/>
                </a:lnTo>
                <a:lnTo>
                  <a:pt x="0" y="3638551"/>
                </a:lnTo>
                <a:close/>
              </a:path>
            </a:pathLst>
          </a:custGeom>
          <a:blipFill>
            <a:blip r:embed="rId4"/>
            <a:stretch>
              <a:fillRect/>
            </a:stretch>
          </a:blipFill>
        </p:spPr>
        <p:txBody>
          <a:bodyPr/>
          <a:lstStyle/>
          <a:p>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TextBox 7">
            <a:extLst>
              <a:ext uri="{FF2B5EF4-FFF2-40B4-BE49-F238E27FC236}">
                <a16:creationId xmlns:a16="http://schemas.microsoft.com/office/drawing/2014/main" xmlns="" id="{6AD352D0-A9B6-BC46-80FC-464CB5809D25}"/>
              </a:ext>
            </a:extLst>
          </p:cNvPr>
          <p:cNvSpPr txBox="1"/>
          <p:nvPr/>
        </p:nvSpPr>
        <p:spPr>
          <a:xfrm>
            <a:off x="7907256" y="1785168"/>
            <a:ext cx="2646878" cy="1077218"/>
          </a:xfrm>
          <a:prstGeom prst="rect">
            <a:avLst/>
          </a:prstGeom>
          <a:noFill/>
        </p:spPr>
        <p:txBody>
          <a:bodyPr wrap="none" rtlCol="0">
            <a:spAutoFit/>
          </a:bodyPr>
          <a:lstStyle/>
          <a:p>
            <a:pPr algn="l"/>
            <a:r>
              <a:rPr lang="zh-CN" altLang="en-US" sz="32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在这添加</a:t>
            </a:r>
            <a:endParaRPr lang="en-US" altLang="zh-CN" sz="32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gn="l"/>
            <a:r>
              <a:rPr lang="zh-CN" altLang="en-US" sz="32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页面标题内容</a:t>
            </a:r>
          </a:p>
        </p:txBody>
      </p:sp>
      <p:sp>
        <p:nvSpPr>
          <p:cNvPr id="11" name="Google Shape;86;p19">
            <a:extLst>
              <a:ext uri="{FF2B5EF4-FFF2-40B4-BE49-F238E27FC236}">
                <a16:creationId xmlns:a16="http://schemas.microsoft.com/office/drawing/2014/main" xmlns="" id="{9E90273B-A2C0-2642-8F48-8B3669F3FC48}"/>
              </a:ext>
            </a:extLst>
          </p:cNvPr>
          <p:cNvSpPr txBox="1"/>
          <p:nvPr/>
        </p:nvSpPr>
        <p:spPr>
          <a:xfrm>
            <a:off x="7907256" y="1384280"/>
            <a:ext cx="3183654" cy="3102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0" i="0" u="none" strike="noStrike" cap="none">
                <a:latin typeface="思源黑体 CN Medium" panose="020B0600000000000000" pitchFamily="34" charset="-122"/>
                <a:ea typeface="思源黑体 CN Medium" panose="020B0600000000000000" pitchFamily="34" charset="-122"/>
                <a:cs typeface="Lato"/>
                <a:sym typeface="思源黑体 CN Medium" panose="020B0600000000000000" pitchFamily="34" charset="-122"/>
              </a:rPr>
              <a:t>YOUR TITLE HERE</a:t>
            </a:r>
            <a:endParaRPr sz="2400" b="0" i="0" u="none" strike="noStrike" cap="none">
              <a:latin typeface="思源黑体 CN Medium" panose="020B0600000000000000" pitchFamily="34" charset="-122"/>
              <a:ea typeface="思源黑体 CN Medium" panose="020B0600000000000000" pitchFamily="34" charset="-122"/>
              <a:cs typeface="Lato"/>
              <a:sym typeface="思源黑体 CN Medium" panose="020B0600000000000000" pitchFamily="34" charset="-122"/>
            </a:endParaRPr>
          </a:p>
        </p:txBody>
      </p:sp>
      <p:sp>
        <p:nvSpPr>
          <p:cNvPr id="12" name="TextBox 24">
            <a:extLst>
              <a:ext uri="{FF2B5EF4-FFF2-40B4-BE49-F238E27FC236}">
                <a16:creationId xmlns:a16="http://schemas.microsoft.com/office/drawing/2014/main" xmlns="" id="{C4239E66-B32A-B742-B216-460E8791D0EB}"/>
              </a:ext>
            </a:extLst>
          </p:cNvPr>
          <p:cNvSpPr txBox="1"/>
          <p:nvPr/>
        </p:nvSpPr>
        <p:spPr>
          <a:xfrm>
            <a:off x="7883496" y="3429000"/>
            <a:ext cx="2931249" cy="1997518"/>
          </a:xfrm>
          <a:prstGeom prst="rect">
            <a:avLst/>
          </a:prstGeom>
          <a:noFill/>
        </p:spPr>
        <p:txBody>
          <a:bodyPr wrap="square" lIns="91423" tIns="45712" rIns="91423" bIns="45712" rtlCol="0">
            <a:spAutoFit/>
          </a:bodyPr>
          <a:lstStyle/>
          <a:p>
            <a:pPr defTabSz="1217930">
              <a:lnSpc>
                <a:spcPct val="150000"/>
              </a:lnSpc>
              <a:defRPr/>
            </a:pPr>
            <a:r>
              <a:rPr lang="zh-CN" altLang="en-US"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a:t>
            </a:r>
            <a:r>
              <a:rPr lang="zh-CN" altLang="en-US" sz="1400" dirty="0" smtClean="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r>
              <a:rPr lang="zh-CN" altLang="en-US"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点击这里，输入合适的内容。点击这里，输入合适的内容。点击这里，输入合适的内容</a:t>
            </a:r>
            <a:r>
              <a:rPr lang="zh-CN" altLang="en-US" sz="1400" dirty="0" smtClean="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endParaRPr lang="zh-CN" altLang="en-US" sz="14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13" name="图片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71119" y="202632"/>
            <a:ext cx="712334" cy="708842"/>
          </a:xfrm>
          <a:prstGeom prst="rect">
            <a:avLst/>
          </a:prstGeom>
        </p:spPr>
      </p:pic>
    </p:spTree>
    <p:extLst>
      <p:ext uri="{BB962C8B-B14F-4D97-AF65-F5344CB8AC3E}">
        <p14:creationId xmlns:p14="http://schemas.microsoft.com/office/powerpoint/2010/main" val="328932498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l="-5000" r="-5000"/>
          </a:stretch>
        </a:blip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xmlns="" id="{FC684996-33A8-459B-8744-ACF41F5EBE0C}"/>
              </a:ext>
            </a:extLst>
          </p:cNvPr>
          <p:cNvSpPr/>
          <p:nvPr/>
        </p:nvSpPr>
        <p:spPr>
          <a:xfrm>
            <a:off x="0" y="0"/>
            <a:ext cx="12192000" cy="6858000"/>
          </a:xfrm>
          <a:prstGeom prst="rect">
            <a:avLst/>
          </a:prstGeom>
          <a:gradFill flip="none" rotWithShape="1">
            <a:gsLst>
              <a:gs pos="30000">
                <a:schemeClr val="bg1"/>
              </a:gs>
              <a:gs pos="93000">
                <a:schemeClr val="bg1">
                  <a:alpha val="1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1" name="矩形: 圆角 132">
            <a:extLst>
              <a:ext uri="{FF2B5EF4-FFF2-40B4-BE49-F238E27FC236}">
                <a16:creationId xmlns:a16="http://schemas.microsoft.com/office/drawing/2014/main" xmlns="" id="{8E85C123-4BF7-4F20-B738-65133A1BAD3F}"/>
              </a:ext>
            </a:extLst>
          </p:cNvPr>
          <p:cNvSpPr/>
          <p:nvPr/>
        </p:nvSpPr>
        <p:spPr>
          <a:xfrm>
            <a:off x="4527332" y="611688"/>
            <a:ext cx="10529997" cy="578702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xmlns="" id="{BBEBD6BA-6F07-4E68-8F80-F0BE26DBC269}"/>
              </a:ext>
            </a:extLst>
          </p:cNvPr>
          <p:cNvSpPr txBox="1"/>
          <p:nvPr/>
        </p:nvSpPr>
        <p:spPr>
          <a:xfrm>
            <a:off x="624391" y="3294595"/>
            <a:ext cx="3829075" cy="646331"/>
          </a:xfrm>
          <a:prstGeom prst="rect">
            <a:avLst/>
          </a:prstGeom>
          <a:noFill/>
        </p:spPr>
        <p:txBody>
          <a:bodyPr wrap="square" rtlCol="0">
            <a:spAutoFit/>
          </a:bodyPr>
          <a:lstStyle/>
          <a:p>
            <a:pPr algn="dist"/>
            <a:r>
              <a:rPr lang="zh-CN" altLang="en-US" sz="3600" dirty="0" smtClean="0">
                <a:solidFill>
                  <a:srgbClr val="3F3F3F"/>
                </a:solidFill>
                <a:latin typeface="思源黑体 CN Bold" panose="020B0800000000000000" pitchFamily="34" charset="-122"/>
                <a:ea typeface="思源黑体 CN Bold" panose="020B0800000000000000" pitchFamily="34" charset="-122"/>
                <a:sym typeface="思源黑体 CN Medium" panose="020B0600000000000000" pitchFamily="34" charset="-122"/>
              </a:rPr>
              <a:t>感谢您的聆听！</a:t>
            </a:r>
            <a:endParaRPr lang="zh-CN" altLang="en-US" sz="3600" dirty="0">
              <a:solidFill>
                <a:srgbClr val="3F3F3F"/>
              </a:solidFill>
              <a:latin typeface="思源黑体 CN Bold" panose="020B0800000000000000" pitchFamily="34" charset="-122"/>
              <a:ea typeface="思源黑体 CN Bold" panose="020B0800000000000000" pitchFamily="34"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xmlns="" id="{B2211DCA-8D3C-4638-B50B-C970B55F5072}"/>
              </a:ext>
            </a:extLst>
          </p:cNvPr>
          <p:cNvSpPr txBox="1"/>
          <p:nvPr/>
        </p:nvSpPr>
        <p:spPr>
          <a:xfrm>
            <a:off x="704805" y="3995084"/>
            <a:ext cx="3668246" cy="646331"/>
          </a:xfrm>
          <a:prstGeom prst="rect">
            <a:avLst/>
          </a:prstGeom>
          <a:noFill/>
        </p:spPr>
        <p:txBody>
          <a:bodyPr wrap="square" rtlCol="0">
            <a:spAutoFit/>
          </a:bodyPr>
          <a:lstStyle/>
          <a:p>
            <a:pPr algn="dist">
              <a:lnSpc>
                <a:spcPct val="150000"/>
              </a:lnSpc>
            </a:pPr>
            <a:r>
              <a:rPr lang="en-US" altLang="zh-CN" sz="1200" dirty="0" smtClean="0"/>
              <a:t>UNIVERSITY OF ELECTRONIC SCIENCE AND TECHNOLOGY OF CHINA</a:t>
            </a:r>
            <a:endParaRPr lang="en-US" altLang="zh-CN" sz="1200" dirty="0">
              <a:solidFill>
                <a:srgbClr val="3F3F3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4" name="组合 13">
            <a:extLst>
              <a:ext uri="{FF2B5EF4-FFF2-40B4-BE49-F238E27FC236}">
                <a16:creationId xmlns:a16="http://schemas.microsoft.com/office/drawing/2014/main" xmlns="" id="{F8924A03-F32A-47D7-B6F6-C1D10FDBAE54}"/>
              </a:ext>
            </a:extLst>
          </p:cNvPr>
          <p:cNvGrpSpPr/>
          <p:nvPr/>
        </p:nvGrpSpPr>
        <p:grpSpPr>
          <a:xfrm>
            <a:off x="796705" y="4993286"/>
            <a:ext cx="1933541" cy="413260"/>
            <a:chOff x="658813" y="5629835"/>
            <a:chExt cx="1332001" cy="413260"/>
          </a:xfrm>
        </p:grpSpPr>
        <p:sp>
          <p:nvSpPr>
            <p:cNvPr id="15" name="矩形 14">
              <a:extLst>
                <a:ext uri="{FF2B5EF4-FFF2-40B4-BE49-F238E27FC236}">
                  <a16:creationId xmlns:a16="http://schemas.microsoft.com/office/drawing/2014/main" xmlns="" id="{A6A3CF06-B315-452F-B925-56E3CE873B2B}"/>
                </a:ext>
              </a:extLst>
            </p:cNvPr>
            <p:cNvSpPr/>
            <p:nvPr/>
          </p:nvSpPr>
          <p:spPr>
            <a:xfrm>
              <a:off x="658813" y="5629835"/>
              <a:ext cx="1332000" cy="396000"/>
            </a:xfrm>
            <a:prstGeom prst="rect">
              <a:avLst/>
            </a:prstGeom>
            <a:solidFill>
              <a:srgbClr val="609A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xmlns="" id="{EFB4DACA-9BD3-422C-82BA-34534034CEA2}"/>
                </a:ext>
              </a:extLst>
            </p:cNvPr>
            <p:cNvSpPr txBox="1"/>
            <p:nvPr/>
          </p:nvSpPr>
          <p:spPr>
            <a:xfrm>
              <a:off x="658814" y="5642985"/>
              <a:ext cx="1332000" cy="400110"/>
            </a:xfrm>
            <a:prstGeom prst="rect">
              <a:avLst/>
            </a:prstGeom>
            <a:solidFill>
              <a:srgbClr val="164C8C"/>
            </a:solidFill>
          </p:spPr>
          <p:txBody>
            <a:bodyPr wrap="square" rtlCol="0">
              <a:spAutoFit/>
            </a:bodyPr>
            <a:lstStyle/>
            <a:p>
              <a:pPr algn="r"/>
              <a:r>
                <a:rPr lang="zh-CN" altLang="en-US" sz="2000" spc="200" dirty="0" smtClean="0">
                  <a:solidFill>
                    <a:schemeClr val="bg1"/>
                  </a:solidFill>
                  <a:latin typeface="思源黑体 CN Heavy" panose="020B0A00000000000000" pitchFamily="34" charset="-122"/>
                  <a:ea typeface="思源黑体 CN Heavy" panose="020B0A00000000000000" pitchFamily="34" charset="-122"/>
                  <a:sym typeface="思源黑体 CN Medium" panose="020B0600000000000000" pitchFamily="34" charset="-122"/>
                </a:rPr>
                <a:t>汇报人：青课</a:t>
              </a:r>
              <a:endParaRPr lang="zh-CN" altLang="en-US" sz="2000" spc="200" dirty="0">
                <a:solidFill>
                  <a:schemeClr val="bg1"/>
                </a:solidFill>
                <a:latin typeface="思源黑体 CN Heavy" panose="020B0A00000000000000" pitchFamily="34" charset="-122"/>
                <a:ea typeface="思源黑体 CN Heavy" panose="020B0A00000000000000" pitchFamily="34" charset="-122"/>
                <a:sym typeface="思源黑体 CN Medium" panose="020B0600000000000000" pitchFamily="34" charset="-122"/>
              </a:endParaRPr>
            </a:p>
          </p:txBody>
        </p:sp>
      </p:grpSp>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04002" y="1140383"/>
            <a:ext cx="1669852" cy="1661666"/>
          </a:xfrm>
          <a:prstGeom prst="rect">
            <a:avLst/>
          </a:prstGeom>
        </p:spPr>
      </p:pic>
    </p:spTree>
    <p:custDataLst>
      <p:tags r:id="rId2"/>
    </p:custDataLst>
    <p:extLst>
      <p:ext uri="{BB962C8B-B14F-4D97-AF65-F5344CB8AC3E}">
        <p14:creationId xmlns:p14="http://schemas.microsoft.com/office/powerpoint/2010/main" val="63443011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500"/>
                            </p:stCondLst>
                            <p:childTnLst>
                              <p:par>
                                <p:cTn id="15" presetID="16" presetClass="entr" presetSubtype="21"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1105525"/>
            <a:ext cx="10058400" cy="46469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26"/>
</p:tagLst>
</file>

<file path=ppt/tags/tag2.xml><?xml version="1.0" encoding="utf-8"?>
<p:tagLst xmlns:a="http://schemas.openxmlformats.org/drawingml/2006/main" xmlns:r="http://schemas.openxmlformats.org/officeDocument/2006/relationships" xmlns:p="http://schemas.openxmlformats.org/presentationml/2006/main">
  <p:tag name="ISLIDE.VECTOR" val="#185613;#184293;#184269;#217368;"/>
</p:tagLst>
</file>

<file path=ppt/tags/tag3.xml><?xml version="1.0" encoding="utf-8"?>
<p:tagLst xmlns:a="http://schemas.openxmlformats.org/drawingml/2006/main" xmlns:r="http://schemas.openxmlformats.org/officeDocument/2006/relationships" xmlns:p="http://schemas.openxmlformats.org/presentationml/2006/main">
  <p:tag name="ISLIDE.VECTOR" val="#185613;#184293;#184269;#217368;"/>
</p:tagLst>
</file>

<file path=ppt/tags/tag4.xml><?xml version="1.0" encoding="utf-8"?>
<p:tagLst xmlns:a="http://schemas.openxmlformats.org/drawingml/2006/main" xmlns:r="http://schemas.openxmlformats.org/officeDocument/2006/relationships" xmlns:p="http://schemas.openxmlformats.org/presentationml/2006/main">
  <p:tag name="PA" val="v3.2.0"/>
</p:tagLst>
</file>

<file path=ppt/tags/tag5.xml><?xml version="1.0" encoding="utf-8"?>
<p:tagLst xmlns:a="http://schemas.openxmlformats.org/drawingml/2006/main" xmlns:r="http://schemas.openxmlformats.org/officeDocument/2006/relationships" xmlns:p="http://schemas.openxmlformats.org/presentationml/2006/main">
  <p:tag name="PA" val="v3.2.0"/>
</p:tagLst>
</file>

<file path=ppt/tags/tag6.xml><?xml version="1.0" encoding="utf-8"?>
<p:tagLst xmlns:a="http://schemas.openxmlformats.org/drawingml/2006/main" xmlns:r="http://schemas.openxmlformats.org/officeDocument/2006/relationships" xmlns:p="http://schemas.openxmlformats.org/presentationml/2006/main">
  <p:tag name="PA" val="v3.2.0"/>
</p:tagLst>
</file>

<file path=ppt/tags/tag7.xml><?xml version="1.0" encoding="utf-8"?>
<p:tagLst xmlns:a="http://schemas.openxmlformats.org/drawingml/2006/main" xmlns:r="http://schemas.openxmlformats.org/officeDocument/2006/relationships" xmlns:p="http://schemas.openxmlformats.org/presentationml/2006/main">
  <p:tag name="PA" val="v3.2.0"/>
</p:tagLst>
</file>

<file path=ppt/tags/tag8.xml><?xml version="1.0" encoding="utf-8"?>
<p:tagLst xmlns:a="http://schemas.openxmlformats.org/drawingml/2006/main" xmlns:r="http://schemas.openxmlformats.org/officeDocument/2006/relationships" xmlns:p="http://schemas.openxmlformats.org/presentationml/2006/main">
  <p:tag name="ISLIDE.VECTOR" val="#185613;#184293;#184269;#217368;"/>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themeOverride>
</file>

<file path=ppt/theme/themeOverride5.xml><?xml version="1.0" encoding="utf-8"?>
<a:themeOverride xmlns:a="http://schemas.openxmlformats.org/drawingml/2006/main">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themeOverride>
</file>

<file path=ppt/theme/themeOverride6.xml><?xml version="1.0" encoding="utf-8"?>
<a:themeOverride xmlns:a="http://schemas.openxmlformats.org/drawingml/2006/main">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themeOverride>
</file>

<file path=ppt/theme/themeOverride7.xml><?xml version="1.0" encoding="utf-8"?>
<a:themeOverride xmlns:a="http://schemas.openxmlformats.org/drawingml/2006/main">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themeOverride>
</file>

<file path=ppt/theme/themeOverride8.xml><?xml version="1.0" encoding="utf-8"?>
<a:themeOverride xmlns:a="http://schemas.openxmlformats.org/drawingml/2006/main">
  <a:clrScheme name="Office">
    <a:dk1>
      <a:srgbClr val="000000"/>
    </a:dk1>
    <a:lt1>
      <a:srgbClr val="FFFFFF"/>
    </a:lt1>
    <a:dk2>
      <a:srgbClr val="44546A"/>
    </a:dk2>
    <a:lt2>
      <a:srgbClr val="E7E6E6"/>
    </a:lt2>
    <a:accent1>
      <a:srgbClr val="609AD5"/>
    </a:accent1>
    <a:accent2>
      <a:srgbClr val="2B7FD4"/>
    </a:accent2>
    <a:accent3>
      <a:srgbClr val="777777"/>
    </a:accent3>
    <a:accent4>
      <a:srgbClr val="2964C9"/>
    </a:accent4>
    <a:accent5>
      <a:srgbClr val="1452B5"/>
    </a:accent5>
    <a:accent6>
      <a:srgbClr val="3D3D3D"/>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100</TotalTime>
  <Words>1932</Words>
  <Application>Microsoft Office PowerPoint</Application>
  <PresentationFormat>宽屏</PresentationFormat>
  <Paragraphs>189</Paragraphs>
  <Slides>27</Slides>
  <Notes>27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Lato</vt:lpstr>
      <vt:lpstr>Source Han Serif SC</vt:lpstr>
      <vt:lpstr>yuweij Medium</vt:lpstr>
      <vt:lpstr>等线</vt:lpstr>
      <vt:lpstr>思源黑体 CN Bold</vt:lpstr>
      <vt:lpstr>思源黑体 CN Heavy</vt:lpstr>
      <vt:lpstr>思源黑体 CN Medium</vt:lpstr>
      <vt:lpstr>宋体</vt:lpstr>
      <vt:lpstr>微软雅黑</vt:lpstr>
      <vt:lpstr>Arial</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1126</dc:title>
  <dc:creator>木辰雨</dc:creator>
  <cp:lastModifiedBy>上海维湾9号机</cp:lastModifiedBy>
  <cp:revision>60</cp:revision>
  <dcterms:modified xsi:type="dcterms:W3CDTF">2021-04-30T09:32:18Z</dcterms:modified>
</cp:coreProperties>
</file>