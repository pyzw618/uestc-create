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7"/>
  </p:notesMasterIdLst>
  <p:sldIdLst>
    <p:sldId id="257" r:id="rId3"/>
    <p:sldId id="258" r:id="rId4"/>
    <p:sldId id="717" r:id="rId5"/>
    <p:sldId id="72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4C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84" autoAdjust="0"/>
    <p:restoredTop sz="94677" autoAdjust="0"/>
  </p:normalViewPr>
  <p:slideViewPr>
    <p:cSldViewPr snapToGrid="0">
      <p:cViewPr varScale="1">
        <p:scale>
          <a:sx n="78" d="100"/>
          <a:sy n="78" d="100"/>
        </p:scale>
        <p:origin x="898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577B2D-DA74-4925-BE7F-955267CBB657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22651-5FE5-4AEC-897A-90F3FC7D1A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6582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1021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025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DF3F87-CFA5-C9B4-1E64-80E353E199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3CDE70D-CBBE-C698-BD98-4E9283BD7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0D0265-49F1-9DEF-E548-F0412F3C8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2315C-8641-4081-8C72-E71BEB131CCC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B2565E-3E17-2A6A-C95D-3987A83BD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D5327A-813F-9AC4-2929-1E0C2463A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F13FD-210C-4C77-BDFF-1A737F19E6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8226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D81417-7A90-54D9-AED7-A0CAA6EB5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B4AAA7-8410-0496-4C86-3E004553C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A3498E-8322-9835-8B89-68CCC9684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2315C-8641-4081-8C72-E71BEB131CCC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C9218C-F7A6-C3D3-CB82-AC58E9A7B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CDEABD-52A5-6ED1-1059-6555419F3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F13FD-210C-4C77-BDFF-1A737F19E6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5423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EC025E-7C15-06BF-847C-A332867FB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38C9DF-DF52-623D-8934-778C270FB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79A018-A2B3-8A39-F510-A08B5BA70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2315C-8641-4081-8C72-E71BEB131CCC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D3BC1A-70F7-B696-40CE-CBF5A1480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7786B6-1515-7161-3A62-C8428252B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F13FD-210C-4C77-BDFF-1A737F19E6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827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76FA52-6CA6-4E29-D42B-F50ECD079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BFE7B4-4E6F-FE29-D304-028D0256FC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3FB0D01-343D-6DF5-3687-96D8BD4CA2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5049E5-0FAA-A459-BBB9-ECF3A9492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2315C-8641-4081-8C72-E71BEB131CCC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E15B25-49C7-0606-2129-A4838A399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CA451D-A64D-29E5-435D-330C04E38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F13FD-210C-4C77-BDFF-1A737F19E6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221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8C7B8E-3475-EF93-22F2-093C51518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736ADE-930B-4BF9-52F8-AC757ACF0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9B0220A-AF3B-A6B7-8B76-DEF544B173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FA6C945-B368-1F46-667D-E062F37CDE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2E9967D-CC96-3640-173B-FD527F556E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8392B01-C560-281C-9825-06BBDB33E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2315C-8641-4081-8C72-E71BEB131CCC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F6EF2FD-2229-9E09-CC8C-E0317A207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FB9B145-46AC-6515-A97A-080A63498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F13FD-210C-4C77-BDFF-1A737F19E6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8041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07631D-8E71-272B-1657-AEE2EBB46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3C9A669-0F72-A6CA-D22B-5BD97E7E6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2315C-8641-4081-8C72-E71BEB131CCC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F707C61-9A2B-E8A8-5313-211B3EE54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C73D9D9-A415-9508-22F4-E911F2A63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F13FD-210C-4C77-BDFF-1A737F19E6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289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356AAA5-6B6D-1EBF-262B-AD1556B10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2315C-8641-4081-8C72-E71BEB131CCC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8F63BC8-5CD2-353D-7704-5CD2EE45B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D477C5-5EA7-A14B-3058-2E534E049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F13FD-210C-4C77-BDFF-1A737F19E6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667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AF4BD0-E094-2A7E-20C7-94ED3FF48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3A8CA3-C1B9-C553-1D96-C649C94BF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22D1887-F35D-6CC7-E29B-1D009E10CB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2DF136-0E12-E0C9-946C-06EE891B2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2315C-8641-4081-8C72-E71BEB131CCC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F6C8032-9760-2DF8-13E7-32C929473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991910-B9EE-AEBE-2111-F8FAFFE3C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F13FD-210C-4C77-BDFF-1A737F19E6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928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13ECD5-7606-BDF8-0FC7-E5B8932C0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216CEC1-277A-3E7E-0F8D-5ECDD77354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212A14-B73D-4CB6-392C-2CDC6FDF13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203E54B-BF7A-207B-3552-719F71664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2315C-8641-4081-8C72-E71BEB131CCC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AEF50C-2C57-6858-4526-15DD328F4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2D076B-A086-E524-B8F9-E4C9A5EFB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F13FD-210C-4C77-BDFF-1A737F19E6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9106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7A810F-B64A-359A-FC58-8D368CE0C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4A3E07A-FAA3-D101-3EF8-466D330F0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50BBF4-BB42-E9AE-8C30-FABC05016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2315C-8641-4081-8C72-E71BEB131CCC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E889AA-C40C-391A-96A4-FDD6F5868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70662A-0129-ACD3-6599-743053145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F13FD-210C-4C77-BDFF-1A737F19E6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2288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62D7BC5-F39F-8C16-78D2-E60E3EB37C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D8F86BC-08D1-AA18-BAEB-587448EADA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49D150-46ED-7A3B-29FC-170A5B52C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2315C-8641-4081-8C72-E71BEB131CCC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C01ECD-98A4-24E4-DB93-0D9E2C5F2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1793A9-F05E-1947-0554-8DC4695D7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F13FD-210C-4C77-BDFF-1A737F19E6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14920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EBFAE-048D-461D-9F94-1EF1CAFC2409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9576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EBFAE-048D-461D-9F94-1EF1CAFC2409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9372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EBFAE-048D-461D-9F94-1EF1CAFC2409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3680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EBFAE-048D-461D-9F94-1EF1CAFC2409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2611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EBFAE-048D-461D-9F94-1EF1CAFC2409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346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EBFAE-048D-461D-9F94-1EF1CAFC2409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6227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EBFAE-048D-461D-9F94-1EF1CAFC2409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4862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EBFAE-048D-461D-9F94-1EF1CAFC2409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0187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EBFAE-048D-461D-9F94-1EF1CAFC2409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9743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EBFAE-048D-461D-9F94-1EF1CAFC2409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020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EBFAE-048D-461D-9F94-1EF1CAFC2409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9467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243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AEF0729-AAB3-1A08-5730-76A857C08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2C9684-5F47-BC21-9B66-35B6A6C25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F91D9E-C45F-54A7-432C-EDBC13B69F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2315C-8641-4081-8C72-E71BEB131CCC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33FB6F-F10A-B0F5-1461-86700BA931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7CE4DD-D8AB-9BF1-D637-33125B57A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8F13FD-210C-4C77-BDFF-1A737F19E6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7768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6EBFAE-048D-461D-9F94-1EF1CAFC2409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9962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C1885CB-633F-1DF8-9596-F071BACAFDAD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5058387"/>
            <a:ext cx="12192000" cy="1536102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5292C93-852A-D78B-2285-44742693F95C}"/>
              </a:ext>
            </a:extLst>
          </p:cNvPr>
          <p:cNvSpPr/>
          <p:nvPr/>
        </p:nvSpPr>
        <p:spPr>
          <a:xfrm>
            <a:off x="0" y="2034225"/>
            <a:ext cx="12192000" cy="1942305"/>
          </a:xfrm>
          <a:prstGeom prst="rect">
            <a:avLst/>
          </a:prstGeom>
          <a:solidFill>
            <a:srgbClr val="164C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3043237" y="2034225"/>
            <a:ext cx="6105525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790139" y="2620657"/>
            <a:ext cx="106117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UESTC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3064259" y="3976533"/>
            <a:ext cx="6105525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56210" y="6734300"/>
            <a:ext cx="533944" cy="0"/>
          </a:xfrm>
          <a:prstGeom prst="line">
            <a:avLst/>
          </a:prstGeom>
          <a:ln w="28575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1518350" y="6734300"/>
            <a:ext cx="533944" cy="0"/>
          </a:xfrm>
          <a:prstGeom prst="line">
            <a:avLst/>
          </a:prstGeom>
          <a:ln w="28575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0497" y="379432"/>
            <a:ext cx="1524001" cy="151653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5A3233B-FE13-8D97-28CF-DDC6F18603E8}"/>
              </a:ext>
            </a:extLst>
          </p:cNvPr>
          <p:cNvSpPr txBox="1"/>
          <p:nvPr/>
        </p:nvSpPr>
        <p:spPr>
          <a:xfrm>
            <a:off x="3907861" y="4066402"/>
            <a:ext cx="42492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164C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</a:p>
          <a:p>
            <a:pPr algn="ctr"/>
            <a:r>
              <a:rPr lang="en-US" altLang="zh-CN" sz="2400" b="1" dirty="0">
                <a:solidFill>
                  <a:srgbClr val="164C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20XX/XX/XX</a:t>
            </a:r>
            <a:endParaRPr lang="zh-CN" altLang="en-US" sz="2400" b="1" dirty="0">
              <a:solidFill>
                <a:srgbClr val="164C8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3919525" cy="6858000"/>
          </a:xfrm>
          <a:prstGeom prst="rect">
            <a:avLst/>
          </a:prstGeom>
          <a:solidFill>
            <a:srgbClr val="164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84B379C-879F-F1C2-38AE-428A49E407CB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56" y="3315662"/>
            <a:ext cx="10730753" cy="309502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56467" y="2731329"/>
            <a:ext cx="34073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Contents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4477094" y="1431478"/>
            <a:ext cx="463473" cy="2499848"/>
            <a:chOff x="5855368" y="980316"/>
            <a:chExt cx="463473" cy="2499848"/>
          </a:xfrm>
          <a:solidFill>
            <a:srgbClr val="004578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" name="椭圆 12"/>
            <p:cNvSpPr/>
            <p:nvPr/>
          </p:nvSpPr>
          <p:spPr>
            <a:xfrm>
              <a:off x="5855368" y="980316"/>
              <a:ext cx="463473" cy="4634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  <a:endParaRPr kumimoji="0" lang="zh-CN" altLang="en-US" sz="24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5855368" y="1968976"/>
              <a:ext cx="463473" cy="4634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</a:t>
              </a:r>
              <a:endParaRPr kumimoji="0" lang="zh-CN" altLang="en-US" sz="24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5855368" y="3016691"/>
              <a:ext cx="463473" cy="4634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3</a:t>
              </a:r>
              <a:endParaRPr kumimoji="0" lang="zh-CN" altLang="en-US" sz="24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5118503" y="3437979"/>
            <a:ext cx="59194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Chapter 3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118503" y="1405209"/>
            <a:ext cx="62283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Chapter 1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118503" y="2390840"/>
            <a:ext cx="6987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Chapter 2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6246" y="27690"/>
            <a:ext cx="1150169" cy="1144531"/>
          </a:xfrm>
          <a:prstGeom prst="rect">
            <a:avLst/>
          </a:prstGeom>
        </p:spPr>
      </p:pic>
      <p:sp>
        <p:nvSpPr>
          <p:cNvPr id="2" name="椭圆 1"/>
          <p:cNvSpPr/>
          <p:nvPr>
            <p:custDataLst>
              <p:tags r:id="rId1"/>
            </p:custDataLst>
          </p:nvPr>
        </p:nvSpPr>
        <p:spPr>
          <a:xfrm>
            <a:off x="4477094" y="4515603"/>
            <a:ext cx="463473" cy="463473"/>
          </a:xfrm>
          <a:prstGeom prst="ellipse">
            <a:avLst/>
          </a:prstGeom>
          <a:solidFill>
            <a:srgbClr val="00457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endParaRPr kumimoji="0" lang="zh-CN" altLang="en-US" sz="24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039090" y="4454951"/>
            <a:ext cx="6492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t>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Chapter 4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75F361C-CC06-80D8-E73E-80C13626563C}"/>
              </a:ext>
            </a:extLst>
          </p:cNvPr>
          <p:cNvSpPr/>
          <p:nvPr/>
        </p:nvSpPr>
        <p:spPr>
          <a:xfrm>
            <a:off x="0" y="161365"/>
            <a:ext cx="9843247" cy="815788"/>
          </a:xfrm>
          <a:prstGeom prst="rect">
            <a:avLst/>
          </a:prstGeom>
          <a:solidFill>
            <a:srgbClr val="164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831" y="0"/>
            <a:ext cx="1150169" cy="1144531"/>
          </a:xfrm>
          <a:prstGeom prst="rect">
            <a:avLst/>
          </a:prstGeom>
        </p:spPr>
      </p:pic>
      <p:sp>
        <p:nvSpPr>
          <p:cNvPr id="3" name="标题 2"/>
          <p:cNvSpPr/>
          <p:nvPr/>
        </p:nvSpPr>
        <p:spPr>
          <a:xfrm>
            <a:off x="-233082" y="134695"/>
            <a:ext cx="6329082" cy="8068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600" b="1" baseline="0">
                <a:solidFill>
                  <a:srgbClr val="DFDFD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    </a:t>
            </a:r>
            <a:r>
              <a:rPr kumimoji="0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NewRoman,Bold"/>
                <a:ea typeface="微软雅黑" panose="020B0503020204020204" pitchFamily="34" charset="-122"/>
                <a:cs typeface="Calibri" panose="020F0502020204030204" pitchFamily="34" charset="0"/>
              </a:rPr>
              <a:t>Chapter 1</a:t>
            </a:r>
            <a:endParaRPr kumimoji="0" lang="en-US" altLang="zh-CN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FA7ABB1-DB26-13B9-4A71-0FD8A8A58736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678477" y="3854325"/>
            <a:ext cx="5016923" cy="317379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AFC0395-ACF3-C8A4-395A-0E41F077AA51}"/>
              </a:ext>
            </a:extLst>
          </p:cNvPr>
          <p:cNvSpPr/>
          <p:nvPr/>
        </p:nvSpPr>
        <p:spPr>
          <a:xfrm>
            <a:off x="0" y="6569636"/>
            <a:ext cx="2702560" cy="45719"/>
          </a:xfrm>
          <a:prstGeom prst="rect">
            <a:avLst/>
          </a:prstGeom>
          <a:solidFill>
            <a:srgbClr val="164C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4667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C1885CB-633F-1DF8-9596-F071BACAFDAD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5058387"/>
            <a:ext cx="12192000" cy="1536102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5292C93-852A-D78B-2285-44742693F95C}"/>
              </a:ext>
            </a:extLst>
          </p:cNvPr>
          <p:cNvSpPr/>
          <p:nvPr/>
        </p:nvSpPr>
        <p:spPr>
          <a:xfrm>
            <a:off x="-1" y="2339025"/>
            <a:ext cx="12192000" cy="1942305"/>
          </a:xfrm>
          <a:prstGeom prst="rect">
            <a:avLst/>
          </a:prstGeom>
          <a:solidFill>
            <a:srgbClr val="164C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3043236" y="2339025"/>
            <a:ext cx="6105525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790138" y="2802345"/>
            <a:ext cx="106117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Thanks for Listening !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3064258" y="4281333"/>
            <a:ext cx="6105525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56210" y="6734300"/>
            <a:ext cx="533944" cy="0"/>
          </a:xfrm>
          <a:prstGeom prst="line">
            <a:avLst/>
          </a:prstGeom>
          <a:ln w="28575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1518350" y="6734300"/>
            <a:ext cx="533944" cy="0"/>
          </a:xfrm>
          <a:prstGeom prst="line">
            <a:avLst/>
          </a:prstGeom>
          <a:ln w="28575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0496" y="684232"/>
            <a:ext cx="1524001" cy="151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1436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32</Words>
  <Application>Microsoft Office PowerPoint</Application>
  <PresentationFormat>宽屏</PresentationFormat>
  <Paragraphs>18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TimesNewRoman,Bold</vt:lpstr>
      <vt:lpstr>等线</vt:lpstr>
      <vt:lpstr>等线 Light</vt:lpstr>
      <vt:lpstr>微软雅黑</vt:lpstr>
      <vt:lpstr>Arial</vt:lpstr>
      <vt:lpstr>Calibri</vt:lpstr>
      <vt:lpstr>Times New Roman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cz l</cp:lastModifiedBy>
  <cp:revision>1</cp:revision>
  <dcterms:created xsi:type="dcterms:W3CDTF">2023-12-21T01:58:20Z</dcterms:created>
  <dcterms:modified xsi:type="dcterms:W3CDTF">2026-09-25T01:59:57Z</dcterms:modified>
</cp:coreProperties>
</file>