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34FD027-A085-4CB4-ABEB-E5DC118C2CFB}">
          <p14:sldIdLst>
            <p14:sldId id="256"/>
          </p14:sldIdLst>
        </p14:section>
        <p14:section name="正文" id="{9382B0CC-64DC-47FF-9D1F-EE8FADD4E9CC}">
          <p14:sldIdLst>
            <p14:sldId id="257"/>
          </p14:sldIdLst>
        </p14:section>
        <p14:section name="结尾" id="{1497DBC4-C9FA-48BC-B4D5-3B61016D1892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75"/>
    <a:srgbClr val="004097"/>
    <a:srgbClr val="FCE9D2"/>
    <a:srgbClr val="EE7B00"/>
    <a:srgbClr val="003F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63890-8C60-937D-C1DC-5952006E7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980FF7-D7BA-FAF6-C032-F9F1C2EE5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E441E4-5303-4AB6-E223-2D730FA9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3608A0-A681-BEB3-A810-80B9A1F8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4041E3-D725-B340-C6C3-AFD2D07C3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04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EB0C0-99BA-C6FA-F462-F1D036006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27226B-B9E2-1879-C4A2-FF8A43410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101B1-7F85-981C-FBB0-F531A703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5D3F27-F005-3573-D466-B4F98D3F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CD147-4057-E535-6132-E1DBD636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692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BC2E3-C926-5CF8-4254-F6D77E8C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C26081-6022-5BA4-E5E5-2B7572856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6B5830-334A-6E0A-ABAE-58D65D240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ADDE6-8D8B-7329-EF71-03F4ECC8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27530C-5FED-BEC9-9019-88FA14BE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64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991F14-516C-8606-AA8B-9B554893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6B6FBC-54E6-4426-5E53-00468190E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45FA4F-B3CB-546C-3930-E89D70B22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5151D0-260F-0F2B-F755-26B99ECC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4BED57-CE52-8D0B-74CF-D60A1F15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C9D996-DB75-E655-22F2-08BCE886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50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80916-01DA-10DC-64FC-D2AF5B90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9BAA32-0F69-3A1F-A998-4CFA41DB1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BF7BFA-0682-607B-D4E4-D35B6EE52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B12E59-B1BA-50D8-298B-D063D6C75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D0278C-DF20-6B27-D06A-2967802EC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801DBC-9042-319A-30DB-31E70071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4CF9AD1-E590-86FD-0113-E78B8272E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1083CF-E992-4BA9-62B5-14890B48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72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1C42F-7E63-3842-2500-A4A5E835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C332A1-8E68-211A-603E-B27A91B9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D42E30-2849-970C-1E64-45CE92F9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928B3E-D60B-0EDF-47ED-118A9C82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69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1441D7-FCC6-E425-4FD9-9794F5EB6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D54E5A-0D1E-7F39-BBA2-AE8EE23E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024B13-DD33-5E01-A21A-5377588C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2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2D70F2-19A0-C7E1-74F2-2095CE94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139928-FF5B-3CC1-217C-DEC5F7C71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3A7EC1-B2A6-0DD0-A208-C6A288751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8FB9EE-6FC4-E00C-EB18-E8A7AD94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DF1163-02B3-8D54-10CA-46B95B3B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71302B-0FDA-EF58-FB74-E55F19EC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68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DA658-A513-9730-831B-4BF21A53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800444-F7A6-7758-0A2C-A1EEDD599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40CD3E-EAF1-1CF8-D3AB-15EF89C6A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332BB6-A82A-4FB6-223A-B2CF8C53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AB5283-0714-075F-5A31-92F1DBD6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51433D-3A7A-6DB6-136C-E831A812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39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57EE1-C2C0-D14A-653D-1A54B3BE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E4A660-E664-0172-E919-0651902F6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1F9334-FB88-4A08-CC37-C2BEA47D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DECF87-56DF-6D6A-B269-9FAC8E725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71E135-26B1-DD70-0331-23A2C17C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89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5C871A-CC98-E4C7-377D-214B5AE53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7C2366-FF1D-DEFC-F204-1600C94A6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E8B488-5AD0-3871-154D-8B6483FF5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3389AD-1542-C7AF-D819-DE22A161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130EC-D7E2-06EC-1492-BCBD440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01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4163F59-5D61-6464-B5ED-49D2507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6554DC-0A54-7C94-9B37-E8B157C5F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5CA81-467C-3833-672A-1982D82FD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0DF25-CEE0-48F0-8B48-4EB54D7F570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677E3-8D7B-D113-892D-7D71A4ABC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592196-37D4-D124-4963-216A55D4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6A719-9EE5-4765-9B4C-DBBDFF5219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14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4FC2E62-74AC-CB11-28C0-CEEDB3A3095F}"/>
              </a:ext>
            </a:extLst>
          </p:cNvPr>
          <p:cNvSpPr txBox="1"/>
          <p:nvPr/>
        </p:nvSpPr>
        <p:spPr>
          <a:xfrm>
            <a:off x="2512559" y="2560587"/>
            <a:ext cx="7166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zh-CN" altLang="en-US" sz="44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3138751-1B17-5A20-45FA-CA29013BB471}"/>
              </a:ext>
            </a:extLst>
          </p:cNvPr>
          <p:cNvCxnSpPr>
            <a:cxnSpLocks/>
          </p:cNvCxnSpPr>
          <p:nvPr/>
        </p:nvCxnSpPr>
        <p:spPr>
          <a:xfrm>
            <a:off x="1287780" y="3429000"/>
            <a:ext cx="10095411" cy="0"/>
          </a:xfrm>
          <a:prstGeom prst="line">
            <a:avLst/>
          </a:prstGeom>
          <a:ln w="53975">
            <a:gradFill flip="none" rotWithShape="1">
              <a:gsLst>
                <a:gs pos="0">
                  <a:srgbClr val="FCE9D2"/>
                </a:gs>
                <a:gs pos="52000">
                  <a:srgbClr val="003F97"/>
                </a:gs>
                <a:gs pos="100000">
                  <a:schemeClr val="bg1"/>
                </a:gs>
              </a:gsLst>
              <a:lin ang="0" scaled="1"/>
              <a:tileRect/>
            </a:gradFill>
            <a:headEnd type="none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5C024C7-11EE-9AB7-7D79-96713B3C2EAF}"/>
              </a:ext>
            </a:extLst>
          </p:cNvPr>
          <p:cNvSpPr txBox="1"/>
          <p:nvPr/>
        </p:nvSpPr>
        <p:spPr>
          <a:xfrm>
            <a:off x="3801325" y="3588933"/>
            <a:ext cx="458935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EMO Deng</a:t>
            </a:r>
          </a:p>
          <a:p>
            <a:pPr algn="ctr">
              <a:spcAft>
                <a:spcPts val="600"/>
              </a:spcAft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Shenyang Street</a:t>
            </a:r>
            <a:endParaRPr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 / 3 / 15</a:t>
            </a:r>
          </a:p>
        </p:txBody>
      </p:sp>
    </p:spTree>
    <p:extLst>
      <p:ext uri="{BB962C8B-B14F-4D97-AF65-F5344CB8AC3E}">
        <p14:creationId xmlns:p14="http://schemas.microsoft.com/office/powerpoint/2010/main" val="9796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032CEF6-D710-5765-11CC-C87E26AE4EFB}"/>
              </a:ext>
            </a:extLst>
          </p:cNvPr>
          <p:cNvSpPr txBox="1"/>
          <p:nvPr/>
        </p:nvSpPr>
        <p:spPr>
          <a:xfrm>
            <a:off x="10178988" y="164974"/>
            <a:ext cx="2013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7702AA-6DFB-FBC1-17B5-A9DC3DE9FC1B}"/>
              </a:ext>
            </a:extLst>
          </p:cNvPr>
          <p:cNvSpPr txBox="1"/>
          <p:nvPr/>
        </p:nvSpPr>
        <p:spPr>
          <a:xfrm>
            <a:off x="683911" y="1932721"/>
            <a:ext cx="44040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Neural networks provide </a:t>
            </a:r>
            <a:r>
              <a:rPr lang="en-US" altLang="zh-CN" b="1" dirty="0">
                <a:solidFill>
                  <a:srgbClr val="003A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state-of-the-art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results for most machine learning tasks.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690121-46A2-04D7-C47A-EAFF21390103}"/>
              </a:ext>
            </a:extLst>
          </p:cNvPr>
          <p:cNvSpPr txBox="1"/>
          <p:nvPr/>
        </p:nvSpPr>
        <p:spPr>
          <a:xfrm>
            <a:off x="683911" y="1421868"/>
            <a:ext cx="2368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Title 1</a:t>
            </a:r>
            <a:endParaRPr lang="zh-CN" altLang="en-US" sz="2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D90B79-F1EE-0510-2A84-785DABF3F461}"/>
              </a:ext>
            </a:extLst>
          </p:cNvPr>
          <p:cNvSpPr txBox="1"/>
          <p:nvPr/>
        </p:nvSpPr>
        <p:spPr>
          <a:xfrm>
            <a:off x="6653636" y="1514201"/>
            <a:ext cx="1205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zh-CN" sz="1400" b="1" i="1" dirty="0">
                <a:latin typeface="Arial" panose="020B0604020202020204" pitchFamily="34" charset="0"/>
                <a:cs typeface="Arial" panose="020B0604020202020204" pitchFamily="34" charset="0"/>
              </a:rPr>
              <a:t>Table 1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011A40A-D88D-2519-A07C-36E8C6791503}"/>
              </a:ext>
            </a:extLst>
          </p:cNvPr>
          <p:cNvCxnSpPr>
            <a:cxnSpLocks/>
          </p:cNvCxnSpPr>
          <p:nvPr/>
        </p:nvCxnSpPr>
        <p:spPr>
          <a:xfrm>
            <a:off x="6215386" y="1162594"/>
            <a:ext cx="0" cy="5274259"/>
          </a:xfrm>
          <a:prstGeom prst="line">
            <a:avLst/>
          </a:prstGeom>
          <a:ln w="19050">
            <a:solidFill>
              <a:srgbClr val="06579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28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793191-3A0B-ACBB-CED1-1072184878F6}"/>
              </a:ext>
            </a:extLst>
          </p:cNvPr>
          <p:cNvSpPr txBox="1"/>
          <p:nvPr/>
        </p:nvSpPr>
        <p:spPr>
          <a:xfrm>
            <a:off x="5979656" y="2644123"/>
            <a:ext cx="50071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for Listening!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3C5CC7D-2BCE-6B8D-2B1E-0EAC44A7DE8D}"/>
              </a:ext>
            </a:extLst>
          </p:cNvPr>
          <p:cNvCxnSpPr>
            <a:cxnSpLocks/>
          </p:cNvCxnSpPr>
          <p:nvPr/>
        </p:nvCxnSpPr>
        <p:spPr>
          <a:xfrm>
            <a:off x="5623557" y="3356101"/>
            <a:ext cx="5719354" cy="0"/>
          </a:xfrm>
          <a:prstGeom prst="line">
            <a:avLst/>
          </a:prstGeom>
          <a:ln w="53975">
            <a:solidFill>
              <a:srgbClr val="003F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25CD959-6003-1FE9-03F7-FD173602C137}"/>
              </a:ext>
            </a:extLst>
          </p:cNvPr>
          <p:cNvSpPr txBox="1"/>
          <p:nvPr/>
        </p:nvSpPr>
        <p:spPr>
          <a:xfrm>
            <a:off x="7568868" y="3429000"/>
            <a:ext cx="1828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  <a:endParaRPr lang="zh-CN" altLang="en-US" sz="36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5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36</Words>
  <Application>Microsoft Office PowerPoint</Application>
  <PresentationFormat>宽屏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Deemo</dc:creator>
  <cp:lastModifiedBy>李康华 Kanghua LI</cp:lastModifiedBy>
  <cp:revision>62</cp:revision>
  <dcterms:created xsi:type="dcterms:W3CDTF">2024-03-14T12:55:27Z</dcterms:created>
  <dcterms:modified xsi:type="dcterms:W3CDTF">2024-03-14T14:15:36Z</dcterms:modified>
</cp:coreProperties>
</file>