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55A4"/>
    <a:srgbClr val="1F5CA4"/>
    <a:srgbClr val="B2B2B2"/>
    <a:srgbClr val="202020"/>
    <a:srgbClr val="323232"/>
    <a:srgbClr val="CC3300"/>
    <a:srgbClr val="CC0000"/>
    <a:srgbClr val="FF3300"/>
    <a:srgbClr val="990000"/>
    <a:srgbClr val="FF8D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6" d="100"/>
          <a:sy n="76" d="100"/>
        </p:scale>
        <p:origin x="132" y="1200"/>
      </p:cViewPr>
      <p:guideLst>
        <p:guide orient="horz" pos="2160"/>
        <p:guide pos="384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空白演示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演讲人与职务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100000">
              <a:schemeClr val="bg2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KSO_TEMPLATE" hidden="1"/>
          <p:cNvSpPr/>
          <p:nvPr userDrawn="1"/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 descr="封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"/>
            <a:ext cx="12195810" cy="6861175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2408555" y="4209415"/>
            <a:ext cx="73748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3200">
                <a:ln/>
                <a:solidFill>
                  <a:srgbClr val="1F5CA4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Heavy" panose="020B0A00000000000000" charset="-122"/>
                <a:ea typeface="思源黑体 CN Heavy" panose="020B0A00000000000000" charset="-122"/>
                <a:cs typeface="思源黑体 CN Heavy" panose="020B0A00000000000000" charset="-122"/>
              </a:rPr>
              <a:t>电子科学与工程学院ppt通用模板</a:t>
            </a:r>
            <a:endParaRPr lang="zh-CN" altLang="en-US" sz="3200">
              <a:ln/>
              <a:solidFill>
                <a:srgbClr val="1F5CA4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Heavy" panose="020B0A00000000000000" charset="-122"/>
              <a:ea typeface="思源黑体 CN Heavy" panose="020B0A00000000000000" charset="-122"/>
              <a:cs typeface="思源黑体 CN Heavy" panose="020B0A00000000000000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56510" y="4845685"/>
            <a:ext cx="71742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>
                <a:solidFill>
                  <a:schemeClr val="tx1">
                    <a:lumMod val="50000"/>
                    <a:lumOff val="50000"/>
                  </a:schemeClr>
                </a:solidFill>
              </a:rPr>
              <a:t>School  of  Electronic  Science  and  Engineering</a:t>
            </a:r>
            <a:endParaRPr lang="zh-CN" altLang="en-US" sz="20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86860" y="5862955"/>
            <a:ext cx="4379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n>
                  <a:noFill/>
                </a:ln>
                <a:solidFill>
                  <a:schemeClr val="bg1"/>
                </a:solidFill>
              </a:rPr>
              <a:t>汇报人：                              时间：</a:t>
            </a:r>
            <a:endParaRPr lang="zh-CN" altLang="en-US">
              <a:ln>
                <a:noFill/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 descr="目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3335" y="-635"/>
            <a:ext cx="12209145" cy="6866255"/>
          </a:xfrm>
          <a:prstGeom prst="rect">
            <a:avLst/>
          </a:prstGeom>
        </p:spPr>
      </p:pic>
      <p:pic>
        <p:nvPicPr>
          <p:cNvPr id="5" name="图片 4" descr="目录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3250" y="2664460"/>
            <a:ext cx="1918335" cy="2499360"/>
          </a:xfrm>
          <a:prstGeom prst="rect">
            <a:avLst/>
          </a:prstGeom>
        </p:spPr>
      </p:pic>
      <p:pic>
        <p:nvPicPr>
          <p:cNvPr id="7" name="图片 6" descr="目录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00195" y="2665095"/>
            <a:ext cx="1915160" cy="2498725"/>
          </a:xfrm>
          <a:prstGeom prst="rect">
            <a:avLst/>
          </a:prstGeom>
        </p:spPr>
      </p:pic>
      <p:pic>
        <p:nvPicPr>
          <p:cNvPr id="8" name="图片 7" descr="目录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3965" y="2664460"/>
            <a:ext cx="1918335" cy="2499360"/>
          </a:xfrm>
          <a:prstGeom prst="rect">
            <a:avLst/>
          </a:prstGeom>
        </p:spPr>
      </p:pic>
      <p:pic>
        <p:nvPicPr>
          <p:cNvPr id="9" name="图片 8" descr="目录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0910" y="2663825"/>
            <a:ext cx="1915795" cy="2499995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2059940" y="3637280"/>
            <a:ext cx="1243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学院概况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076450" y="3997960"/>
            <a:ext cx="12103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College profile</a:t>
            </a:r>
            <a:endParaRPr lang="zh-CN" altLang="en-US" sz="8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76420" y="3637280"/>
            <a:ext cx="1243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师资力量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392930" y="3997960"/>
            <a:ext cx="12103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College profile</a:t>
            </a:r>
            <a:endParaRPr lang="zh-CN" altLang="en-US" sz="8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6588760" y="3637280"/>
            <a:ext cx="1243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会议记录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6605270" y="3997960"/>
            <a:ext cx="12103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College profile</a:t>
            </a:r>
            <a:endParaRPr lang="zh-CN" altLang="en-US" sz="8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8808085" y="3637280"/>
            <a:ext cx="124333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zh-CN" altLang="en-US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工作概述</a:t>
            </a:r>
            <a:endParaRPr lang="zh-CN" altLang="en-US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8824595" y="3997960"/>
            <a:ext cx="1210310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>
                <a:solidFill>
                  <a:schemeClr val="bg1"/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College profile</a:t>
            </a:r>
            <a:endParaRPr lang="zh-CN" altLang="en-US" sz="800">
              <a:solidFill>
                <a:schemeClr val="bg1"/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3142615" y="4690745"/>
            <a:ext cx="48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01</a:t>
            </a:r>
            <a:endParaRPr lang="en-US" altLang="zh-CN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5386705" y="4690745"/>
            <a:ext cx="48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02</a:t>
            </a:r>
            <a:endParaRPr lang="en-US" altLang="zh-CN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635875" y="4690745"/>
            <a:ext cx="48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03</a:t>
            </a:r>
            <a:endParaRPr lang="en-US" altLang="zh-CN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9834245" y="4690745"/>
            <a:ext cx="4864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solidFill>
                  <a:schemeClr val="bg1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04</a:t>
            </a:r>
            <a:endParaRPr lang="en-US" altLang="zh-CN">
              <a:solidFill>
                <a:schemeClr val="bg1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正文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" y="-6985"/>
            <a:ext cx="12183745" cy="685673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单元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1270"/>
            <a:ext cx="12196445" cy="6863080"/>
          </a:xfrm>
          <a:prstGeom prst="rect">
            <a:avLst/>
          </a:prstGeom>
        </p:spPr>
      </p:pic>
      <p:pic>
        <p:nvPicPr>
          <p:cNvPr id="4" name="图片 3" descr="线条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945" y="4255135"/>
            <a:ext cx="4067175" cy="276860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083945" y="2675890"/>
            <a:ext cx="358394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600">
                <a:solidFill>
                  <a:srgbClr val="1255A4"/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PART  01</a:t>
            </a:r>
            <a:endParaRPr lang="zh-CN" altLang="en-US" sz="3600">
              <a:solidFill>
                <a:srgbClr val="1255A4"/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07110" y="3240405"/>
            <a:ext cx="3590925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60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Heavy" panose="020B0A00000000000000" charset="-122"/>
                <a:ea typeface="思源黑体 CN Heavy" panose="020B0A00000000000000" charset="-122"/>
              </a:rPr>
              <a:t>学院概况</a:t>
            </a:r>
            <a:endParaRPr lang="zh-CN" altLang="en-US" sz="6000">
              <a:solidFill>
                <a:schemeClr val="tx1">
                  <a:lumMod val="50000"/>
                  <a:lumOff val="50000"/>
                </a:schemeClr>
              </a:solidFill>
              <a:latin typeface="思源黑体 CN Heavy" panose="020B0A00000000000000" charset="-122"/>
              <a:ea typeface="思源黑体 CN Heavy" panose="020B0A00000000000000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064895" y="4551045"/>
            <a:ext cx="358394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>
                <a:solidFill>
                  <a:schemeClr val="tx1">
                    <a:lumMod val="50000"/>
                    <a:lumOff val="50000"/>
                  </a:schemeClr>
                </a:solidFill>
                <a:latin typeface="思源黑体 CN Regular" panose="020B0500000000000000" charset="-122"/>
                <a:ea typeface="思源黑体 CN Regular" panose="020B0500000000000000" charset="-122"/>
              </a:rPr>
              <a:t>College profile</a:t>
            </a:r>
            <a:endParaRPr lang="zh-CN" altLang="en-US" sz="1600">
              <a:solidFill>
                <a:schemeClr val="tx1">
                  <a:lumMod val="50000"/>
                  <a:lumOff val="50000"/>
                </a:schemeClr>
              </a:solidFill>
              <a:latin typeface="思源黑体 CN Regular" panose="020B0500000000000000" charset="-122"/>
              <a:ea typeface="思源黑体 CN Regular" panose="020B05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正文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35" y="-7620"/>
            <a:ext cx="12201525" cy="6863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图片 2" descr="谢谢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7620"/>
            <a:ext cx="12185650" cy="685419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4086860" y="5862955"/>
            <a:ext cx="43795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n>
                  <a:noFill/>
                </a:ln>
                <a:solidFill>
                  <a:schemeClr val="bg1"/>
                </a:solidFill>
              </a:rPr>
              <a:t>汇报人：                              时间：</a:t>
            </a:r>
            <a:endParaRPr lang="zh-CN" altLang="en-US">
              <a:ln>
                <a:noFill/>
              </a:ln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</Words>
  <Application>WPS 演示</Application>
  <PresentationFormat>宽屏</PresentationFormat>
  <Paragraphs>38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等线</vt:lpstr>
      <vt:lpstr>微软雅黑 Light</vt:lpstr>
      <vt:lpstr>思源黑体 CN Heavy</vt:lpstr>
      <vt:lpstr>思源黑体 CN Bold</vt:lpstr>
      <vt:lpstr>思源黑体 CN Regular</vt:lpstr>
      <vt:lpstr>思源黑体 Medium</vt:lpstr>
      <vt:lpstr>思源黑体 CN Medium</vt:lpstr>
      <vt:lpstr>思源黑体 CN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admin</cp:lastModifiedBy>
  <cp:revision>4</cp:revision>
  <dcterms:created xsi:type="dcterms:W3CDTF">2024-05-16T08:47:15Z</dcterms:created>
  <dcterms:modified xsi:type="dcterms:W3CDTF">2024-05-16T09:27:13Z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2052-11.8.2.8053</vt:lpwstr>
  </property>
</Properties>
</file>