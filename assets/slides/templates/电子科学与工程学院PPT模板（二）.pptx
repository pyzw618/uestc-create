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1" r:id="rId4"/>
    <p:sldMasterId id="2147483683" r:id="rId5"/>
  </p:sldMasterIdLst>
  <p:notesMasterIdLst>
    <p:notesMasterId r:id="rId9"/>
  </p:notesMasterIdLst>
  <p:handoutMasterIdLst>
    <p:handoutMasterId r:id="rId10"/>
  </p:handoutMasterIdLst>
  <p:sldIdLst>
    <p:sldId id="619" r:id="rId6"/>
    <p:sldId id="634" r:id="rId7"/>
    <p:sldId id="620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D12F1"/>
    <a:srgbClr val="1C23AC"/>
    <a:srgbClr val="3F17E7"/>
    <a:srgbClr val="E89A23"/>
    <a:srgbClr val="442DD1"/>
    <a:srgbClr val="002B68"/>
    <a:srgbClr val="22429E"/>
    <a:srgbClr val="84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023"/>
    <p:restoredTop sz="96009"/>
  </p:normalViewPr>
  <p:slideViewPr>
    <p:cSldViewPr showGuides="1">
      <p:cViewPr varScale="1">
        <p:scale>
          <a:sx n="106" d="100"/>
          <a:sy n="106" d="100"/>
        </p:scale>
        <p:origin x="-1092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7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8" name="Rectangle 4"/>
          <p:cNvSpPr>
            <a:spLocks noRo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7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ln/>
        </p:spPr>
      </p:sp>
      <p:sp>
        <p:nvSpPr>
          <p:cNvPr id="60419" name="文本占位符 2"/>
          <p:cNvSpPr>
            <a:spLocks noGrp="1"/>
          </p:cNvSpPr>
          <p:nvPr>
            <p:ph type="body" idx="3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838" y="252413"/>
            <a:ext cx="3138487" cy="636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41850" y="5324475"/>
            <a:ext cx="3590925" cy="1428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 anchorCtr="0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fontAlgn="auto" hangingPunct="1">
              <a:buFont typeface="Arial" panose="020B0604020202020204" pitchFamily="34" charset="0"/>
              <a:buNone/>
              <a:defRPr kumimoji="0" sz="1800" noProof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" altLang="en-US" sz="1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" altLang="en-US" sz="1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7.png"/><Relationship Id="rId13" Type="http://schemas.openxmlformats.org/officeDocument/2006/relationships/tags" Target="../tags/tag1.xml"/><Relationship Id="rId12" Type="http://schemas.openxmlformats.org/officeDocument/2006/relationships/image" Target="../media/image6.png"/><Relationship Id="rId11" Type="http://schemas.openxmlformats.org/officeDocument/2006/relationships/image" Target="../media/image5.tiff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4"/>
          <p:cNvGrpSpPr/>
          <p:nvPr/>
        </p:nvGrpSpPr>
        <p:grpSpPr>
          <a:xfrm>
            <a:off x="10609263" y="44450"/>
            <a:ext cx="1582737" cy="838200"/>
            <a:chOff x="0" y="0"/>
            <a:chExt cx="960" cy="528"/>
          </a:xfrm>
        </p:grpSpPr>
        <p:sp>
          <p:nvSpPr>
            <p:cNvPr id="1033" name="Oval 14"/>
            <p:cNvSpPr>
              <a:spLocks noChangeArrowheads="1"/>
            </p:cNvSpPr>
            <p:nvPr/>
          </p:nvSpPr>
          <p:spPr bwMode="auto">
            <a:xfrm>
              <a:off x="0" y="264"/>
              <a:ext cx="237" cy="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 panose="020B0703020102020204" pitchFamily="34" charset="0"/>
                <a:ea typeface="宋体" panose="02010600030101010101" pitchFamily="2" charset="-122"/>
                <a:cs typeface="+mn-cs"/>
                <a:sym typeface="Franklin Gothic Demi" panose="020B070302010202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960" cy="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 panose="020B0703020102020204" pitchFamily="34" charset="0"/>
                <a:ea typeface="宋体" panose="02010600030101010101" pitchFamily="2" charset="-122"/>
                <a:cs typeface="+mn-cs"/>
                <a:sym typeface="Franklin Gothic Demi" panose="020B070302010202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118" y="132"/>
              <a:ext cx="842" cy="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40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 panose="020B0703020102020204" pitchFamily="34" charset="0"/>
                <a:ea typeface="宋体" panose="02010600030101010101" pitchFamily="2" charset="-122"/>
                <a:cs typeface="+mn-cs"/>
                <a:sym typeface="Franklin Gothic Demi" panose="020B0703020102020204" pitchFamily="34" charset="0"/>
              </a:endParaRPr>
            </a:p>
          </p:txBody>
        </p:sp>
      </p:grp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cxnSp>
        <p:nvCxnSpPr>
          <p:cNvPr id="1028" name="直接连接符 17"/>
          <p:cNvCxnSpPr/>
          <p:nvPr userDrawn="1"/>
        </p:nvCxnSpPr>
        <p:spPr>
          <a:xfrm>
            <a:off x="0" y="6453188"/>
            <a:ext cx="12192000" cy="0"/>
          </a:xfrm>
          <a:prstGeom prst="line">
            <a:avLst/>
          </a:prstGeom>
          <a:ln w="69850" cap="flat" cmpd="sng">
            <a:solidFill>
              <a:srgbClr val="E89A23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1029" name="图片 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309350" y="-7937"/>
            <a:ext cx="908050" cy="8445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30" name="直接连接符 2"/>
          <p:cNvCxnSpPr/>
          <p:nvPr userDrawn="1"/>
        </p:nvCxnSpPr>
        <p:spPr>
          <a:xfrm>
            <a:off x="0" y="908050"/>
            <a:ext cx="12192000" cy="0"/>
          </a:xfrm>
          <a:prstGeom prst="line">
            <a:avLst/>
          </a:prstGeom>
          <a:ln w="79375" cap="flat" cmpd="sng">
            <a:solidFill>
              <a:srgbClr val="1C23AC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1031" name="图片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741863" y="6510338"/>
            <a:ext cx="2506662" cy="31273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1630" indent="-341630" algn="l" defTabSz="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1680" indent="-284480" algn="l" defTabSz="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1730" indent="-227330" algn="l" defTabSz="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598930" indent="-227330" algn="l" defTabSz="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6130" indent="-227330" algn="l" defTabSz="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15" descr="PPT-电子科学与工程学院-VI应用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-14287" y="-9525"/>
            <a:ext cx="12231687" cy="6880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图片 3" descr="C:\Documents and Settings\Administrator\桌面\图片2.png图片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19050" y="242888"/>
            <a:ext cx="12236450" cy="706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14287" y="946150"/>
            <a:ext cx="9858375" cy="76200"/>
          </a:xfrm>
          <a:custGeom>
            <a:avLst/>
            <a:gdLst>
              <a:gd name="connsiteX0" fmla="*/ 0 w 15526"/>
              <a:gd name="connsiteY0" fmla="*/ 0 h 122"/>
              <a:gd name="connsiteX1" fmla="*/ 15526 w 15526"/>
              <a:gd name="connsiteY1" fmla="*/ 0 h 122"/>
              <a:gd name="connsiteX2" fmla="*/ 15469 w 15526"/>
              <a:gd name="connsiteY2" fmla="*/ 122 h 122"/>
              <a:gd name="connsiteX3" fmla="*/ 0 w 15526"/>
              <a:gd name="connsiteY3" fmla="*/ 119 h 122"/>
              <a:gd name="connsiteX4" fmla="*/ 0 w 15526"/>
              <a:gd name="connsiteY4" fmla="*/ 0 h 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6" h="122">
                <a:moveTo>
                  <a:pt x="0" y="0"/>
                </a:moveTo>
                <a:lnTo>
                  <a:pt x="15526" y="0"/>
                </a:lnTo>
                <a:lnTo>
                  <a:pt x="15469" y="122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281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62525" y="6235700"/>
            <a:ext cx="2182813" cy="361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1" name="文本框 16"/>
          <p:cNvSpPr txBox="1">
            <a:spLocks noChangeArrowheads="1"/>
          </p:cNvSpPr>
          <p:nvPr/>
        </p:nvSpPr>
        <p:spPr bwMode="auto">
          <a:xfrm>
            <a:off x="4857750" y="6256338"/>
            <a:ext cx="24257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博学  厚德  笃行  致远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2056" name="图片 5" descr="图片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505950" y="120650"/>
            <a:ext cx="2676525" cy="28670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12.wmf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7890" name="标题 1"/>
          <p:cNvSpPr>
            <a:spLocks noGrp="1"/>
          </p:cNvSpPr>
          <p:nvPr>
            <p:ph type="ctrTitle"/>
          </p:nvPr>
        </p:nvSpPr>
        <p:spPr>
          <a:xfrm>
            <a:off x="1271588" y="908050"/>
            <a:ext cx="9288462" cy="1509713"/>
          </a:xfrm>
          <a:ln/>
        </p:spPr>
        <p:txBody>
          <a:bodyPr vert="horz" wrap="square" lIns="91440" tIns="45720" rIns="91440" bIns="45720" anchor="b" anchorCtr="0"/>
          <a:p>
            <a:pPr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电子科学与工程学院</a:t>
            </a:r>
            <a:r>
              <a:rPr lang="en-US" altLang="zh-CN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PPT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通用</a:t>
            </a:r>
            <a:r>
              <a:rPr lang="zh-CN" altLang="en-US" sz="28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模板</a:t>
            </a:r>
            <a:endParaRPr lang="zh-CN" altLang="en-US" sz="28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943475" y="3644583"/>
            <a:ext cx="2663825" cy="719138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7892" name="图片 4" descr="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" y="2368550"/>
            <a:ext cx="2220913" cy="2403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3" name="图片 5" descr="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275" y="819150"/>
            <a:ext cx="1058863" cy="1147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图片 8" descr="0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200" y="1905000"/>
            <a:ext cx="2219325" cy="24034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5"/>
          <p:cNvSpPr txBox="1"/>
          <p:nvPr/>
        </p:nvSpPr>
        <p:spPr>
          <a:xfrm>
            <a:off x="323850" y="234950"/>
            <a:ext cx="9144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30000"/>
              </a:spcBef>
            </a:pPr>
            <a:r>
              <a:rPr lang="zh-CN" altLang="en-US" sz="3200" b="1" dirty="0">
                <a:solidFill>
                  <a:srgbClr val="1C23A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zh-CN" altLang="zh-CN" sz="3200" b="1" dirty="0">
                <a:solidFill>
                  <a:srgbClr val="1C23A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3200" b="1" dirty="0">
                <a:solidFill>
                  <a:srgbClr val="1C23A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学院</a:t>
            </a:r>
            <a:r>
              <a:rPr lang="zh-CN" altLang="en-US" sz="3200" b="1" dirty="0">
                <a:solidFill>
                  <a:srgbClr val="1C23A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概况</a:t>
            </a:r>
            <a:endParaRPr lang="zh-CN" altLang="en-US" sz="3200" b="1" dirty="0">
              <a:solidFill>
                <a:srgbClr val="1C23A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advTm="175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322" name="标题 1"/>
          <p:cNvSpPr>
            <a:spLocks noGrp="1"/>
          </p:cNvSpPr>
          <p:nvPr>
            <p:ph type="title"/>
          </p:nvPr>
        </p:nvSpPr>
        <p:spPr>
          <a:xfrm>
            <a:off x="5302250" y="2484438"/>
            <a:ext cx="1474788" cy="69056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  谢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02050" y="3267075"/>
            <a:ext cx="4543425" cy="266700"/>
          </a:xfrm>
        </p:spPr>
        <p:txBody>
          <a:bodyPr vert="horz" wrap="square" lIns="91440" tIns="45720" rIns="91440" bIns="45720" numCol="1" rtlCol="0" anchor="t" anchorCtr="0" compatLnSpc="1">
            <a:normAutofit fontScale="55000" lnSpcReduction="20000"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THANKS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6324" name="图片 6" descr="电子科大-电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580000">
            <a:off x="8029575" y="3892550"/>
            <a:ext cx="1206500" cy="136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5" name="图片 7" descr="电子科大-电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640000">
            <a:off x="3190875" y="2236788"/>
            <a:ext cx="933450" cy="1057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6" name="图片 8" descr="电子科大-电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60000">
            <a:off x="6916738" y="865188"/>
            <a:ext cx="798512" cy="90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2.xml><?xml version="1.0" encoding="utf-8"?>
<p:tagLst xmlns:p="http://schemas.openxmlformats.org/presentationml/2006/main">
  <p:tag name="KSO_WM_SLIDE_MODEL_TYPE" val="cover"/>
</p:tagLst>
</file>

<file path=ppt/tags/tag3.xml><?xml version="1.0" encoding="utf-8"?>
<p:tagLst xmlns:p="http://schemas.openxmlformats.org/presentationml/2006/main">
  <p:tag name="commondata" val="eyJoZGlkIjoiNzNiN2E4YTU4NWFmNDE3YjZlNDJmZWM4NDMzZTk0NjI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4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4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39</Words>
  <Application>WPS 演示</Application>
  <PresentationFormat>自定义</PresentationFormat>
  <Paragraphs>11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</vt:i4>
      </vt:variant>
    </vt:vector>
  </HeadingPairs>
  <TitlesOfParts>
    <vt:vector size="30" baseType="lpstr">
      <vt:lpstr>Arial</vt:lpstr>
      <vt:lpstr>宋体</vt:lpstr>
      <vt:lpstr>Wingdings</vt:lpstr>
      <vt:lpstr>Tahoma</vt:lpstr>
      <vt:lpstr>Times New Roman</vt:lpstr>
      <vt:lpstr>微软雅黑</vt:lpstr>
      <vt:lpstr>Calibri Light</vt:lpstr>
      <vt:lpstr>Calibri</vt:lpstr>
      <vt:lpstr>Franklin Gothic Demi</vt:lpstr>
      <vt:lpstr>华文楷体</vt:lpstr>
      <vt:lpstr>Open Sans Semibold</vt:lpstr>
      <vt:lpstr>Segoe Print</vt:lpstr>
      <vt:lpstr>Impact</vt:lpstr>
      <vt:lpstr>方正正黑简体</vt:lpstr>
      <vt:lpstr>黑体</vt:lpstr>
      <vt:lpstr>Yu Gothic UI Light</vt:lpstr>
      <vt:lpstr>LiHei Pro</vt:lpstr>
      <vt:lpstr>Calibri Light</vt:lpstr>
      <vt:lpstr>Calibri</vt:lpstr>
      <vt:lpstr>Arial</vt:lpstr>
      <vt:lpstr>方正正黑简体</vt:lpstr>
      <vt:lpstr>Arial Black</vt:lpstr>
      <vt:lpstr>Arial Unicode MS</vt:lpstr>
      <vt:lpstr>默认设计模板</vt:lpstr>
      <vt:lpstr>1_Office 主题</vt:lpstr>
      <vt:lpstr>Office 主题</vt:lpstr>
      <vt:lpstr>2_Office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c</dc:creator>
  <cp:lastModifiedBy>不是zou彬儿</cp:lastModifiedBy>
  <cp:revision>1085</cp:revision>
  <dcterms:created xsi:type="dcterms:W3CDTF">2003-04-15T09:31:37Z</dcterms:created>
  <dcterms:modified xsi:type="dcterms:W3CDTF">2023-10-10T05:41:07Z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44985012B09D43A49E01FDC23F1BB614_13</vt:lpwstr>
  </property>
  <property fmtid="{D5CDD505-2E9C-101B-9397-08002B2CF9AE}" pid="3" name="KSOProductBuildVer">
    <vt:lpwstr>2052-12.1.0.15712</vt:lpwstr>
  </property>
</Properties>
</file>